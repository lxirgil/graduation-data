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82ccb7b99434b5a" /><Relationship Type="http://schemas.openxmlformats.org/officeDocument/2006/relationships/extended-properties" Target="/docProps/app.xml" Id="Rf15d5fb08b5341a3" /><Relationship Type="http://schemas.openxmlformats.org/officeDocument/2006/relationships/officeDocument" Target="/ppt/presentation.xml" Id="R1303da676c2349d5" /></Relationships>
</file>

<file path=ppt/presentation.xml><?xml version="1.0" encoding="utf-8"?>
<p:presentation xmlns:p="http://schemas.openxmlformats.org/presentationml/2006/main">
  <p:sldMasterIdLst>
    <p:sldMasterId xmlns:r="http://schemas.openxmlformats.org/officeDocument/2006/relationships" id="2147483648" r:id="Rf48e20d4693f43e9"/>
  </p:sldMasterIdLst>
  <p:notesMasterIdLst>
    <p:notesMasterId xmlns:r="http://schemas.openxmlformats.org/officeDocument/2006/relationships" r:id="R91199bd2195d47e8"/>
  </p:notesMasterIdLst>
  <p:sldIdLst>
    <p:sldId xmlns:r="http://schemas.openxmlformats.org/officeDocument/2006/relationships" id="256" r:id="Rae1341c822004329"/>
    <p:sldId xmlns:r="http://schemas.openxmlformats.org/officeDocument/2006/relationships" id="257" r:id="R2f0ddce2f73d4f47"/>
    <p:sldId xmlns:r="http://schemas.openxmlformats.org/officeDocument/2006/relationships" id="258" r:id="R78accad3b4184e25"/>
    <p:sldId xmlns:r="http://schemas.openxmlformats.org/officeDocument/2006/relationships" id="259" r:id="R264c60b112e74158"/>
    <p:sldId xmlns:r="http://schemas.openxmlformats.org/officeDocument/2006/relationships" id="260" r:id="Rc69f31577d7c4fcd"/>
    <p:sldId xmlns:r="http://schemas.openxmlformats.org/officeDocument/2006/relationships" id="261" r:id="R45f0bd75f02c4b14"/>
    <p:sldId xmlns:r="http://schemas.openxmlformats.org/officeDocument/2006/relationships" id="262" r:id="Rb51a8409fa2a4364"/>
    <p:sldId xmlns:r="http://schemas.openxmlformats.org/officeDocument/2006/relationships" id="263" r:id="R3e42cd254186471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2bf9740e82f48fd" /><Relationship Type="http://schemas.openxmlformats.org/officeDocument/2006/relationships/slideMaster" Target="/ppt/slideMasters/slideMaster1.xml" Id="Rf48e20d4693f43e9" /><Relationship Type="http://schemas.openxmlformats.org/officeDocument/2006/relationships/notesMaster" Target="/ppt/notesMasters/notesMaster1.xml" Id="R91199bd2195d47e8" /><Relationship Type="http://schemas.openxmlformats.org/officeDocument/2006/relationships/presProps" Target="/ppt/presProps.xml" Id="R1e3d20ef4fef49cb" /><Relationship Type="http://schemas.openxmlformats.org/officeDocument/2006/relationships/tableStyles" Target="/ppt/tableStyles.xml" Id="R9f0d033d317a4f9e" /><Relationship Type="http://schemas.openxmlformats.org/officeDocument/2006/relationships/slide" Target="/ppt/slides/slide1.xml" Id="Rae1341c822004329" /><Relationship Type="http://schemas.openxmlformats.org/officeDocument/2006/relationships/slide" Target="/ppt/slides/slide2.xml" Id="R2f0ddce2f73d4f47" /><Relationship Type="http://schemas.openxmlformats.org/officeDocument/2006/relationships/slide" Target="/ppt/slides/slide3.xml" Id="R78accad3b4184e25" /><Relationship Type="http://schemas.openxmlformats.org/officeDocument/2006/relationships/slide" Target="/ppt/slides/slide4.xml" Id="R264c60b112e74158" /><Relationship Type="http://schemas.openxmlformats.org/officeDocument/2006/relationships/slide" Target="/ppt/slides/slide5.xml" Id="Rc69f31577d7c4fcd" /><Relationship Type="http://schemas.openxmlformats.org/officeDocument/2006/relationships/slide" Target="/ppt/slides/slide6.xml" Id="R45f0bd75f02c4b14" /><Relationship Type="http://schemas.openxmlformats.org/officeDocument/2006/relationships/slide" Target="/ppt/slides/slide7.xml" Id="Rb51a8409fa2a4364" /><Relationship Type="http://schemas.openxmlformats.org/officeDocument/2006/relationships/slide" Target="/ppt/slides/slide8.xml" Id="R3e42cd25418647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7115f03f77446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ad0b2e1d9b43e0" /><Relationship Type="http://schemas.openxmlformats.org/officeDocument/2006/relationships/notesMaster" Target="/ppt/notesMasters/notesMaster1.xml" Id="R87ca4f82fdae4c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624db16b6c4147bb" /><Relationship Type="http://schemas.openxmlformats.org/officeDocument/2006/relationships/notesMaster" Target="/ppt/notesMasters/notesMaster1.xml" Id="R74978018245e49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547ea91b6c644539" /><Relationship Type="http://schemas.openxmlformats.org/officeDocument/2006/relationships/notesMaster" Target="/ppt/notesMasters/notesMaster1.xml" Id="Rcd1bf61476244f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612da527305b42ec" /><Relationship Type="http://schemas.openxmlformats.org/officeDocument/2006/relationships/notesMaster" Target="/ppt/notesMasters/notesMaster1.xml" Id="R2c744daa941c4ba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017f45c2184d46" /><Relationship Type="http://schemas.openxmlformats.org/officeDocument/2006/relationships/notesMaster" Target="/ppt/notesMasters/notesMaster1.xml" Id="R7e848bf0e8fe47f9"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8f0892eb1d47fd" /><Relationship Type="http://schemas.openxmlformats.org/officeDocument/2006/relationships/notesMaster" Target="/ppt/notesMasters/notesMaster1.xml" Id="R178272b6b32d44fd" /></Relationships>
</file>

<file path=ppt/notesSlides/_rels/notesSlide7.xml.rels>&#65279;<?xml version="1.0" encoding="utf-8"?><Relationships xmlns="http://schemas.openxmlformats.org/package/2006/relationships"><Relationship Type="http://schemas.openxmlformats.org/officeDocument/2006/relationships/slide" Target="/ppt/slides/slide7.xml" Id="Rcba8097cede7468a" /><Relationship Type="http://schemas.openxmlformats.org/officeDocument/2006/relationships/notesMaster" Target="/ppt/notesMasters/notesMaster1.xml" Id="R26174d3a2e174627" /></Relationships>
</file>

<file path=ppt/notesSlides/_rels/notesSlide8.xml.rels>&#65279;<?xml version="1.0" encoding="utf-8"?><Relationships xmlns="http://schemas.openxmlformats.org/package/2006/relationships"><Relationship Type="http://schemas.openxmlformats.org/officeDocument/2006/relationships/slide" Target="/ppt/slides/slide8.xml" Id="R9c5b3a55ddd842bf" /><Relationship Type="http://schemas.openxmlformats.org/officeDocument/2006/relationships/notesMaster" Target="/ppt/notesMasters/notesMaster1.xml" Id="R0f188d75faa547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この研究は、銀行の電話勧誘記録を使って、申し込み「あり」の例が少ないときに予測モデルがその例をどれだけ見つけられるかを調べます。ここでは発表用の仮題として短く表現しています。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テストデータの陽性比率は1,587 / 13,564 = 約11.7%です。全件をnoと答える単純な予測は正解率約88.3%、yes再現率0%になります。この図は問題を説明する例で、実験モデルの結果ではありません。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件数とyes比率を組み合わせ、ロジスティック回帰とランダムフォレストで比較しました。各条件の抽出乱数シードを42から46まで変え、1条件あたり5回実行しています。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出典: Moro, S., Rita, P., &amp; Cortez, P. (2014). Bank Marketing [Dataset]. UCI Machine Learning Repository. https://doi.org/10.24432/C5K306</a:t>
            </a:r>
          </a:p>
          <a:p xmlns:a="http://schemas.openxmlformats.org/drawingml/2006/main">
            <a:r>
              <a:t>30%を層化分割し、random_state=42で固定しました。学習側は31,647件、テスト側は13,564件です。テスト側のyesは1,587件でした。durationは電話勧誘の実施後に判明する値であり、予測に使うと目的時点の情報を越えるため除外しまし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前処理は各学習データだけでfitし、共通テストにはtransformのみ適用しました。カテゴリ欠損はUnknown、数値欠損は学習データ中央値で補完し、カテゴリをOne-Hot Encoding、数値を標準化しています。クラス重み付け等の追加対策は行っていません。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Precision、Recall、F1はyesを陽性クラスとして計算し、判定しきい値は0.5です。PR-AUCはAverage Precisionで計算しました。各結果は5シードの平均と標準偏差を集計しています。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グラフは分析ノートのモデル別・yes比率別再現率平均を示します。これは4つの学習件数と5シードを平均した記述統計です。yes=1%条件の正解率はロジスティック回帰0.883、ランダムフォレスト0.883でした。再現率はそれぞれ0.003と0.000です。高い正解率だけでは少数クラスの発見性能を示せないことが読み取れ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変化量は、他の条件を等重みで平均した再現率の差です。ロジスティック回帰ではyes比率を1%から50%に変えると+0.638、件数を500から5,000に変えると+0.012でした。ランダムフォレストではそれぞれ+0.669と+0.037でした。統計的有意差検定は行っておらず、どの条件が十分かの最低基準も設定していません。今回の条件での記述的傾向として解釈してください。次の研究段階では、用途に合わせた許容見逃し率を指導教員と定め、条件やデータで再現するか検証する必要があ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0c7f9346a04eb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50810940f2c438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7e8a90e71b0480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c8bd0f267774b2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89d3ec1451b40c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dfe8971ecea4d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FBE6A8F-FC18-4DDD-981D-87A17A3C4F6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D43EB9D-A4D7-488B-9A54-BA4A8EBFA0F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979393B-ADF8-4ED3-B789-53213CD12FA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CF1C59-6D48-4C14-81B8-36D7FF50BF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D53B43B-ADA1-450E-A0A1-0A5AA22EF4A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5514273-F5EB-4D45-B088-37EAFF1D08E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45A7171-A474-42D7-8514-2E9E1D0E754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54AB70B-2694-4D70-9914-7818642880C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D61B12-3D3F-48E7-9EE3-4EBD47CD9CD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000B98E-3F48-4F56-B662-12C0E61925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fe7f1acfffd4e60" /><Relationship Type="http://schemas.openxmlformats.org/officeDocument/2006/relationships/slideLayout" Target="/ppt/slideLayouts/slideLayout1.xml" Id="Re8914c008aaa40e8" /><Relationship Type="http://schemas.openxmlformats.org/officeDocument/2006/relationships/slideLayout" Target="/ppt/slideLayouts/slideLayout2.xml" Id="Rc6a1df7a61f34708" /><Relationship Type="http://schemas.openxmlformats.org/officeDocument/2006/relationships/slideLayout" Target="/ppt/slideLayouts/slideLayout3.xml" Id="Rc549880d35394de5" /><Relationship Type="http://schemas.openxmlformats.org/officeDocument/2006/relationships/slideLayout" Target="/ppt/slideLayouts/slideLayout4.xml" Id="R3e38aca75e7747d5" /><Relationship Type="http://schemas.openxmlformats.org/officeDocument/2006/relationships/slideLayout" Target="/ppt/slideLayouts/slideLayout5.xml" Id="R067082a9683d45e2" /><Relationship Type="http://schemas.openxmlformats.org/officeDocument/2006/relationships/slideLayout" Target="/ppt/slideLayouts/slideLayout6.xml" Id="Reb92d413b6d24b5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914c008aaa40e8"/>
    <p:sldLayoutId xmlns:r="http://schemas.openxmlformats.org/officeDocument/2006/relationships" id="2147483650" r:id="Rc6a1df7a61f34708"/>
    <p:sldLayoutId xmlns:r="http://schemas.openxmlformats.org/officeDocument/2006/relationships" id="2147483651" r:id="Rc549880d35394de5"/>
    <p:sldLayoutId xmlns:r="http://schemas.openxmlformats.org/officeDocument/2006/relationships" id="2147483652" r:id="R3e38aca75e7747d5"/>
    <p:sldLayoutId xmlns:r="http://schemas.openxmlformats.org/officeDocument/2006/relationships" id="2147483653" r:id="R067082a9683d45e2"/>
    <p:sldLayoutId xmlns:r="http://schemas.openxmlformats.org/officeDocument/2006/relationships" id="2147483654" r:id="Reb92d413b6d24b5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00ed05df6814f56" /><Relationship Type="http://schemas.openxmlformats.org/officeDocument/2006/relationships/notesSlide" Target="/ppt/notesSlides/notesSlide1.xml" Id="R27aac2df94c648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b87cde9e72d47dd" /><Relationship Type="http://schemas.openxmlformats.org/officeDocument/2006/relationships/notesSlide" Target="/ppt/notesSlides/notesSlide2.xml" Id="R51ae2a264bda45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efdac7926784043" /><Relationship Type="http://schemas.openxmlformats.org/officeDocument/2006/relationships/notesSlide" Target="/ppt/notesSlides/notesSlide3.xml" Id="R6bf11ba1b77f4bf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1765da2e60d4fb7" /><Relationship Type="http://schemas.openxmlformats.org/officeDocument/2006/relationships/notesSlide" Target="/ppt/notesSlides/notesSlide4.xml" Id="R057c9179597249c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401ef066fdc43c7" /><Relationship Type="http://schemas.openxmlformats.org/officeDocument/2006/relationships/notesSlide" Target="/ppt/notesSlides/notesSlide5.xml" Id="R8127841d9a2e472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bf19f460f6f47f3" /><Relationship Type="http://schemas.openxmlformats.org/officeDocument/2006/relationships/notesSlide" Target="/ppt/notesSlides/notesSlide6.xml" Id="Rc38c98b5f41d4ed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9b4f066645745ec" /><Relationship Type="http://schemas.openxmlformats.org/officeDocument/2006/relationships/chart" Target="/ppt/slides/charts/chart1.xml" Id="R83127449e6aa4dbe" /><Relationship Type="http://schemas.openxmlformats.org/officeDocument/2006/relationships/notesSlide" Target="/ppt/notesSlides/notesSlide7.xml" Id="R911ab9b987cd4c1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74605bc1b654d02" /><Relationship Type="http://schemas.openxmlformats.org/officeDocument/2006/relationships/notesSlide" Target="/ppt/notesSlides/notesSlide8.xml" Id="R4d51e4bfdc0e43a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ロジスティック回帰</c:v>
          </c:tx>
          <c:spPr>
            <a:ln xmlns:a="http://schemas.openxmlformats.org/drawingml/2006/main" w="28575">
              <a:solidFill>
                <a:srgbClr val="163A50"/>
              </a:solidFill>
              <a:prstDash val="solid"/>
            </a:ln>
          </c:spPr>
          <c:marker>
            <c:symbol val="circle"/>
            <c:size val="8"/>
            <c:spPr>
              <a:solidFill xmlns:a="http://schemas.openxmlformats.org/drawingml/2006/main">
                <a:srgbClr val="163A50"/>
              </a:solidFill>
            </c:spPr>
          </c:marker>
          <c:cat>
            <c:strRef>
              <c:f>'Chart Data'!$A$2:$A$6</c:f>
              <c:strCache>
                <c:ptCount val="5"/>
                <c:pt idx="0">
                  <c:v>1%</c:v>
                </c:pt>
                <c:pt idx="1">
                  <c:v>5%</c:v>
                </c:pt>
                <c:pt idx="2">
                  <c:v>10%</c:v>
                </c:pt>
                <c:pt idx="3">
                  <c:v>30%</c:v>
                </c:pt>
                <c:pt idx="4">
                  <c:v>50%</c:v>
                </c:pt>
              </c:strCache>
            </c:strRef>
          </c:cat>
          <c:val>
            <c:numRef>
              <c:f>'Chart Data'!$B$2:$B$6</c:f>
              <c:numCache>
                <c:formatCode>0%</c:formatCode>
                <c:ptCount val="5"/>
                <c:pt idx="0">
                  <c:v>0.003</c:v>
                </c:pt>
                <c:pt idx="1">
                  <c:v>0.068</c:v>
                </c:pt>
                <c:pt idx="2">
                  <c:v>0.155</c:v>
                </c:pt>
                <c:pt idx="3">
                  <c:v>0.39</c:v>
                </c:pt>
                <c:pt idx="4">
                  <c:v>0.641</c:v>
                </c:pt>
              </c:numCache>
            </c:numRef>
          </c:val>
          <c:smooth val="0"/>
        </c:ser>
        <c:ser>
          <c:idx val="1"/>
          <c:order val="1"/>
          <c:tx>
            <c:v>ランダムフォレスト</c:v>
          </c:tx>
          <c:spPr>
            <a:ln xmlns:a="http://schemas.openxmlformats.org/drawingml/2006/main" w="28575">
              <a:solidFill>
                <a:srgbClr val="147D78"/>
              </a:solidFill>
              <a:prstDash val="solid"/>
            </a:ln>
          </c:spPr>
          <c:marker>
            <c:symbol val="circle"/>
            <c:size val="8"/>
            <c:spPr>
              <a:solidFill xmlns:a="http://schemas.openxmlformats.org/drawingml/2006/main">
                <a:srgbClr val="147D78"/>
              </a:solidFill>
            </c:spPr>
          </c:marker>
          <c:cat>
            <c:strRef>
              <c:f>'Chart Data'!$C$2:$C$6</c:f>
              <c:strCache>
                <c:ptCount val="5"/>
                <c:pt idx="0">
                  <c:v>1%</c:v>
                </c:pt>
                <c:pt idx="1">
                  <c:v>5%</c:v>
                </c:pt>
                <c:pt idx="2">
                  <c:v>10%</c:v>
                </c:pt>
                <c:pt idx="3">
                  <c:v>30%</c:v>
                </c:pt>
                <c:pt idx="4">
                  <c:v>50%</c:v>
                </c:pt>
              </c:strCache>
            </c:strRef>
          </c:cat>
          <c:val>
            <c:numRef>
              <c:f>'Chart Data'!$D$2:$D$6</c:f>
              <c:numCache>
                <c:formatCode>0%</c:formatCode>
                <c:ptCount val="5"/>
                <c:pt idx="0">
                  <c:v>0</c:v>
                </c:pt>
                <c:pt idx="1">
                  <c:v>0.036</c:v>
                </c:pt>
                <c:pt idx="2">
                  <c:v>0.141</c:v>
                </c:pt>
                <c:pt idx="3">
                  <c:v>0.442</c:v>
                </c:pt>
                <c:pt idx="4">
                  <c:v>0.669</c:v>
                </c:pt>
              </c:numCache>
            </c:numRef>
          </c:val>
          <c:smooth val="0"/>
        </c:ser>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125">
                    <a:solidFill>
                      <a:srgbClr val="142B3B"/>
                    </a:solidFill>
                  </a:rPr>
                  <a:t>学習データ中の yes の割合</a:t>
                </a:r>
              </a:p>
            </c:rich>
          </c:tx>
          <c:overlay val="0"/>
          <c:txPr>
            <a:bodyPr xmlns:a="http://schemas.openxmlformats.org/drawingml/2006/main" anchorCtr="1"/>
            <a:lstStyle xmlns:a="http://schemas.openxmlformats.org/drawingml/2006/main"/>
            <a:p xmlns:a="http://schemas.openxmlformats.org/drawingml/2006/main">
              <a:pPr>
                <a:defRPr sz="1125">
                  <a:solidFill>
                    <a:srgbClr val="142B3B"/>
                  </a:solidFill>
                </a:defRPr>
              </a:pPr>
            </a:p>
          </c:txPr>
        </c:title>
        <c:numFmt formatCode="General"/>
        <c:majorTickMark val="none"/>
        <c:minorTickMark val="none"/>
        <c:spPr>
          <a:ln xmlns:a="http://schemas.openxmlformats.org/drawingml/2006/main" w="9525">
            <a:solidFill>
              <a:srgbClr val="AEB9BC"/>
            </a:solidFill>
            <a:prstDash val="solid"/>
          </a:ln>
        </c:spPr>
        <c:txPr>
          <a:bodyPr xmlns:a="http://schemas.openxmlformats.org/drawingml/2006/main" anchorCtr="1"/>
          <a:lstStyle xmlns:a="http://schemas.openxmlformats.org/drawingml/2006/main"/>
          <a:p xmlns:a="http://schemas.openxmlformats.org/drawingml/2006/main">
            <a:pPr>
              <a:defRPr sz="1125">
                <a:solidFill>
                  <a:srgbClr val="142B3B"/>
                </a:solidFill>
              </a:defRPr>
            </a:pPr>
          </a:p>
        </c:txPr>
        <c:crossAx val="48672768"/>
      </c:catAx>
      <c:valAx>
        <c:axId val="48672768"/>
        <c:scaling>
          <c:orientation val="minMax"/>
          <c:max val="0.8"/>
          <c:min val="0"/>
        </c:scaling>
        <c:delete val="0"/>
        <c:axPos val="l"/>
        <c:majorGridlines>
          <c:spPr>
            <a:ln xmlns:a="http://schemas.openxmlformats.org/drawingml/2006/main" w="9525">
              <a:solidFill>
                <a:srgbClr val="D8DFDE"/>
              </a:solidFill>
              <a:prstDash val="solid"/>
            </a:ln>
          </c:spPr>
        </c:majorGridlines>
        <c:title>
          <c:tx>
            <c:rich>
              <a:bodyPr xmlns:a="http://schemas.openxmlformats.org/drawingml/2006/main"/>
              <a:lstStyle xmlns:a="http://schemas.openxmlformats.org/drawingml/2006/main"/>
              <a:p xmlns:a="http://schemas.openxmlformats.org/drawingml/2006/main">
                <a:r>
                  <a:rPr sz="1125">
                    <a:solidFill>
                      <a:srgbClr val="142B3B"/>
                    </a:solidFill>
                  </a:rPr>
                  <a:t>再現率</a:t>
                </a:r>
              </a:p>
            </c:rich>
          </c:tx>
          <c:overlay val="0"/>
          <c:txPr>
            <a:bodyPr xmlns:a="http://schemas.openxmlformats.org/drawingml/2006/main" anchorCtr="1"/>
            <a:lstStyle xmlns:a="http://schemas.openxmlformats.org/drawingml/2006/main"/>
            <a:p xmlns:a="http://schemas.openxmlformats.org/drawingml/2006/main">
              <a:pPr>
                <a:defRPr sz="1125">
                  <a:solidFill>
                    <a:srgbClr val="142B3B"/>
                  </a:solidFil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B6D76"/>
                </a:solidFill>
              </a:defRPr>
            </a:pPr>
          </a:p>
        </c:txPr>
        <c:crossAx val="48650112"/>
        <c:crossBetween val="between"/>
        <c:majorUnit val="0.2"/>
      </c:valAx>
      <c:spPr>
        <a:noFill xmlns:a="http://schemas.openxmlformats.org/drawingml/2006/main"/>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42B3B"/>
              </a:solidFill>
            </a:defRPr>
          </a:pPr>
        </a:p>
      </c:txPr>
    </c:legend>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B3B"/>
        </a:solidFill>
      </p:bgPr>
    </p:bg>
    <p:spTree>
      <p:nvGrpSpPr>
        <p:cNvPr id="1" name=""/>
        <p:cNvGrpSpPr/>
        <p:nvPr/>
      </p:nvGrpSpPr>
      <p:grpSpPr>
        <a:xfrm xmlns:a="http://schemas.openxmlformats.org/drawingml/2006/main"/>
      </p:grpSpPr>
      <p:sp>
        <p:nvSpPr>
          <p:cNvPr id="107" name="">
            <a:extLst xmlns:a="http://schemas.openxmlformats.org/drawingml/2006/main">
              <a:ext uri="{FF2B5EF4-FFF2-40B4-BE49-F238E27FC236}">
                <a16:creationId xmlns:a16="http://schemas.microsoft.com/office/drawing/2014/main" id="{09262FCF-5626-4AF2-9954-FB2D8EBFC77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7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6253DA4-033E-4900-99FA-B1322AB2F103}"/>
              </a:ext>
            </a:extLst>
          </p:cNvPr>
          <p:cNvSpPr>
            <a:spLocks xmlns:a="http://schemas.openxmlformats.org/drawingml/2006/main" noGrp="1"/>
          </p:cNvSpPr>
          <p:nvPr/>
        </p:nvSpPr>
        <p:spPr>
          <a:xfrm xmlns:a="http://schemas.openxmlformats.org/drawingml/2006/main">
            <a:off x="7639050" y="0"/>
            <a:ext cx="4552950" cy="6858000"/>
          </a:xfrm>
          <a:prstGeom xmlns:a="http://schemas.openxmlformats.org/drawingml/2006/main" prst="rect">
            <a:avLst/>
          </a:prstGeom>
          <a:solidFill xmlns:a="http://schemas.openxmlformats.org/drawingml/2006/main">
            <a:srgbClr val="163A5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6FA6C87-EB24-471C-BFBC-07103FED3AE4}"/>
              </a:ext>
            </a:extLst>
          </p:cNvPr>
          <p:cNvSpPr>
            <a:spLocks xmlns:a="http://schemas.openxmlformats.org/drawingml/2006/main" noGrp="1"/>
          </p:cNvSpPr>
          <p:nvPr/>
        </p:nvSpPr>
        <p:spPr>
          <a:xfrm xmlns:a="http://schemas.openxmlformats.org/drawingml/2006/main">
            <a:off x="742950" y="619125"/>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8FD0C3"/>
                </a:solidFill>
                <a:latin typeface="Yu Gothic"/>
                <a:ea typeface="Yu Gothic"/>
                <a:cs typeface="Yu Gothic"/>
              </a:defRPr>
            </a:defPPr>
            <a:lvl1pPr algn="l">
              <a:defRPr sz="1275" b="1">
                <a:solidFill>
                  <a:srgbClr val="8FD0C3"/>
                </a:solidFill>
                <a:latin typeface="Yu Gothic"/>
                <a:ea typeface="Yu Gothic"/>
                <a:cs typeface="Yu Gothic"/>
              </a:defRPr>
            </a:lvl1pPr>
            <a:lvl2pPr algn="l">
              <a:defRPr sz="1275" b="1">
                <a:solidFill>
                  <a:srgbClr val="8FD0C3"/>
                </a:solidFill>
                <a:latin typeface="Yu Gothic"/>
                <a:ea typeface="Yu Gothic"/>
                <a:cs typeface="Yu Gothic"/>
              </a:defRPr>
            </a:lvl2pPr>
            <a:lvl3pPr algn="l">
              <a:defRPr sz="1275" b="1">
                <a:solidFill>
                  <a:srgbClr val="8FD0C3"/>
                </a:solidFill>
                <a:latin typeface="Yu Gothic"/>
                <a:ea typeface="Yu Gothic"/>
                <a:cs typeface="Yu Gothic"/>
              </a:defRPr>
            </a:lvl3pPr>
            <a:lvl4pPr algn="l">
              <a:defRPr sz="1275" b="1">
                <a:solidFill>
                  <a:srgbClr val="8FD0C3"/>
                </a:solidFill>
                <a:latin typeface="Yu Gothic"/>
                <a:ea typeface="Yu Gothic"/>
                <a:cs typeface="Yu Gothic"/>
              </a:defRPr>
            </a:lvl4pPr>
            <a:lvl5pPr algn="l">
              <a:defRPr sz="1275" b="1">
                <a:solidFill>
                  <a:srgbClr val="8FD0C3"/>
                </a:solidFill>
                <a:latin typeface="Yu Gothic"/>
                <a:ea typeface="Yu Gothic"/>
                <a:cs typeface="Yu Gothic"/>
              </a:defRPr>
            </a:lvl5pPr>
            <a:lvl6pPr algn="l">
              <a:defRPr sz="1275" b="1">
                <a:solidFill>
                  <a:srgbClr val="8FD0C3"/>
                </a:solidFill>
                <a:latin typeface="Yu Gothic"/>
                <a:ea typeface="Yu Gothic"/>
                <a:cs typeface="Yu Gothic"/>
              </a:defRPr>
            </a:lvl6pPr>
            <a:lvl7pPr algn="l">
              <a:defRPr sz="1275" b="1">
                <a:solidFill>
                  <a:srgbClr val="8FD0C3"/>
                </a:solidFill>
                <a:latin typeface="Yu Gothic"/>
                <a:ea typeface="Yu Gothic"/>
                <a:cs typeface="Yu Gothic"/>
              </a:defRPr>
            </a:lvl7pPr>
            <a:lvl8pPr algn="l">
              <a:defRPr sz="1275" b="1">
                <a:solidFill>
                  <a:srgbClr val="8FD0C3"/>
                </a:solidFill>
                <a:latin typeface="Yu Gothic"/>
                <a:ea typeface="Yu Gothic"/>
                <a:cs typeface="Yu Gothic"/>
              </a:defRPr>
            </a:lvl8pPr>
            <a:lvl9pPr algn="l">
              <a:defRPr sz="1275" b="1">
                <a:solidFill>
                  <a:srgbClr val="8FD0C3"/>
                </a:solidFill>
                <a:latin typeface="Yu Gothic"/>
                <a:ea typeface="Yu Gothic"/>
                <a:cs typeface="Yu Gothic"/>
              </a:defRPr>
            </a:lvl9pPr>
          </a:lstStyle>
          <a:p xmlns:a="http://schemas.openxmlformats.org/drawingml/2006/main">
            <a:pPr algn="l">
              <a:defRPr sz="1275" b="1">
                <a:solidFill>
                  <a:srgbClr val="8FD0C3"/>
                </a:solidFill>
                <a:latin typeface="Yu Gothic"/>
                <a:ea typeface="Yu Gothic"/>
                <a:cs typeface="Yu Gothic"/>
              </a:defRPr>
            </a:pPr>
            <a:r>
              <a:rPr sz="1275" b="1">
                <a:solidFill>
                  <a:srgbClr val="8FD0C3"/>
                </a:solidFill>
                <a:latin typeface="Yu Gothic"/>
                <a:ea typeface="Yu Gothic"/>
                <a:cs typeface="Yu Gothic"/>
              </a:rPr>
              <a:t>卒業研究｜スライド案</a:t>
            </a:r>
          </a:p>
        </p:txBody>
      </p:sp>
      <p:sp>
        <p:nvSpPr>
          <p:cNvPr id="4" name="">
            <a:extLst xmlns:a="http://schemas.openxmlformats.org/drawingml/2006/main">
              <a:ext uri="{FF2B5EF4-FFF2-40B4-BE49-F238E27FC236}">
                <a16:creationId xmlns:a16="http://schemas.microsoft.com/office/drawing/2014/main" id="{2C39D963-5315-4CB7-BDF8-967BBBD77584}"/>
              </a:ext>
            </a:extLst>
          </p:cNvPr>
          <p:cNvSpPr>
            <a:spLocks xmlns:a="http://schemas.openxmlformats.org/drawingml/2006/main" noGrp="1"/>
          </p:cNvSpPr>
          <p:nvPr/>
        </p:nvSpPr>
        <p:spPr>
          <a:xfrm xmlns:a="http://schemas.openxmlformats.org/drawingml/2006/main">
            <a:off x="742950" y="1476375"/>
            <a:ext cx="7048500"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825" b="1">
                <a:solidFill>
                  <a:srgbClr val="FFFFFF"/>
                </a:solidFill>
                <a:latin typeface="Yu Gothic"/>
                <a:ea typeface="Yu Gothic"/>
                <a:cs typeface="Yu Gothic"/>
              </a:defRPr>
            </a:defPPr>
            <a:lvl1pPr algn="l">
              <a:defRPr sz="3825" b="1">
                <a:solidFill>
                  <a:srgbClr val="FFFFFF"/>
                </a:solidFill>
                <a:latin typeface="Yu Gothic"/>
                <a:ea typeface="Yu Gothic"/>
                <a:cs typeface="Yu Gothic"/>
              </a:defRPr>
            </a:lvl1pPr>
            <a:lvl2pPr algn="l">
              <a:defRPr sz="3825" b="1">
                <a:solidFill>
                  <a:srgbClr val="FFFFFF"/>
                </a:solidFill>
                <a:latin typeface="Yu Gothic"/>
                <a:ea typeface="Yu Gothic"/>
                <a:cs typeface="Yu Gothic"/>
              </a:defRPr>
            </a:lvl2pPr>
            <a:lvl3pPr algn="l">
              <a:defRPr sz="3825" b="1">
                <a:solidFill>
                  <a:srgbClr val="FFFFFF"/>
                </a:solidFill>
                <a:latin typeface="Yu Gothic"/>
                <a:ea typeface="Yu Gothic"/>
                <a:cs typeface="Yu Gothic"/>
              </a:defRPr>
            </a:lvl3pPr>
            <a:lvl4pPr algn="l">
              <a:defRPr sz="3825" b="1">
                <a:solidFill>
                  <a:srgbClr val="FFFFFF"/>
                </a:solidFill>
                <a:latin typeface="Yu Gothic"/>
                <a:ea typeface="Yu Gothic"/>
                <a:cs typeface="Yu Gothic"/>
              </a:defRPr>
            </a:lvl4pPr>
            <a:lvl5pPr algn="l">
              <a:defRPr sz="3825" b="1">
                <a:solidFill>
                  <a:srgbClr val="FFFFFF"/>
                </a:solidFill>
                <a:latin typeface="Yu Gothic"/>
                <a:ea typeface="Yu Gothic"/>
                <a:cs typeface="Yu Gothic"/>
              </a:defRPr>
            </a:lvl5pPr>
            <a:lvl6pPr algn="l">
              <a:defRPr sz="3825" b="1">
                <a:solidFill>
                  <a:srgbClr val="FFFFFF"/>
                </a:solidFill>
                <a:latin typeface="Yu Gothic"/>
                <a:ea typeface="Yu Gothic"/>
                <a:cs typeface="Yu Gothic"/>
              </a:defRPr>
            </a:lvl6pPr>
            <a:lvl7pPr algn="l">
              <a:defRPr sz="3825" b="1">
                <a:solidFill>
                  <a:srgbClr val="FFFFFF"/>
                </a:solidFill>
                <a:latin typeface="Yu Gothic"/>
                <a:ea typeface="Yu Gothic"/>
                <a:cs typeface="Yu Gothic"/>
              </a:defRPr>
            </a:lvl7pPr>
            <a:lvl8pPr algn="l">
              <a:defRPr sz="3825" b="1">
                <a:solidFill>
                  <a:srgbClr val="FFFFFF"/>
                </a:solidFill>
                <a:latin typeface="Yu Gothic"/>
                <a:ea typeface="Yu Gothic"/>
                <a:cs typeface="Yu Gothic"/>
              </a:defRPr>
            </a:lvl8pPr>
            <a:lvl9pPr algn="l">
              <a:defRPr sz="3825" b="1">
                <a:solidFill>
                  <a:srgbClr val="FFFFFF"/>
                </a:solidFill>
                <a:latin typeface="Yu Gothic"/>
                <a:ea typeface="Yu Gothic"/>
                <a:cs typeface="Yu Gothic"/>
              </a:defRPr>
            </a:lvl9pPr>
          </a:lstStyle>
          <a:p xmlns:a="http://schemas.openxmlformats.org/drawingml/2006/main">
            <a:pPr algn="l">
              <a:defRPr sz="3825" b="1">
                <a:solidFill>
                  <a:srgbClr val="FFFFFF"/>
                </a:solidFill>
                <a:latin typeface="Yu Gothic"/>
                <a:ea typeface="Yu Gothic"/>
                <a:cs typeface="Yu Gothic"/>
              </a:defRPr>
            </a:pPr>
            <a:r>
              <a:rPr sz="3825" b="1">
                <a:solidFill>
                  <a:srgbClr val="FFFFFF"/>
                </a:solidFill>
                <a:latin typeface="Yu Gothic"/>
                <a:ea typeface="Yu Gothic"/>
                <a:cs typeface="Yu Gothic"/>
              </a:rPr>
              <a:t>成功例が少ないとき、</a:t>
            </a:r>
          </a:p>
          <a:p xmlns:a="http://schemas.openxmlformats.org/drawingml/2006/main">
            <a:pPr algn="l">
              <a:defRPr sz="3825" b="1">
                <a:solidFill>
                  <a:srgbClr val="FFFFFF"/>
                </a:solidFill>
                <a:latin typeface="Yu Gothic"/>
                <a:ea typeface="Yu Gothic"/>
                <a:cs typeface="Yu Gothic"/>
              </a:defRPr>
            </a:pPr>
            <a:r>
              <a:rPr sz="3825" b="1">
                <a:solidFill>
                  <a:srgbClr val="FFFFFF"/>
                </a:solidFill>
                <a:latin typeface="Yu Gothic"/>
                <a:ea typeface="Yu Gothic"/>
                <a:cs typeface="Yu Gothic"/>
              </a:rPr>
              <a:t>予測は何を見落とすか</a:t>
            </a:r>
          </a:p>
        </p:txBody>
      </p:sp>
      <p:sp>
        <p:nvSpPr>
          <p:cNvPr id="5" name="">
            <a:extLst xmlns:a="http://schemas.openxmlformats.org/drawingml/2006/main">
              <a:ext uri="{FF2B5EF4-FFF2-40B4-BE49-F238E27FC236}">
                <a16:creationId xmlns:a16="http://schemas.microsoft.com/office/drawing/2014/main" id="{30826D7E-EF1B-4DB9-9FA9-C7D6C1F6572F}"/>
              </a:ext>
            </a:extLst>
          </p:cNvPr>
          <p:cNvSpPr>
            <a:spLocks xmlns:a="http://schemas.openxmlformats.org/drawingml/2006/main" noGrp="1"/>
          </p:cNvSpPr>
          <p:nvPr/>
        </p:nvSpPr>
        <p:spPr>
          <a:xfrm xmlns:a="http://schemas.openxmlformats.org/drawingml/2006/main">
            <a:off x="781050" y="3476625"/>
            <a:ext cx="6381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75" b="0">
                <a:solidFill>
                  <a:srgbClr val="D7E2E4"/>
                </a:solidFill>
                <a:latin typeface="Yu Gothic"/>
                <a:ea typeface="Yu Gothic"/>
                <a:cs typeface="Yu Gothic"/>
              </a:defRPr>
            </a:defPPr>
            <a:lvl1pPr algn="l">
              <a:defRPr sz="1875" b="0">
                <a:solidFill>
                  <a:srgbClr val="D7E2E4"/>
                </a:solidFill>
                <a:latin typeface="Yu Gothic"/>
                <a:ea typeface="Yu Gothic"/>
                <a:cs typeface="Yu Gothic"/>
              </a:defRPr>
            </a:lvl1pPr>
            <a:lvl2pPr algn="l">
              <a:defRPr sz="1875" b="0">
                <a:solidFill>
                  <a:srgbClr val="D7E2E4"/>
                </a:solidFill>
                <a:latin typeface="Yu Gothic"/>
                <a:ea typeface="Yu Gothic"/>
                <a:cs typeface="Yu Gothic"/>
              </a:defRPr>
            </a:lvl2pPr>
            <a:lvl3pPr algn="l">
              <a:defRPr sz="1875" b="0">
                <a:solidFill>
                  <a:srgbClr val="D7E2E4"/>
                </a:solidFill>
                <a:latin typeface="Yu Gothic"/>
                <a:ea typeface="Yu Gothic"/>
                <a:cs typeface="Yu Gothic"/>
              </a:defRPr>
            </a:lvl3pPr>
            <a:lvl4pPr algn="l">
              <a:defRPr sz="1875" b="0">
                <a:solidFill>
                  <a:srgbClr val="D7E2E4"/>
                </a:solidFill>
                <a:latin typeface="Yu Gothic"/>
                <a:ea typeface="Yu Gothic"/>
                <a:cs typeface="Yu Gothic"/>
              </a:defRPr>
            </a:lvl4pPr>
            <a:lvl5pPr algn="l">
              <a:defRPr sz="1875" b="0">
                <a:solidFill>
                  <a:srgbClr val="D7E2E4"/>
                </a:solidFill>
                <a:latin typeface="Yu Gothic"/>
                <a:ea typeface="Yu Gothic"/>
                <a:cs typeface="Yu Gothic"/>
              </a:defRPr>
            </a:lvl5pPr>
            <a:lvl6pPr algn="l">
              <a:defRPr sz="1875" b="0">
                <a:solidFill>
                  <a:srgbClr val="D7E2E4"/>
                </a:solidFill>
                <a:latin typeface="Yu Gothic"/>
                <a:ea typeface="Yu Gothic"/>
                <a:cs typeface="Yu Gothic"/>
              </a:defRPr>
            </a:lvl6pPr>
            <a:lvl7pPr algn="l">
              <a:defRPr sz="1875" b="0">
                <a:solidFill>
                  <a:srgbClr val="D7E2E4"/>
                </a:solidFill>
                <a:latin typeface="Yu Gothic"/>
                <a:ea typeface="Yu Gothic"/>
                <a:cs typeface="Yu Gothic"/>
              </a:defRPr>
            </a:lvl7pPr>
            <a:lvl8pPr algn="l">
              <a:defRPr sz="1875" b="0">
                <a:solidFill>
                  <a:srgbClr val="D7E2E4"/>
                </a:solidFill>
                <a:latin typeface="Yu Gothic"/>
                <a:ea typeface="Yu Gothic"/>
                <a:cs typeface="Yu Gothic"/>
              </a:defRPr>
            </a:lvl8pPr>
            <a:lvl9pPr algn="l">
              <a:defRPr sz="1875" b="0">
                <a:solidFill>
                  <a:srgbClr val="D7E2E4"/>
                </a:solidFill>
                <a:latin typeface="Yu Gothic"/>
                <a:ea typeface="Yu Gothic"/>
                <a:cs typeface="Yu Gothic"/>
              </a:defRPr>
            </a:lvl9pPr>
          </a:lstStyle>
          <a:p xmlns:a="http://schemas.openxmlformats.org/drawingml/2006/main">
            <a:pPr algn="l">
              <a:defRPr sz="1875" b="0">
                <a:solidFill>
                  <a:srgbClr val="D7E2E4"/>
                </a:solidFill>
                <a:latin typeface="Yu Gothic"/>
                <a:ea typeface="Yu Gothic"/>
                <a:cs typeface="Yu Gothic"/>
              </a:defRPr>
            </a:pPr>
            <a:r>
              <a:rPr sz="1875" b="0">
                <a:solidFill>
                  <a:srgbClr val="D7E2E4"/>
                </a:solidFill>
                <a:latin typeface="Yu Gothic"/>
                <a:ea typeface="Yu Gothic"/>
                <a:cs typeface="Yu Gothic"/>
              </a:rPr>
              <a:t>銀行の電話勧誘記録を用いた</a:t>
            </a:r>
          </a:p>
          <a:p xmlns:a="http://schemas.openxmlformats.org/drawingml/2006/main">
            <a:pPr algn="l">
              <a:defRPr sz="1875" b="0">
                <a:solidFill>
                  <a:srgbClr val="D7E2E4"/>
                </a:solidFill>
                <a:latin typeface="Yu Gothic"/>
                <a:ea typeface="Yu Gothic"/>
                <a:cs typeface="Yu Gothic"/>
              </a:defRPr>
            </a:pPr>
            <a:r>
              <a:rPr sz="1875" b="0">
                <a:solidFill>
                  <a:srgbClr val="D7E2E4"/>
                </a:solidFill>
                <a:latin typeface="Yu Gothic"/>
                <a:ea typeface="Yu Gothic"/>
                <a:cs typeface="Yu Gothic"/>
              </a:rPr>
              <a:t>学習データ量と「yes」比率の比較</a:t>
            </a:r>
          </a:p>
        </p:txBody>
      </p:sp>
      <p:sp>
        <p:nvSpPr>
          <p:cNvPr id="6" name="">
            <a:extLst xmlns:a="http://schemas.openxmlformats.org/drawingml/2006/main">
              <a:ext uri="{FF2B5EF4-FFF2-40B4-BE49-F238E27FC236}">
                <a16:creationId xmlns:a16="http://schemas.microsoft.com/office/drawing/2014/main" id="{EA0A775E-E0EA-4D0A-B6D4-DE45850009B5}"/>
              </a:ext>
            </a:extLst>
          </p:cNvPr>
          <p:cNvSpPr>
            <a:spLocks xmlns:a="http://schemas.openxmlformats.org/drawingml/2006/main" noGrp="1"/>
          </p:cNvSpPr>
          <p:nvPr/>
        </p:nvSpPr>
        <p:spPr>
          <a:xfrm xmlns:a="http://schemas.openxmlformats.org/drawingml/2006/main">
            <a:off x="781050" y="4695825"/>
            <a:ext cx="6048375" cy="0"/>
          </a:xfrm>
          <a:prstGeom xmlns:a="http://schemas.openxmlformats.org/drawingml/2006/main" prst="line">
            <a:avLst/>
          </a:prstGeom>
          <a:noFill xmlns:a="http://schemas.openxmlformats.org/drawingml/2006/main"/>
          <a:ln xmlns:a="http://schemas.openxmlformats.org/drawingml/2006/main" w="9525">
            <a:solidFill>
              <a:srgbClr val="496475"/>
            </a:solidFill>
            <a:prstDash val="solid"/>
          </a:ln>
        </p:spPr>
      </p:sp>
      <p:sp>
        <p:nvSpPr>
          <p:cNvPr id="7" name="">
            <a:extLst xmlns:a="http://schemas.openxmlformats.org/drawingml/2006/main">
              <a:ext uri="{FF2B5EF4-FFF2-40B4-BE49-F238E27FC236}">
                <a16:creationId xmlns:a16="http://schemas.microsoft.com/office/drawing/2014/main" id="{EF514E7C-A61A-465C-A768-BE9B0623C30A}"/>
              </a:ext>
            </a:extLst>
          </p:cNvPr>
          <p:cNvSpPr>
            <a:spLocks xmlns:a="http://schemas.openxmlformats.org/drawingml/2006/main" noGrp="1"/>
          </p:cNvSpPr>
          <p:nvPr/>
        </p:nvSpPr>
        <p:spPr>
          <a:xfrm xmlns:a="http://schemas.openxmlformats.org/drawingml/2006/main">
            <a:off x="781050" y="4953000"/>
            <a:ext cx="666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0">
                <a:solidFill>
                  <a:srgbClr val="AFC0C7"/>
                </a:solidFill>
                <a:latin typeface="Yu Gothic"/>
                <a:ea typeface="Yu Gothic"/>
                <a:cs typeface="Yu Gothic"/>
              </a:defRPr>
            </a:defPPr>
            <a:lvl1pPr algn="l">
              <a:defRPr sz="1350" b="0">
                <a:solidFill>
                  <a:srgbClr val="AFC0C7"/>
                </a:solidFill>
                <a:latin typeface="Yu Gothic"/>
                <a:ea typeface="Yu Gothic"/>
                <a:cs typeface="Yu Gothic"/>
              </a:defRPr>
            </a:lvl1pPr>
            <a:lvl2pPr algn="l">
              <a:defRPr sz="1350" b="0">
                <a:solidFill>
                  <a:srgbClr val="AFC0C7"/>
                </a:solidFill>
                <a:latin typeface="Yu Gothic"/>
                <a:ea typeface="Yu Gothic"/>
                <a:cs typeface="Yu Gothic"/>
              </a:defRPr>
            </a:lvl2pPr>
            <a:lvl3pPr algn="l">
              <a:defRPr sz="1350" b="0">
                <a:solidFill>
                  <a:srgbClr val="AFC0C7"/>
                </a:solidFill>
                <a:latin typeface="Yu Gothic"/>
                <a:ea typeface="Yu Gothic"/>
                <a:cs typeface="Yu Gothic"/>
              </a:defRPr>
            </a:lvl3pPr>
            <a:lvl4pPr algn="l">
              <a:defRPr sz="1350" b="0">
                <a:solidFill>
                  <a:srgbClr val="AFC0C7"/>
                </a:solidFill>
                <a:latin typeface="Yu Gothic"/>
                <a:ea typeface="Yu Gothic"/>
                <a:cs typeface="Yu Gothic"/>
              </a:defRPr>
            </a:lvl4pPr>
            <a:lvl5pPr algn="l">
              <a:defRPr sz="1350" b="0">
                <a:solidFill>
                  <a:srgbClr val="AFC0C7"/>
                </a:solidFill>
                <a:latin typeface="Yu Gothic"/>
                <a:ea typeface="Yu Gothic"/>
                <a:cs typeface="Yu Gothic"/>
              </a:defRPr>
            </a:lvl5pPr>
            <a:lvl6pPr algn="l">
              <a:defRPr sz="1350" b="0">
                <a:solidFill>
                  <a:srgbClr val="AFC0C7"/>
                </a:solidFill>
                <a:latin typeface="Yu Gothic"/>
                <a:ea typeface="Yu Gothic"/>
                <a:cs typeface="Yu Gothic"/>
              </a:defRPr>
            </a:lvl6pPr>
            <a:lvl7pPr algn="l">
              <a:defRPr sz="1350" b="0">
                <a:solidFill>
                  <a:srgbClr val="AFC0C7"/>
                </a:solidFill>
                <a:latin typeface="Yu Gothic"/>
                <a:ea typeface="Yu Gothic"/>
                <a:cs typeface="Yu Gothic"/>
              </a:defRPr>
            </a:lvl7pPr>
            <a:lvl8pPr algn="l">
              <a:defRPr sz="1350" b="0">
                <a:solidFill>
                  <a:srgbClr val="AFC0C7"/>
                </a:solidFill>
                <a:latin typeface="Yu Gothic"/>
                <a:ea typeface="Yu Gothic"/>
                <a:cs typeface="Yu Gothic"/>
              </a:defRPr>
            </a:lvl8pPr>
            <a:lvl9pPr algn="l">
              <a:defRPr sz="1350" b="0">
                <a:solidFill>
                  <a:srgbClr val="AFC0C7"/>
                </a:solidFill>
                <a:latin typeface="Yu Gothic"/>
                <a:ea typeface="Yu Gothic"/>
                <a:cs typeface="Yu Gothic"/>
              </a:defRPr>
            </a:lvl9pPr>
          </a:lstStyle>
          <a:p xmlns:a="http://schemas.openxmlformats.org/drawingml/2006/main">
            <a:pPr algn="l">
              <a:defRPr sz="1350" b="0">
                <a:solidFill>
                  <a:srgbClr val="AFC0C7"/>
                </a:solidFill>
                <a:latin typeface="Yu Gothic"/>
                <a:ea typeface="Yu Gothic"/>
                <a:cs typeface="Yu Gothic"/>
              </a:defRPr>
            </a:pPr>
            <a:r>
              <a:rPr sz="1350" b="0">
                <a:solidFill>
                  <a:srgbClr val="AFC0C7"/>
                </a:solidFill>
                <a:latin typeface="Yu Gothic"/>
                <a:ea typeface="Yu Gothic"/>
                <a:cs typeface="Yu Gothic"/>
              </a:rPr>
              <a:t>全45,211件の公開データ｜2モデル｜200回の比較</a:t>
            </a:r>
          </a:p>
        </p:txBody>
      </p:sp>
      <p:sp>
        <p:nvSpPr>
          <p:cNvPr id="8" name="">
            <a:extLst xmlns:a="http://schemas.openxmlformats.org/drawingml/2006/main">
              <a:ext uri="{FF2B5EF4-FFF2-40B4-BE49-F238E27FC236}">
                <a16:creationId xmlns:a16="http://schemas.microsoft.com/office/drawing/2014/main" id="{5D1144A2-B6D5-4749-BE52-E228AB224C1A}"/>
              </a:ext>
            </a:extLst>
          </p:cNvPr>
          <p:cNvSpPr>
            <a:spLocks xmlns:a="http://schemas.openxmlformats.org/drawingml/2006/main" noGrp="1"/>
          </p:cNvSpPr>
          <p:nvPr/>
        </p:nvSpPr>
        <p:spPr>
          <a:xfrm xmlns:a="http://schemas.openxmlformats.org/drawingml/2006/main">
            <a:off x="8191500" y="131445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75" b="1">
                <a:solidFill>
                  <a:srgbClr val="D7E2E4"/>
                </a:solidFill>
                <a:latin typeface="Yu Gothic"/>
                <a:ea typeface="Yu Gothic"/>
                <a:cs typeface="Yu Gothic"/>
              </a:defRPr>
            </a:defPPr>
            <a:lvl1pPr algn="ctr">
              <a:defRPr sz="1275" b="1">
                <a:solidFill>
                  <a:srgbClr val="D7E2E4"/>
                </a:solidFill>
                <a:latin typeface="Yu Gothic"/>
                <a:ea typeface="Yu Gothic"/>
                <a:cs typeface="Yu Gothic"/>
              </a:defRPr>
            </a:lvl1pPr>
            <a:lvl2pPr algn="ctr">
              <a:defRPr sz="1275" b="1">
                <a:solidFill>
                  <a:srgbClr val="D7E2E4"/>
                </a:solidFill>
                <a:latin typeface="Yu Gothic"/>
                <a:ea typeface="Yu Gothic"/>
                <a:cs typeface="Yu Gothic"/>
              </a:defRPr>
            </a:lvl2pPr>
            <a:lvl3pPr algn="ctr">
              <a:defRPr sz="1275" b="1">
                <a:solidFill>
                  <a:srgbClr val="D7E2E4"/>
                </a:solidFill>
                <a:latin typeface="Yu Gothic"/>
                <a:ea typeface="Yu Gothic"/>
                <a:cs typeface="Yu Gothic"/>
              </a:defRPr>
            </a:lvl3pPr>
            <a:lvl4pPr algn="ctr">
              <a:defRPr sz="1275" b="1">
                <a:solidFill>
                  <a:srgbClr val="D7E2E4"/>
                </a:solidFill>
                <a:latin typeface="Yu Gothic"/>
                <a:ea typeface="Yu Gothic"/>
                <a:cs typeface="Yu Gothic"/>
              </a:defRPr>
            </a:lvl4pPr>
            <a:lvl5pPr algn="ctr">
              <a:defRPr sz="1275" b="1">
                <a:solidFill>
                  <a:srgbClr val="D7E2E4"/>
                </a:solidFill>
                <a:latin typeface="Yu Gothic"/>
                <a:ea typeface="Yu Gothic"/>
                <a:cs typeface="Yu Gothic"/>
              </a:defRPr>
            </a:lvl5pPr>
            <a:lvl6pPr algn="ctr">
              <a:defRPr sz="1275" b="1">
                <a:solidFill>
                  <a:srgbClr val="D7E2E4"/>
                </a:solidFill>
                <a:latin typeface="Yu Gothic"/>
                <a:ea typeface="Yu Gothic"/>
                <a:cs typeface="Yu Gothic"/>
              </a:defRPr>
            </a:lvl6pPr>
            <a:lvl7pPr algn="ctr">
              <a:defRPr sz="1275" b="1">
                <a:solidFill>
                  <a:srgbClr val="D7E2E4"/>
                </a:solidFill>
                <a:latin typeface="Yu Gothic"/>
                <a:ea typeface="Yu Gothic"/>
                <a:cs typeface="Yu Gothic"/>
              </a:defRPr>
            </a:lvl7pPr>
            <a:lvl8pPr algn="ctr">
              <a:defRPr sz="1275" b="1">
                <a:solidFill>
                  <a:srgbClr val="D7E2E4"/>
                </a:solidFill>
                <a:latin typeface="Yu Gothic"/>
                <a:ea typeface="Yu Gothic"/>
                <a:cs typeface="Yu Gothic"/>
              </a:defRPr>
            </a:lvl8pPr>
            <a:lvl9pPr algn="ctr">
              <a:defRPr sz="1275" b="1">
                <a:solidFill>
                  <a:srgbClr val="D7E2E4"/>
                </a:solidFill>
                <a:latin typeface="Yu Gothic"/>
                <a:ea typeface="Yu Gothic"/>
                <a:cs typeface="Yu Gothic"/>
              </a:defRPr>
            </a:lvl9pPr>
          </a:lstStyle>
          <a:p xmlns:a="http://schemas.openxmlformats.org/drawingml/2006/main">
            <a:pPr algn="ctr">
              <a:defRPr sz="1275" b="1">
                <a:solidFill>
                  <a:srgbClr val="D7E2E4"/>
                </a:solidFill>
                <a:latin typeface="Yu Gothic"/>
                <a:ea typeface="Yu Gothic"/>
                <a:cs typeface="Yu Gothic"/>
              </a:defRPr>
            </a:pPr>
            <a:r>
              <a:rPr sz="1275" b="1">
                <a:solidFill>
                  <a:srgbClr val="D7E2E4"/>
                </a:solidFill>
                <a:latin typeface="Yu Gothic"/>
                <a:ea typeface="Yu Gothic"/>
                <a:cs typeface="Yu Gothic"/>
              </a:rPr>
              <a:t>「申し込みあり」</a:t>
            </a:r>
          </a:p>
        </p:txBody>
      </p:sp>
      <p:sp>
        <p:nvSpPr>
          <p:cNvPr id="9" name="">
            <a:extLst xmlns:a="http://schemas.openxmlformats.org/drawingml/2006/main">
              <a:ext uri="{FF2B5EF4-FFF2-40B4-BE49-F238E27FC236}">
                <a16:creationId xmlns:a16="http://schemas.microsoft.com/office/drawing/2014/main" id="{6CFC8616-0BD9-4650-8334-D84C6138A737}"/>
              </a:ext>
            </a:extLst>
          </p:cNvPr>
          <p:cNvSpPr>
            <a:spLocks xmlns:a="http://schemas.openxmlformats.org/drawingml/2006/main" noGrp="1"/>
          </p:cNvSpPr>
          <p:nvPr/>
        </p:nvSpPr>
        <p:spPr>
          <a:xfrm xmlns:a="http://schemas.openxmlformats.org/drawingml/2006/main">
            <a:off x="8096250" y="196215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BD46BD7-05E8-42C6-8B62-19EF6D69F896}"/>
              </a:ext>
            </a:extLst>
          </p:cNvPr>
          <p:cNvSpPr>
            <a:spLocks xmlns:a="http://schemas.openxmlformats.org/drawingml/2006/main" noGrp="1"/>
          </p:cNvSpPr>
          <p:nvPr/>
        </p:nvSpPr>
        <p:spPr>
          <a:xfrm xmlns:a="http://schemas.openxmlformats.org/drawingml/2006/main">
            <a:off x="8096250" y="223837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065F708-D097-4398-A0D9-B544345C7BD4}"/>
              </a:ext>
            </a:extLst>
          </p:cNvPr>
          <p:cNvSpPr>
            <a:spLocks xmlns:a="http://schemas.openxmlformats.org/drawingml/2006/main" noGrp="1"/>
          </p:cNvSpPr>
          <p:nvPr/>
        </p:nvSpPr>
        <p:spPr>
          <a:xfrm xmlns:a="http://schemas.openxmlformats.org/drawingml/2006/main">
            <a:off x="8096250" y="251460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10B878D-0980-4A59-AD9B-6704DEE7AD81}"/>
              </a:ext>
            </a:extLst>
          </p:cNvPr>
          <p:cNvSpPr>
            <a:spLocks xmlns:a="http://schemas.openxmlformats.org/drawingml/2006/main" noGrp="1"/>
          </p:cNvSpPr>
          <p:nvPr/>
        </p:nvSpPr>
        <p:spPr>
          <a:xfrm xmlns:a="http://schemas.openxmlformats.org/drawingml/2006/main">
            <a:off x="8096250" y="279082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7B71258-DE5E-41D8-8C7C-9D8E47AB7504}"/>
              </a:ext>
            </a:extLst>
          </p:cNvPr>
          <p:cNvSpPr>
            <a:spLocks xmlns:a="http://schemas.openxmlformats.org/drawingml/2006/main" noGrp="1"/>
          </p:cNvSpPr>
          <p:nvPr/>
        </p:nvSpPr>
        <p:spPr>
          <a:xfrm xmlns:a="http://schemas.openxmlformats.org/drawingml/2006/main">
            <a:off x="8096250" y="306705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0069D29-27DB-493C-B9AE-DEE38F93CB35}"/>
              </a:ext>
            </a:extLst>
          </p:cNvPr>
          <p:cNvSpPr>
            <a:spLocks xmlns:a="http://schemas.openxmlformats.org/drawingml/2006/main" noGrp="1"/>
          </p:cNvSpPr>
          <p:nvPr/>
        </p:nvSpPr>
        <p:spPr>
          <a:xfrm xmlns:a="http://schemas.openxmlformats.org/drawingml/2006/main">
            <a:off x="8096250" y="334327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0CCD0CE-A60A-482A-89A0-55A3C33DA3BD}"/>
              </a:ext>
            </a:extLst>
          </p:cNvPr>
          <p:cNvSpPr>
            <a:spLocks xmlns:a="http://schemas.openxmlformats.org/drawingml/2006/main" noGrp="1"/>
          </p:cNvSpPr>
          <p:nvPr/>
        </p:nvSpPr>
        <p:spPr>
          <a:xfrm xmlns:a="http://schemas.openxmlformats.org/drawingml/2006/main">
            <a:off x="8096250" y="361950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5DEFE2B-3D2B-44D5-9520-63A8A207D865}"/>
              </a:ext>
            </a:extLst>
          </p:cNvPr>
          <p:cNvSpPr>
            <a:spLocks xmlns:a="http://schemas.openxmlformats.org/drawingml/2006/main" noGrp="1"/>
          </p:cNvSpPr>
          <p:nvPr/>
        </p:nvSpPr>
        <p:spPr>
          <a:xfrm xmlns:a="http://schemas.openxmlformats.org/drawingml/2006/main">
            <a:off x="8096250" y="389572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7FB7DFE-4F20-4D99-BC0C-74B98A09B6A6}"/>
              </a:ext>
            </a:extLst>
          </p:cNvPr>
          <p:cNvSpPr>
            <a:spLocks xmlns:a="http://schemas.openxmlformats.org/drawingml/2006/main" noGrp="1"/>
          </p:cNvSpPr>
          <p:nvPr/>
        </p:nvSpPr>
        <p:spPr>
          <a:xfrm xmlns:a="http://schemas.openxmlformats.org/drawingml/2006/main">
            <a:off x="8353425" y="196215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8F72B2D-C7E3-4030-9EC9-9843E8F7C470}"/>
              </a:ext>
            </a:extLst>
          </p:cNvPr>
          <p:cNvSpPr>
            <a:spLocks xmlns:a="http://schemas.openxmlformats.org/drawingml/2006/main" noGrp="1"/>
          </p:cNvSpPr>
          <p:nvPr/>
        </p:nvSpPr>
        <p:spPr>
          <a:xfrm xmlns:a="http://schemas.openxmlformats.org/drawingml/2006/main">
            <a:off x="8353425" y="223837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A9B364B-00DF-4205-A1A6-D669BF8F654A}"/>
              </a:ext>
            </a:extLst>
          </p:cNvPr>
          <p:cNvSpPr>
            <a:spLocks xmlns:a="http://schemas.openxmlformats.org/drawingml/2006/main" noGrp="1"/>
          </p:cNvSpPr>
          <p:nvPr/>
        </p:nvSpPr>
        <p:spPr>
          <a:xfrm xmlns:a="http://schemas.openxmlformats.org/drawingml/2006/main">
            <a:off x="8353425" y="251460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3EF904C-C8D1-4BCF-8449-08EBDFE28340}"/>
              </a:ext>
            </a:extLst>
          </p:cNvPr>
          <p:cNvSpPr>
            <a:spLocks xmlns:a="http://schemas.openxmlformats.org/drawingml/2006/main" noGrp="1"/>
          </p:cNvSpPr>
          <p:nvPr/>
        </p:nvSpPr>
        <p:spPr>
          <a:xfrm xmlns:a="http://schemas.openxmlformats.org/drawingml/2006/main">
            <a:off x="8353425" y="279082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3240AF2-EDD4-41C9-8EFE-ECAF0CAAB04F}"/>
              </a:ext>
            </a:extLst>
          </p:cNvPr>
          <p:cNvSpPr>
            <a:spLocks xmlns:a="http://schemas.openxmlformats.org/drawingml/2006/main" noGrp="1"/>
          </p:cNvSpPr>
          <p:nvPr/>
        </p:nvSpPr>
        <p:spPr>
          <a:xfrm xmlns:a="http://schemas.openxmlformats.org/drawingml/2006/main">
            <a:off x="8353425" y="306705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BE6B3E6-2FFF-434C-BB5F-DB726E46EC96}"/>
              </a:ext>
            </a:extLst>
          </p:cNvPr>
          <p:cNvSpPr>
            <a:spLocks xmlns:a="http://schemas.openxmlformats.org/drawingml/2006/main" noGrp="1"/>
          </p:cNvSpPr>
          <p:nvPr/>
        </p:nvSpPr>
        <p:spPr>
          <a:xfrm xmlns:a="http://schemas.openxmlformats.org/drawingml/2006/main">
            <a:off x="8353425" y="334327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2877FD6-D4D3-4B6C-9B9E-E697AA17F801}"/>
              </a:ext>
            </a:extLst>
          </p:cNvPr>
          <p:cNvSpPr>
            <a:spLocks xmlns:a="http://schemas.openxmlformats.org/drawingml/2006/main" noGrp="1"/>
          </p:cNvSpPr>
          <p:nvPr/>
        </p:nvSpPr>
        <p:spPr>
          <a:xfrm xmlns:a="http://schemas.openxmlformats.org/drawingml/2006/main">
            <a:off x="8353425" y="361950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A8675E1-32E8-4B91-BEE1-39D35F6AB782}"/>
              </a:ext>
            </a:extLst>
          </p:cNvPr>
          <p:cNvSpPr>
            <a:spLocks xmlns:a="http://schemas.openxmlformats.org/drawingml/2006/main" noGrp="1"/>
          </p:cNvSpPr>
          <p:nvPr/>
        </p:nvSpPr>
        <p:spPr>
          <a:xfrm xmlns:a="http://schemas.openxmlformats.org/drawingml/2006/main">
            <a:off x="8353425" y="389572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0069074-53BA-4FAE-8C5D-55C728FE14A9}"/>
              </a:ext>
            </a:extLst>
          </p:cNvPr>
          <p:cNvSpPr>
            <a:spLocks xmlns:a="http://schemas.openxmlformats.org/drawingml/2006/main" noGrp="1"/>
          </p:cNvSpPr>
          <p:nvPr/>
        </p:nvSpPr>
        <p:spPr>
          <a:xfrm xmlns:a="http://schemas.openxmlformats.org/drawingml/2006/main">
            <a:off x="8610600" y="196215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F19BE37-0C4C-4833-9C46-03E4DB837053}"/>
              </a:ext>
            </a:extLst>
          </p:cNvPr>
          <p:cNvSpPr>
            <a:spLocks xmlns:a="http://schemas.openxmlformats.org/drawingml/2006/main" noGrp="1"/>
          </p:cNvSpPr>
          <p:nvPr/>
        </p:nvSpPr>
        <p:spPr>
          <a:xfrm xmlns:a="http://schemas.openxmlformats.org/drawingml/2006/main">
            <a:off x="8610600" y="223837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A5000AD-FD1D-4496-BF88-929CB859F4BE}"/>
              </a:ext>
            </a:extLst>
          </p:cNvPr>
          <p:cNvSpPr>
            <a:spLocks xmlns:a="http://schemas.openxmlformats.org/drawingml/2006/main" noGrp="1"/>
          </p:cNvSpPr>
          <p:nvPr/>
        </p:nvSpPr>
        <p:spPr>
          <a:xfrm xmlns:a="http://schemas.openxmlformats.org/drawingml/2006/main">
            <a:off x="8610600" y="251460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E7B81E0-2AF2-4154-BD41-5DE498E3DB92}"/>
              </a:ext>
            </a:extLst>
          </p:cNvPr>
          <p:cNvSpPr>
            <a:spLocks xmlns:a="http://schemas.openxmlformats.org/drawingml/2006/main" noGrp="1"/>
          </p:cNvSpPr>
          <p:nvPr/>
        </p:nvSpPr>
        <p:spPr>
          <a:xfrm xmlns:a="http://schemas.openxmlformats.org/drawingml/2006/main">
            <a:off x="8610600" y="279082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E7902909-7C43-4503-A668-E530105156D9}"/>
              </a:ext>
            </a:extLst>
          </p:cNvPr>
          <p:cNvSpPr>
            <a:spLocks xmlns:a="http://schemas.openxmlformats.org/drawingml/2006/main" noGrp="1"/>
          </p:cNvSpPr>
          <p:nvPr/>
        </p:nvSpPr>
        <p:spPr>
          <a:xfrm xmlns:a="http://schemas.openxmlformats.org/drawingml/2006/main">
            <a:off x="8610600" y="306705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FB447C2-4451-43A4-9705-D751BE231C9C}"/>
              </a:ext>
            </a:extLst>
          </p:cNvPr>
          <p:cNvSpPr>
            <a:spLocks xmlns:a="http://schemas.openxmlformats.org/drawingml/2006/main" noGrp="1"/>
          </p:cNvSpPr>
          <p:nvPr/>
        </p:nvSpPr>
        <p:spPr>
          <a:xfrm xmlns:a="http://schemas.openxmlformats.org/drawingml/2006/main">
            <a:off x="8610600" y="334327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341DDB71-273A-459F-9F23-FBD46E607C7D}"/>
              </a:ext>
            </a:extLst>
          </p:cNvPr>
          <p:cNvSpPr>
            <a:spLocks xmlns:a="http://schemas.openxmlformats.org/drawingml/2006/main" noGrp="1"/>
          </p:cNvSpPr>
          <p:nvPr/>
        </p:nvSpPr>
        <p:spPr>
          <a:xfrm xmlns:a="http://schemas.openxmlformats.org/drawingml/2006/main">
            <a:off x="8610600" y="361950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92CDAD4-21AC-4CC8-865C-0F9999164148}"/>
              </a:ext>
            </a:extLst>
          </p:cNvPr>
          <p:cNvSpPr>
            <a:spLocks xmlns:a="http://schemas.openxmlformats.org/drawingml/2006/main" noGrp="1"/>
          </p:cNvSpPr>
          <p:nvPr/>
        </p:nvSpPr>
        <p:spPr>
          <a:xfrm xmlns:a="http://schemas.openxmlformats.org/drawingml/2006/main">
            <a:off x="8610600" y="389572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C7E97357-C230-46B4-9095-3027D25ECAE8}"/>
              </a:ext>
            </a:extLst>
          </p:cNvPr>
          <p:cNvSpPr>
            <a:spLocks xmlns:a="http://schemas.openxmlformats.org/drawingml/2006/main" noGrp="1"/>
          </p:cNvSpPr>
          <p:nvPr/>
        </p:nvSpPr>
        <p:spPr>
          <a:xfrm xmlns:a="http://schemas.openxmlformats.org/drawingml/2006/main">
            <a:off x="8867775" y="196215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8BA5DE4E-E6AF-45CC-A3DC-E3ACBA9962D2}"/>
              </a:ext>
            </a:extLst>
          </p:cNvPr>
          <p:cNvSpPr>
            <a:spLocks xmlns:a="http://schemas.openxmlformats.org/drawingml/2006/main" noGrp="1"/>
          </p:cNvSpPr>
          <p:nvPr/>
        </p:nvSpPr>
        <p:spPr>
          <a:xfrm xmlns:a="http://schemas.openxmlformats.org/drawingml/2006/main">
            <a:off x="8867775" y="223837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E1201C18-CAF2-442D-970E-9C6278C39DDE}"/>
              </a:ext>
            </a:extLst>
          </p:cNvPr>
          <p:cNvSpPr>
            <a:spLocks xmlns:a="http://schemas.openxmlformats.org/drawingml/2006/main" noGrp="1"/>
          </p:cNvSpPr>
          <p:nvPr/>
        </p:nvSpPr>
        <p:spPr>
          <a:xfrm xmlns:a="http://schemas.openxmlformats.org/drawingml/2006/main">
            <a:off x="8867775" y="251460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B72472C7-47D4-4F83-AA15-88BA89252A84}"/>
              </a:ext>
            </a:extLst>
          </p:cNvPr>
          <p:cNvSpPr>
            <a:spLocks xmlns:a="http://schemas.openxmlformats.org/drawingml/2006/main" noGrp="1"/>
          </p:cNvSpPr>
          <p:nvPr/>
        </p:nvSpPr>
        <p:spPr>
          <a:xfrm xmlns:a="http://schemas.openxmlformats.org/drawingml/2006/main">
            <a:off x="8867775" y="279082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FCC60C3F-89AC-4AFF-8FBF-29925A910976}"/>
              </a:ext>
            </a:extLst>
          </p:cNvPr>
          <p:cNvSpPr>
            <a:spLocks xmlns:a="http://schemas.openxmlformats.org/drawingml/2006/main" noGrp="1"/>
          </p:cNvSpPr>
          <p:nvPr/>
        </p:nvSpPr>
        <p:spPr>
          <a:xfrm xmlns:a="http://schemas.openxmlformats.org/drawingml/2006/main">
            <a:off x="8867775" y="306705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8823DD53-E3A1-4D09-B3DD-F40825654A9F}"/>
              </a:ext>
            </a:extLst>
          </p:cNvPr>
          <p:cNvSpPr>
            <a:spLocks xmlns:a="http://schemas.openxmlformats.org/drawingml/2006/main" noGrp="1"/>
          </p:cNvSpPr>
          <p:nvPr/>
        </p:nvSpPr>
        <p:spPr>
          <a:xfrm xmlns:a="http://schemas.openxmlformats.org/drawingml/2006/main">
            <a:off x="8867775" y="334327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B15DD982-0B22-4666-8B77-D68EFE22368F}"/>
              </a:ext>
            </a:extLst>
          </p:cNvPr>
          <p:cNvSpPr>
            <a:spLocks xmlns:a="http://schemas.openxmlformats.org/drawingml/2006/main" noGrp="1"/>
          </p:cNvSpPr>
          <p:nvPr/>
        </p:nvSpPr>
        <p:spPr>
          <a:xfrm xmlns:a="http://schemas.openxmlformats.org/drawingml/2006/main">
            <a:off x="8867775" y="361950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32D9DC2C-04AC-469B-829A-85E236BA39C9}"/>
              </a:ext>
            </a:extLst>
          </p:cNvPr>
          <p:cNvSpPr>
            <a:spLocks xmlns:a="http://schemas.openxmlformats.org/drawingml/2006/main" noGrp="1"/>
          </p:cNvSpPr>
          <p:nvPr/>
        </p:nvSpPr>
        <p:spPr>
          <a:xfrm xmlns:a="http://schemas.openxmlformats.org/drawingml/2006/main">
            <a:off x="8867775" y="389572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1BA2AAA5-442A-4ED8-A4D7-BECEEFC53A6A}"/>
              </a:ext>
            </a:extLst>
          </p:cNvPr>
          <p:cNvSpPr>
            <a:spLocks xmlns:a="http://schemas.openxmlformats.org/drawingml/2006/main" noGrp="1"/>
          </p:cNvSpPr>
          <p:nvPr/>
        </p:nvSpPr>
        <p:spPr>
          <a:xfrm xmlns:a="http://schemas.openxmlformats.org/drawingml/2006/main">
            <a:off x="9124950" y="196215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00051915-637E-4B7B-BE70-E8C491645E5A}"/>
              </a:ext>
            </a:extLst>
          </p:cNvPr>
          <p:cNvSpPr>
            <a:spLocks xmlns:a="http://schemas.openxmlformats.org/drawingml/2006/main" noGrp="1"/>
          </p:cNvSpPr>
          <p:nvPr/>
        </p:nvSpPr>
        <p:spPr>
          <a:xfrm xmlns:a="http://schemas.openxmlformats.org/drawingml/2006/main">
            <a:off x="9124950" y="223837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F462C7F3-DCEA-4799-A83D-6E84BC3C8A51}"/>
              </a:ext>
            </a:extLst>
          </p:cNvPr>
          <p:cNvSpPr>
            <a:spLocks xmlns:a="http://schemas.openxmlformats.org/drawingml/2006/main" noGrp="1"/>
          </p:cNvSpPr>
          <p:nvPr/>
        </p:nvSpPr>
        <p:spPr>
          <a:xfrm xmlns:a="http://schemas.openxmlformats.org/drawingml/2006/main">
            <a:off x="9124950" y="251460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E92CE6D0-2BE2-42EA-A542-F50024CEA9C7}"/>
              </a:ext>
            </a:extLst>
          </p:cNvPr>
          <p:cNvSpPr>
            <a:spLocks xmlns:a="http://schemas.openxmlformats.org/drawingml/2006/main" noGrp="1"/>
          </p:cNvSpPr>
          <p:nvPr/>
        </p:nvSpPr>
        <p:spPr>
          <a:xfrm xmlns:a="http://schemas.openxmlformats.org/drawingml/2006/main">
            <a:off x="9124950" y="279082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8210241D-3BA7-4337-8C19-30C314C82778}"/>
              </a:ext>
            </a:extLst>
          </p:cNvPr>
          <p:cNvSpPr>
            <a:spLocks xmlns:a="http://schemas.openxmlformats.org/drawingml/2006/main" noGrp="1"/>
          </p:cNvSpPr>
          <p:nvPr/>
        </p:nvSpPr>
        <p:spPr>
          <a:xfrm xmlns:a="http://schemas.openxmlformats.org/drawingml/2006/main">
            <a:off x="9124950" y="306705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C2204F2C-0DD7-4E23-AFEC-3C4EFA6765E8}"/>
              </a:ext>
            </a:extLst>
          </p:cNvPr>
          <p:cNvSpPr>
            <a:spLocks xmlns:a="http://schemas.openxmlformats.org/drawingml/2006/main" noGrp="1"/>
          </p:cNvSpPr>
          <p:nvPr/>
        </p:nvSpPr>
        <p:spPr>
          <a:xfrm xmlns:a="http://schemas.openxmlformats.org/drawingml/2006/main">
            <a:off x="9124950" y="334327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F615EB85-BAF0-416D-9C56-2BC4869AFC78}"/>
              </a:ext>
            </a:extLst>
          </p:cNvPr>
          <p:cNvSpPr>
            <a:spLocks xmlns:a="http://schemas.openxmlformats.org/drawingml/2006/main" noGrp="1"/>
          </p:cNvSpPr>
          <p:nvPr/>
        </p:nvSpPr>
        <p:spPr>
          <a:xfrm xmlns:a="http://schemas.openxmlformats.org/drawingml/2006/main">
            <a:off x="9124950" y="3619500"/>
            <a:ext cx="114300" cy="114300"/>
          </a:xfrm>
          <a:prstGeom xmlns:a="http://schemas.openxmlformats.org/drawingml/2006/main" prst="ellipse">
            <a:avLst/>
          </a:prstGeom>
          <a:solidFill xmlns:a="http://schemas.openxmlformats.org/drawingml/2006/main">
            <a:srgbClr val="D66B57"/>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0F0763F7-D031-48E0-84C1-3128B5EF1415}"/>
              </a:ext>
            </a:extLst>
          </p:cNvPr>
          <p:cNvSpPr>
            <a:spLocks xmlns:a="http://schemas.openxmlformats.org/drawingml/2006/main" noGrp="1"/>
          </p:cNvSpPr>
          <p:nvPr/>
        </p:nvSpPr>
        <p:spPr>
          <a:xfrm xmlns:a="http://schemas.openxmlformats.org/drawingml/2006/main">
            <a:off x="9124950" y="389572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CFDACB67-0DC2-4700-8B36-678500FD0638}"/>
              </a:ext>
            </a:extLst>
          </p:cNvPr>
          <p:cNvSpPr>
            <a:spLocks xmlns:a="http://schemas.openxmlformats.org/drawingml/2006/main" noGrp="1"/>
          </p:cNvSpPr>
          <p:nvPr/>
        </p:nvSpPr>
        <p:spPr>
          <a:xfrm xmlns:a="http://schemas.openxmlformats.org/drawingml/2006/main">
            <a:off x="9382125" y="196215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C1E666B4-8EE7-4286-B8FC-62B076327354}"/>
              </a:ext>
            </a:extLst>
          </p:cNvPr>
          <p:cNvSpPr>
            <a:spLocks xmlns:a="http://schemas.openxmlformats.org/drawingml/2006/main" noGrp="1"/>
          </p:cNvSpPr>
          <p:nvPr/>
        </p:nvSpPr>
        <p:spPr>
          <a:xfrm xmlns:a="http://schemas.openxmlformats.org/drawingml/2006/main">
            <a:off x="9382125" y="223837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2DE36250-020F-48BC-8117-C882F09874EF}"/>
              </a:ext>
            </a:extLst>
          </p:cNvPr>
          <p:cNvSpPr>
            <a:spLocks xmlns:a="http://schemas.openxmlformats.org/drawingml/2006/main" noGrp="1"/>
          </p:cNvSpPr>
          <p:nvPr/>
        </p:nvSpPr>
        <p:spPr>
          <a:xfrm xmlns:a="http://schemas.openxmlformats.org/drawingml/2006/main">
            <a:off x="9382125" y="251460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3423413C-EBA3-45DE-9BF5-F7D15471E6EB}"/>
              </a:ext>
            </a:extLst>
          </p:cNvPr>
          <p:cNvSpPr>
            <a:spLocks xmlns:a="http://schemas.openxmlformats.org/drawingml/2006/main" noGrp="1"/>
          </p:cNvSpPr>
          <p:nvPr/>
        </p:nvSpPr>
        <p:spPr>
          <a:xfrm xmlns:a="http://schemas.openxmlformats.org/drawingml/2006/main">
            <a:off x="9382125" y="279082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A375D697-4FF9-426C-A42D-D6A47949DE43}"/>
              </a:ext>
            </a:extLst>
          </p:cNvPr>
          <p:cNvSpPr>
            <a:spLocks xmlns:a="http://schemas.openxmlformats.org/drawingml/2006/main" noGrp="1"/>
          </p:cNvSpPr>
          <p:nvPr/>
        </p:nvSpPr>
        <p:spPr>
          <a:xfrm xmlns:a="http://schemas.openxmlformats.org/drawingml/2006/main">
            <a:off x="9382125" y="306705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87807E7F-2869-4F67-BC2C-E010FB62B372}"/>
              </a:ext>
            </a:extLst>
          </p:cNvPr>
          <p:cNvSpPr>
            <a:spLocks xmlns:a="http://schemas.openxmlformats.org/drawingml/2006/main" noGrp="1"/>
          </p:cNvSpPr>
          <p:nvPr/>
        </p:nvSpPr>
        <p:spPr>
          <a:xfrm xmlns:a="http://schemas.openxmlformats.org/drawingml/2006/main">
            <a:off x="9382125" y="334327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EE512EBB-55A7-4223-9FF6-9124E6623891}"/>
              </a:ext>
            </a:extLst>
          </p:cNvPr>
          <p:cNvSpPr>
            <a:spLocks xmlns:a="http://schemas.openxmlformats.org/drawingml/2006/main" noGrp="1"/>
          </p:cNvSpPr>
          <p:nvPr/>
        </p:nvSpPr>
        <p:spPr>
          <a:xfrm xmlns:a="http://schemas.openxmlformats.org/drawingml/2006/main">
            <a:off x="9382125" y="361950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85491574-CEB1-40BC-8F54-8C1C9FEC368E}"/>
              </a:ext>
            </a:extLst>
          </p:cNvPr>
          <p:cNvSpPr>
            <a:spLocks xmlns:a="http://schemas.openxmlformats.org/drawingml/2006/main" noGrp="1"/>
          </p:cNvSpPr>
          <p:nvPr/>
        </p:nvSpPr>
        <p:spPr>
          <a:xfrm xmlns:a="http://schemas.openxmlformats.org/drawingml/2006/main">
            <a:off x="9382125" y="389572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3BED5760-1585-4501-8362-2EA782A9322A}"/>
              </a:ext>
            </a:extLst>
          </p:cNvPr>
          <p:cNvSpPr>
            <a:spLocks xmlns:a="http://schemas.openxmlformats.org/drawingml/2006/main" noGrp="1"/>
          </p:cNvSpPr>
          <p:nvPr/>
        </p:nvSpPr>
        <p:spPr>
          <a:xfrm xmlns:a="http://schemas.openxmlformats.org/drawingml/2006/main">
            <a:off x="9639300" y="196215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9696B988-12B8-4513-81FE-28E19274D16E}"/>
              </a:ext>
            </a:extLst>
          </p:cNvPr>
          <p:cNvSpPr>
            <a:spLocks xmlns:a="http://schemas.openxmlformats.org/drawingml/2006/main" noGrp="1"/>
          </p:cNvSpPr>
          <p:nvPr/>
        </p:nvSpPr>
        <p:spPr>
          <a:xfrm xmlns:a="http://schemas.openxmlformats.org/drawingml/2006/main">
            <a:off x="9639300" y="223837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653B9FE9-0374-433A-8AF6-74288BB9A737}"/>
              </a:ext>
            </a:extLst>
          </p:cNvPr>
          <p:cNvSpPr>
            <a:spLocks xmlns:a="http://schemas.openxmlformats.org/drawingml/2006/main" noGrp="1"/>
          </p:cNvSpPr>
          <p:nvPr/>
        </p:nvSpPr>
        <p:spPr>
          <a:xfrm xmlns:a="http://schemas.openxmlformats.org/drawingml/2006/main">
            <a:off x="9639300" y="251460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BC6E0954-B3AB-4A14-9099-A17EF156427D}"/>
              </a:ext>
            </a:extLst>
          </p:cNvPr>
          <p:cNvSpPr>
            <a:spLocks xmlns:a="http://schemas.openxmlformats.org/drawingml/2006/main" noGrp="1"/>
          </p:cNvSpPr>
          <p:nvPr/>
        </p:nvSpPr>
        <p:spPr>
          <a:xfrm xmlns:a="http://schemas.openxmlformats.org/drawingml/2006/main">
            <a:off x="9639300" y="279082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FDD00F6E-EFF3-477F-A365-78BA4964E641}"/>
              </a:ext>
            </a:extLst>
          </p:cNvPr>
          <p:cNvSpPr>
            <a:spLocks xmlns:a="http://schemas.openxmlformats.org/drawingml/2006/main" noGrp="1"/>
          </p:cNvSpPr>
          <p:nvPr/>
        </p:nvSpPr>
        <p:spPr>
          <a:xfrm xmlns:a="http://schemas.openxmlformats.org/drawingml/2006/main">
            <a:off x="9639300" y="306705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7F6D40E1-0702-43C5-88B6-3B6C739F5C08}"/>
              </a:ext>
            </a:extLst>
          </p:cNvPr>
          <p:cNvSpPr>
            <a:spLocks xmlns:a="http://schemas.openxmlformats.org/drawingml/2006/main" noGrp="1"/>
          </p:cNvSpPr>
          <p:nvPr/>
        </p:nvSpPr>
        <p:spPr>
          <a:xfrm xmlns:a="http://schemas.openxmlformats.org/drawingml/2006/main">
            <a:off x="9639300" y="334327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4183D821-3A68-4178-8B37-00022AFFAC84}"/>
              </a:ext>
            </a:extLst>
          </p:cNvPr>
          <p:cNvSpPr>
            <a:spLocks xmlns:a="http://schemas.openxmlformats.org/drawingml/2006/main" noGrp="1"/>
          </p:cNvSpPr>
          <p:nvPr/>
        </p:nvSpPr>
        <p:spPr>
          <a:xfrm xmlns:a="http://schemas.openxmlformats.org/drawingml/2006/main">
            <a:off x="9639300" y="361950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A1306AC0-5A9C-4F55-974B-867524DFCE64}"/>
              </a:ext>
            </a:extLst>
          </p:cNvPr>
          <p:cNvSpPr>
            <a:spLocks xmlns:a="http://schemas.openxmlformats.org/drawingml/2006/main" noGrp="1"/>
          </p:cNvSpPr>
          <p:nvPr/>
        </p:nvSpPr>
        <p:spPr>
          <a:xfrm xmlns:a="http://schemas.openxmlformats.org/drawingml/2006/main">
            <a:off x="9639300" y="389572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67BA92AE-1C53-451F-8609-4ED15E1CE71D}"/>
              </a:ext>
            </a:extLst>
          </p:cNvPr>
          <p:cNvSpPr>
            <a:spLocks xmlns:a="http://schemas.openxmlformats.org/drawingml/2006/main" noGrp="1"/>
          </p:cNvSpPr>
          <p:nvPr/>
        </p:nvSpPr>
        <p:spPr>
          <a:xfrm xmlns:a="http://schemas.openxmlformats.org/drawingml/2006/main">
            <a:off x="9896475" y="196215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85F18B71-C309-46F2-BC9F-36E76BEF9E2C}"/>
              </a:ext>
            </a:extLst>
          </p:cNvPr>
          <p:cNvSpPr>
            <a:spLocks xmlns:a="http://schemas.openxmlformats.org/drawingml/2006/main" noGrp="1"/>
          </p:cNvSpPr>
          <p:nvPr/>
        </p:nvSpPr>
        <p:spPr>
          <a:xfrm xmlns:a="http://schemas.openxmlformats.org/drawingml/2006/main">
            <a:off x="9896475" y="223837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ECEBA799-FDD4-4DFC-B796-64C0E2504E0A}"/>
              </a:ext>
            </a:extLst>
          </p:cNvPr>
          <p:cNvSpPr>
            <a:spLocks xmlns:a="http://schemas.openxmlformats.org/drawingml/2006/main" noGrp="1"/>
          </p:cNvSpPr>
          <p:nvPr/>
        </p:nvSpPr>
        <p:spPr>
          <a:xfrm xmlns:a="http://schemas.openxmlformats.org/drawingml/2006/main">
            <a:off x="9896475" y="251460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49E56D79-B3DA-4C55-920E-228A8BE135B6}"/>
              </a:ext>
            </a:extLst>
          </p:cNvPr>
          <p:cNvSpPr>
            <a:spLocks xmlns:a="http://schemas.openxmlformats.org/drawingml/2006/main" noGrp="1"/>
          </p:cNvSpPr>
          <p:nvPr/>
        </p:nvSpPr>
        <p:spPr>
          <a:xfrm xmlns:a="http://schemas.openxmlformats.org/drawingml/2006/main">
            <a:off x="9896475" y="279082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AB2FEC63-BD51-4E28-9E2D-52414721A0A4}"/>
              </a:ext>
            </a:extLst>
          </p:cNvPr>
          <p:cNvSpPr>
            <a:spLocks xmlns:a="http://schemas.openxmlformats.org/drawingml/2006/main" noGrp="1"/>
          </p:cNvSpPr>
          <p:nvPr/>
        </p:nvSpPr>
        <p:spPr>
          <a:xfrm xmlns:a="http://schemas.openxmlformats.org/drawingml/2006/main">
            <a:off x="9896475" y="306705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995B7872-E9B1-4BD6-B5B6-653F88E8DE97}"/>
              </a:ext>
            </a:extLst>
          </p:cNvPr>
          <p:cNvSpPr>
            <a:spLocks xmlns:a="http://schemas.openxmlformats.org/drawingml/2006/main" noGrp="1"/>
          </p:cNvSpPr>
          <p:nvPr/>
        </p:nvSpPr>
        <p:spPr>
          <a:xfrm xmlns:a="http://schemas.openxmlformats.org/drawingml/2006/main">
            <a:off x="9896475" y="334327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22EEF91F-57E7-410F-B130-429BC92130F0}"/>
              </a:ext>
            </a:extLst>
          </p:cNvPr>
          <p:cNvSpPr>
            <a:spLocks xmlns:a="http://schemas.openxmlformats.org/drawingml/2006/main" noGrp="1"/>
          </p:cNvSpPr>
          <p:nvPr/>
        </p:nvSpPr>
        <p:spPr>
          <a:xfrm xmlns:a="http://schemas.openxmlformats.org/drawingml/2006/main">
            <a:off x="9896475" y="361950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CF16CBFC-DF8C-4D65-811E-3F621CC8D83D}"/>
              </a:ext>
            </a:extLst>
          </p:cNvPr>
          <p:cNvSpPr>
            <a:spLocks xmlns:a="http://schemas.openxmlformats.org/drawingml/2006/main" noGrp="1"/>
          </p:cNvSpPr>
          <p:nvPr/>
        </p:nvSpPr>
        <p:spPr>
          <a:xfrm xmlns:a="http://schemas.openxmlformats.org/drawingml/2006/main">
            <a:off x="9896475" y="389572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73" name="">
            <a:extLst xmlns:a="http://schemas.openxmlformats.org/drawingml/2006/main">
              <a:ext uri="{FF2B5EF4-FFF2-40B4-BE49-F238E27FC236}">
                <a16:creationId xmlns:a16="http://schemas.microsoft.com/office/drawing/2014/main" id="{CDDDCC5F-BFE4-4855-A295-2AC6663CF043}"/>
              </a:ext>
            </a:extLst>
          </p:cNvPr>
          <p:cNvSpPr>
            <a:spLocks xmlns:a="http://schemas.openxmlformats.org/drawingml/2006/main" noGrp="1"/>
          </p:cNvSpPr>
          <p:nvPr/>
        </p:nvSpPr>
        <p:spPr>
          <a:xfrm xmlns:a="http://schemas.openxmlformats.org/drawingml/2006/main">
            <a:off x="10153650" y="196215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304AAD74-EA61-4F71-915D-DAC42972DE1F}"/>
              </a:ext>
            </a:extLst>
          </p:cNvPr>
          <p:cNvSpPr>
            <a:spLocks xmlns:a="http://schemas.openxmlformats.org/drawingml/2006/main" noGrp="1"/>
          </p:cNvSpPr>
          <p:nvPr/>
        </p:nvSpPr>
        <p:spPr>
          <a:xfrm xmlns:a="http://schemas.openxmlformats.org/drawingml/2006/main">
            <a:off x="10153650" y="223837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204E873A-1AF9-4437-84D7-0A5450548166}"/>
              </a:ext>
            </a:extLst>
          </p:cNvPr>
          <p:cNvSpPr>
            <a:spLocks xmlns:a="http://schemas.openxmlformats.org/drawingml/2006/main" noGrp="1"/>
          </p:cNvSpPr>
          <p:nvPr/>
        </p:nvSpPr>
        <p:spPr>
          <a:xfrm xmlns:a="http://schemas.openxmlformats.org/drawingml/2006/main">
            <a:off x="10153650" y="251460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BB1C8A68-DC99-47F1-B7B1-6A040D1674D6}"/>
              </a:ext>
            </a:extLst>
          </p:cNvPr>
          <p:cNvSpPr>
            <a:spLocks xmlns:a="http://schemas.openxmlformats.org/drawingml/2006/main" noGrp="1"/>
          </p:cNvSpPr>
          <p:nvPr/>
        </p:nvSpPr>
        <p:spPr>
          <a:xfrm xmlns:a="http://schemas.openxmlformats.org/drawingml/2006/main">
            <a:off x="10153650" y="279082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95785991-3116-484F-B523-769F50EBFEA2}"/>
              </a:ext>
            </a:extLst>
          </p:cNvPr>
          <p:cNvSpPr>
            <a:spLocks xmlns:a="http://schemas.openxmlformats.org/drawingml/2006/main" noGrp="1"/>
          </p:cNvSpPr>
          <p:nvPr/>
        </p:nvSpPr>
        <p:spPr>
          <a:xfrm xmlns:a="http://schemas.openxmlformats.org/drawingml/2006/main">
            <a:off x="10153650" y="306705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94D7CFCB-A320-49BE-A91A-A4C2991D1B6D}"/>
              </a:ext>
            </a:extLst>
          </p:cNvPr>
          <p:cNvSpPr>
            <a:spLocks xmlns:a="http://schemas.openxmlformats.org/drawingml/2006/main" noGrp="1"/>
          </p:cNvSpPr>
          <p:nvPr/>
        </p:nvSpPr>
        <p:spPr>
          <a:xfrm xmlns:a="http://schemas.openxmlformats.org/drawingml/2006/main">
            <a:off x="10153650" y="334327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C84830C3-8B0B-405B-BEA8-48D86FF7AFEA}"/>
              </a:ext>
            </a:extLst>
          </p:cNvPr>
          <p:cNvSpPr>
            <a:spLocks xmlns:a="http://schemas.openxmlformats.org/drawingml/2006/main" noGrp="1"/>
          </p:cNvSpPr>
          <p:nvPr/>
        </p:nvSpPr>
        <p:spPr>
          <a:xfrm xmlns:a="http://schemas.openxmlformats.org/drawingml/2006/main">
            <a:off x="10153650" y="361950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F60FCB9F-29D5-438F-AE1A-D7B223E602C7}"/>
              </a:ext>
            </a:extLst>
          </p:cNvPr>
          <p:cNvSpPr>
            <a:spLocks xmlns:a="http://schemas.openxmlformats.org/drawingml/2006/main" noGrp="1"/>
          </p:cNvSpPr>
          <p:nvPr/>
        </p:nvSpPr>
        <p:spPr>
          <a:xfrm xmlns:a="http://schemas.openxmlformats.org/drawingml/2006/main">
            <a:off x="10153650" y="389572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7ABE2964-ED4A-4B3E-8D47-B1EDF25859F0}"/>
              </a:ext>
            </a:extLst>
          </p:cNvPr>
          <p:cNvSpPr>
            <a:spLocks xmlns:a="http://schemas.openxmlformats.org/drawingml/2006/main" noGrp="1"/>
          </p:cNvSpPr>
          <p:nvPr/>
        </p:nvSpPr>
        <p:spPr>
          <a:xfrm xmlns:a="http://schemas.openxmlformats.org/drawingml/2006/main">
            <a:off x="10410825" y="196215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4C00D9B7-243C-493B-BD92-F9A90DA1C88C}"/>
              </a:ext>
            </a:extLst>
          </p:cNvPr>
          <p:cNvSpPr>
            <a:spLocks xmlns:a="http://schemas.openxmlformats.org/drawingml/2006/main" noGrp="1"/>
          </p:cNvSpPr>
          <p:nvPr/>
        </p:nvSpPr>
        <p:spPr>
          <a:xfrm xmlns:a="http://schemas.openxmlformats.org/drawingml/2006/main">
            <a:off x="10410825" y="223837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5BE56DD8-632A-4014-BFDB-CE197EAE45F7}"/>
              </a:ext>
            </a:extLst>
          </p:cNvPr>
          <p:cNvSpPr>
            <a:spLocks xmlns:a="http://schemas.openxmlformats.org/drawingml/2006/main" noGrp="1"/>
          </p:cNvSpPr>
          <p:nvPr/>
        </p:nvSpPr>
        <p:spPr>
          <a:xfrm xmlns:a="http://schemas.openxmlformats.org/drawingml/2006/main">
            <a:off x="10410825" y="251460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A6C4B9C9-5F91-4074-8D7C-D972AC93431C}"/>
              </a:ext>
            </a:extLst>
          </p:cNvPr>
          <p:cNvSpPr>
            <a:spLocks xmlns:a="http://schemas.openxmlformats.org/drawingml/2006/main" noGrp="1"/>
          </p:cNvSpPr>
          <p:nvPr/>
        </p:nvSpPr>
        <p:spPr>
          <a:xfrm xmlns:a="http://schemas.openxmlformats.org/drawingml/2006/main">
            <a:off x="10410825" y="279082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D3E70DC8-66A5-47E3-AA02-696F86448299}"/>
              </a:ext>
            </a:extLst>
          </p:cNvPr>
          <p:cNvSpPr>
            <a:spLocks xmlns:a="http://schemas.openxmlformats.org/drawingml/2006/main" noGrp="1"/>
          </p:cNvSpPr>
          <p:nvPr/>
        </p:nvSpPr>
        <p:spPr>
          <a:xfrm xmlns:a="http://schemas.openxmlformats.org/drawingml/2006/main">
            <a:off x="10410825" y="306705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4710CFE1-192A-47BD-A61A-DD23321EAD8A}"/>
              </a:ext>
            </a:extLst>
          </p:cNvPr>
          <p:cNvSpPr>
            <a:spLocks xmlns:a="http://schemas.openxmlformats.org/drawingml/2006/main" noGrp="1"/>
          </p:cNvSpPr>
          <p:nvPr/>
        </p:nvSpPr>
        <p:spPr>
          <a:xfrm xmlns:a="http://schemas.openxmlformats.org/drawingml/2006/main">
            <a:off x="10410825" y="334327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17D29547-1E26-4A01-9C81-8C3ECD7B0FD8}"/>
              </a:ext>
            </a:extLst>
          </p:cNvPr>
          <p:cNvSpPr>
            <a:spLocks xmlns:a="http://schemas.openxmlformats.org/drawingml/2006/main" noGrp="1"/>
          </p:cNvSpPr>
          <p:nvPr/>
        </p:nvSpPr>
        <p:spPr>
          <a:xfrm xmlns:a="http://schemas.openxmlformats.org/drawingml/2006/main">
            <a:off x="10410825" y="361950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7CFC504C-CCFF-4CDF-B11A-EB34489D4A2E}"/>
              </a:ext>
            </a:extLst>
          </p:cNvPr>
          <p:cNvSpPr>
            <a:spLocks xmlns:a="http://schemas.openxmlformats.org/drawingml/2006/main" noGrp="1"/>
          </p:cNvSpPr>
          <p:nvPr/>
        </p:nvSpPr>
        <p:spPr>
          <a:xfrm xmlns:a="http://schemas.openxmlformats.org/drawingml/2006/main">
            <a:off x="10410825" y="389572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F99E5CAD-513E-4730-80F7-83E217CAA442}"/>
              </a:ext>
            </a:extLst>
          </p:cNvPr>
          <p:cNvSpPr>
            <a:spLocks xmlns:a="http://schemas.openxmlformats.org/drawingml/2006/main" noGrp="1"/>
          </p:cNvSpPr>
          <p:nvPr/>
        </p:nvSpPr>
        <p:spPr>
          <a:xfrm xmlns:a="http://schemas.openxmlformats.org/drawingml/2006/main">
            <a:off x="10668000" y="196215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A88A1DA6-BA45-456D-A0D1-4E4F60863DB1}"/>
              </a:ext>
            </a:extLst>
          </p:cNvPr>
          <p:cNvSpPr>
            <a:spLocks xmlns:a="http://schemas.openxmlformats.org/drawingml/2006/main" noGrp="1"/>
          </p:cNvSpPr>
          <p:nvPr/>
        </p:nvSpPr>
        <p:spPr>
          <a:xfrm xmlns:a="http://schemas.openxmlformats.org/drawingml/2006/main">
            <a:off x="10668000" y="223837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91" name="">
            <a:extLst xmlns:a="http://schemas.openxmlformats.org/drawingml/2006/main">
              <a:ext uri="{FF2B5EF4-FFF2-40B4-BE49-F238E27FC236}">
                <a16:creationId xmlns:a16="http://schemas.microsoft.com/office/drawing/2014/main" id="{B470F289-FD4C-4B1A-8699-75512146A4B9}"/>
              </a:ext>
            </a:extLst>
          </p:cNvPr>
          <p:cNvSpPr>
            <a:spLocks xmlns:a="http://schemas.openxmlformats.org/drawingml/2006/main" noGrp="1"/>
          </p:cNvSpPr>
          <p:nvPr/>
        </p:nvSpPr>
        <p:spPr>
          <a:xfrm xmlns:a="http://schemas.openxmlformats.org/drawingml/2006/main">
            <a:off x="10668000" y="2514600"/>
            <a:ext cx="114300" cy="114300"/>
          </a:xfrm>
          <a:prstGeom xmlns:a="http://schemas.openxmlformats.org/drawingml/2006/main" prst="ellipse">
            <a:avLst/>
          </a:prstGeom>
          <a:solidFill xmlns:a="http://schemas.openxmlformats.org/drawingml/2006/main">
            <a:srgbClr val="D66B57"/>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6CBB06D9-63F0-40AF-A5CE-B14FA5EAA0A5}"/>
              </a:ext>
            </a:extLst>
          </p:cNvPr>
          <p:cNvSpPr>
            <a:spLocks xmlns:a="http://schemas.openxmlformats.org/drawingml/2006/main" noGrp="1"/>
          </p:cNvSpPr>
          <p:nvPr/>
        </p:nvSpPr>
        <p:spPr>
          <a:xfrm xmlns:a="http://schemas.openxmlformats.org/drawingml/2006/main">
            <a:off x="10668000" y="279082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772E27C6-F180-4DA1-9371-AA77E6305424}"/>
              </a:ext>
            </a:extLst>
          </p:cNvPr>
          <p:cNvSpPr>
            <a:spLocks xmlns:a="http://schemas.openxmlformats.org/drawingml/2006/main" noGrp="1"/>
          </p:cNvSpPr>
          <p:nvPr/>
        </p:nvSpPr>
        <p:spPr>
          <a:xfrm xmlns:a="http://schemas.openxmlformats.org/drawingml/2006/main">
            <a:off x="10668000" y="306705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94" name="">
            <a:extLst xmlns:a="http://schemas.openxmlformats.org/drawingml/2006/main">
              <a:ext uri="{FF2B5EF4-FFF2-40B4-BE49-F238E27FC236}">
                <a16:creationId xmlns:a16="http://schemas.microsoft.com/office/drawing/2014/main" id="{94D13BD0-9C51-4653-B0EA-BA74458F1F08}"/>
              </a:ext>
            </a:extLst>
          </p:cNvPr>
          <p:cNvSpPr>
            <a:spLocks xmlns:a="http://schemas.openxmlformats.org/drawingml/2006/main" noGrp="1"/>
          </p:cNvSpPr>
          <p:nvPr/>
        </p:nvSpPr>
        <p:spPr>
          <a:xfrm xmlns:a="http://schemas.openxmlformats.org/drawingml/2006/main">
            <a:off x="10668000" y="334327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0F6397AC-1315-4897-94E0-3F26534FE989}"/>
              </a:ext>
            </a:extLst>
          </p:cNvPr>
          <p:cNvSpPr>
            <a:spLocks xmlns:a="http://schemas.openxmlformats.org/drawingml/2006/main" noGrp="1"/>
          </p:cNvSpPr>
          <p:nvPr/>
        </p:nvSpPr>
        <p:spPr>
          <a:xfrm xmlns:a="http://schemas.openxmlformats.org/drawingml/2006/main">
            <a:off x="10668000" y="361950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96" name="">
            <a:extLst xmlns:a="http://schemas.openxmlformats.org/drawingml/2006/main">
              <a:ext uri="{FF2B5EF4-FFF2-40B4-BE49-F238E27FC236}">
                <a16:creationId xmlns:a16="http://schemas.microsoft.com/office/drawing/2014/main" id="{0691B614-6E30-46E9-8BA1-D3A162A385C7}"/>
              </a:ext>
            </a:extLst>
          </p:cNvPr>
          <p:cNvSpPr>
            <a:spLocks xmlns:a="http://schemas.openxmlformats.org/drawingml/2006/main" noGrp="1"/>
          </p:cNvSpPr>
          <p:nvPr/>
        </p:nvSpPr>
        <p:spPr>
          <a:xfrm xmlns:a="http://schemas.openxmlformats.org/drawingml/2006/main">
            <a:off x="10668000" y="389572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97" name="">
            <a:extLst xmlns:a="http://schemas.openxmlformats.org/drawingml/2006/main">
              <a:ext uri="{FF2B5EF4-FFF2-40B4-BE49-F238E27FC236}">
                <a16:creationId xmlns:a16="http://schemas.microsoft.com/office/drawing/2014/main" id="{FC0AD2C8-C5B7-4961-8969-949A2073FD2A}"/>
              </a:ext>
            </a:extLst>
          </p:cNvPr>
          <p:cNvSpPr>
            <a:spLocks xmlns:a="http://schemas.openxmlformats.org/drawingml/2006/main" noGrp="1"/>
          </p:cNvSpPr>
          <p:nvPr/>
        </p:nvSpPr>
        <p:spPr>
          <a:xfrm xmlns:a="http://schemas.openxmlformats.org/drawingml/2006/main">
            <a:off x="10925175" y="196215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868F5F80-7F60-458B-A897-4E7174E952DD}"/>
              </a:ext>
            </a:extLst>
          </p:cNvPr>
          <p:cNvSpPr>
            <a:spLocks xmlns:a="http://schemas.openxmlformats.org/drawingml/2006/main" noGrp="1"/>
          </p:cNvSpPr>
          <p:nvPr/>
        </p:nvSpPr>
        <p:spPr>
          <a:xfrm xmlns:a="http://schemas.openxmlformats.org/drawingml/2006/main">
            <a:off x="10925175" y="223837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99" name="">
            <a:extLst xmlns:a="http://schemas.openxmlformats.org/drawingml/2006/main">
              <a:ext uri="{FF2B5EF4-FFF2-40B4-BE49-F238E27FC236}">
                <a16:creationId xmlns:a16="http://schemas.microsoft.com/office/drawing/2014/main" id="{35A753CF-C28C-434F-9C9B-5B422C89AFAB}"/>
              </a:ext>
            </a:extLst>
          </p:cNvPr>
          <p:cNvSpPr>
            <a:spLocks xmlns:a="http://schemas.openxmlformats.org/drawingml/2006/main" noGrp="1"/>
          </p:cNvSpPr>
          <p:nvPr/>
        </p:nvSpPr>
        <p:spPr>
          <a:xfrm xmlns:a="http://schemas.openxmlformats.org/drawingml/2006/main">
            <a:off x="10925175" y="251460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100" name="">
            <a:extLst xmlns:a="http://schemas.openxmlformats.org/drawingml/2006/main">
              <a:ext uri="{FF2B5EF4-FFF2-40B4-BE49-F238E27FC236}">
                <a16:creationId xmlns:a16="http://schemas.microsoft.com/office/drawing/2014/main" id="{D0A06B47-BFA1-4AA0-9877-974EEDB42B32}"/>
              </a:ext>
            </a:extLst>
          </p:cNvPr>
          <p:cNvSpPr>
            <a:spLocks xmlns:a="http://schemas.openxmlformats.org/drawingml/2006/main" noGrp="1"/>
          </p:cNvSpPr>
          <p:nvPr/>
        </p:nvSpPr>
        <p:spPr>
          <a:xfrm xmlns:a="http://schemas.openxmlformats.org/drawingml/2006/main">
            <a:off x="10925175" y="279082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AF887532-13EC-4475-A6C6-FF005F1FAD47}"/>
              </a:ext>
            </a:extLst>
          </p:cNvPr>
          <p:cNvSpPr>
            <a:spLocks xmlns:a="http://schemas.openxmlformats.org/drawingml/2006/main" noGrp="1"/>
          </p:cNvSpPr>
          <p:nvPr/>
        </p:nvSpPr>
        <p:spPr>
          <a:xfrm xmlns:a="http://schemas.openxmlformats.org/drawingml/2006/main">
            <a:off x="10925175" y="306705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102" name="">
            <a:extLst xmlns:a="http://schemas.openxmlformats.org/drawingml/2006/main">
              <a:ext uri="{FF2B5EF4-FFF2-40B4-BE49-F238E27FC236}">
                <a16:creationId xmlns:a16="http://schemas.microsoft.com/office/drawing/2014/main" id="{1E1F05B6-0502-4D6F-8BB1-E16F50A4BFE7}"/>
              </a:ext>
            </a:extLst>
          </p:cNvPr>
          <p:cNvSpPr>
            <a:spLocks xmlns:a="http://schemas.openxmlformats.org/drawingml/2006/main" noGrp="1"/>
          </p:cNvSpPr>
          <p:nvPr/>
        </p:nvSpPr>
        <p:spPr>
          <a:xfrm xmlns:a="http://schemas.openxmlformats.org/drawingml/2006/main">
            <a:off x="10925175" y="334327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103" name="">
            <a:extLst xmlns:a="http://schemas.openxmlformats.org/drawingml/2006/main">
              <a:ext uri="{FF2B5EF4-FFF2-40B4-BE49-F238E27FC236}">
                <a16:creationId xmlns:a16="http://schemas.microsoft.com/office/drawing/2014/main" id="{94008E89-B13C-4FF1-A0DA-228CDCD93053}"/>
              </a:ext>
            </a:extLst>
          </p:cNvPr>
          <p:cNvSpPr>
            <a:spLocks xmlns:a="http://schemas.openxmlformats.org/drawingml/2006/main" noGrp="1"/>
          </p:cNvSpPr>
          <p:nvPr/>
        </p:nvSpPr>
        <p:spPr>
          <a:xfrm xmlns:a="http://schemas.openxmlformats.org/drawingml/2006/main">
            <a:off x="10925175" y="3619500"/>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104" name="">
            <a:extLst xmlns:a="http://schemas.openxmlformats.org/drawingml/2006/main">
              <a:ext uri="{FF2B5EF4-FFF2-40B4-BE49-F238E27FC236}">
                <a16:creationId xmlns:a16="http://schemas.microsoft.com/office/drawing/2014/main" id="{2E42A377-5CBD-4BCD-86DB-1B598AE4B1DD}"/>
              </a:ext>
            </a:extLst>
          </p:cNvPr>
          <p:cNvSpPr>
            <a:spLocks xmlns:a="http://schemas.openxmlformats.org/drawingml/2006/main" noGrp="1"/>
          </p:cNvSpPr>
          <p:nvPr/>
        </p:nvSpPr>
        <p:spPr>
          <a:xfrm xmlns:a="http://schemas.openxmlformats.org/drawingml/2006/main">
            <a:off x="10925175" y="3895725"/>
            <a:ext cx="114300" cy="114300"/>
          </a:xfrm>
          <a:prstGeom xmlns:a="http://schemas.openxmlformats.org/drawingml/2006/main" prst="ellipse">
            <a:avLst/>
          </a:prstGeom>
          <a:solidFill xmlns:a="http://schemas.openxmlformats.org/drawingml/2006/main">
            <a:srgbClr val="66818D"/>
          </a:solidFill>
          <a:ln xmlns:a="http://schemas.openxmlformats.org/drawingml/2006/main" w="0">
            <a:noFill/>
            <a:prstDash val="solid"/>
          </a:ln>
        </p:spPr>
      </p:sp>
      <p:sp>
        <p:nvSpPr>
          <p:cNvPr id="105" name="">
            <a:extLst xmlns:a="http://schemas.openxmlformats.org/drawingml/2006/main">
              <a:ext uri="{FF2B5EF4-FFF2-40B4-BE49-F238E27FC236}">
                <a16:creationId xmlns:a16="http://schemas.microsoft.com/office/drawing/2014/main" id="{466CFC35-EDEB-4AB9-87CE-0E2F0F940947}"/>
              </a:ext>
            </a:extLst>
          </p:cNvPr>
          <p:cNvSpPr>
            <a:spLocks xmlns:a="http://schemas.openxmlformats.org/drawingml/2006/main" noGrp="1"/>
          </p:cNvSpPr>
          <p:nvPr/>
        </p:nvSpPr>
        <p:spPr>
          <a:xfrm xmlns:a="http://schemas.openxmlformats.org/drawingml/2006/main">
            <a:off x="8572500" y="45148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1">
                <a:solidFill>
                  <a:srgbClr val="F0B3A6"/>
                </a:solidFill>
                <a:latin typeface="Yu Gothic"/>
                <a:ea typeface="Yu Gothic"/>
                <a:cs typeface="Yu Gothic"/>
              </a:defRPr>
            </a:defPPr>
            <a:lvl1pPr algn="ctr">
              <a:defRPr sz="1350" b="1">
                <a:solidFill>
                  <a:srgbClr val="F0B3A6"/>
                </a:solidFill>
                <a:latin typeface="Yu Gothic"/>
                <a:ea typeface="Yu Gothic"/>
                <a:cs typeface="Yu Gothic"/>
              </a:defRPr>
            </a:lvl1pPr>
            <a:lvl2pPr algn="ctr">
              <a:defRPr sz="1350" b="1">
                <a:solidFill>
                  <a:srgbClr val="F0B3A6"/>
                </a:solidFill>
                <a:latin typeface="Yu Gothic"/>
                <a:ea typeface="Yu Gothic"/>
                <a:cs typeface="Yu Gothic"/>
              </a:defRPr>
            </a:lvl2pPr>
            <a:lvl3pPr algn="ctr">
              <a:defRPr sz="1350" b="1">
                <a:solidFill>
                  <a:srgbClr val="F0B3A6"/>
                </a:solidFill>
                <a:latin typeface="Yu Gothic"/>
                <a:ea typeface="Yu Gothic"/>
                <a:cs typeface="Yu Gothic"/>
              </a:defRPr>
            </a:lvl3pPr>
            <a:lvl4pPr algn="ctr">
              <a:defRPr sz="1350" b="1">
                <a:solidFill>
                  <a:srgbClr val="F0B3A6"/>
                </a:solidFill>
                <a:latin typeface="Yu Gothic"/>
                <a:ea typeface="Yu Gothic"/>
                <a:cs typeface="Yu Gothic"/>
              </a:defRPr>
            </a:lvl4pPr>
            <a:lvl5pPr algn="ctr">
              <a:defRPr sz="1350" b="1">
                <a:solidFill>
                  <a:srgbClr val="F0B3A6"/>
                </a:solidFill>
                <a:latin typeface="Yu Gothic"/>
                <a:ea typeface="Yu Gothic"/>
                <a:cs typeface="Yu Gothic"/>
              </a:defRPr>
            </a:lvl5pPr>
            <a:lvl6pPr algn="ctr">
              <a:defRPr sz="1350" b="1">
                <a:solidFill>
                  <a:srgbClr val="F0B3A6"/>
                </a:solidFill>
                <a:latin typeface="Yu Gothic"/>
                <a:ea typeface="Yu Gothic"/>
                <a:cs typeface="Yu Gothic"/>
              </a:defRPr>
            </a:lvl6pPr>
            <a:lvl7pPr algn="ctr">
              <a:defRPr sz="1350" b="1">
                <a:solidFill>
                  <a:srgbClr val="F0B3A6"/>
                </a:solidFill>
                <a:latin typeface="Yu Gothic"/>
                <a:ea typeface="Yu Gothic"/>
                <a:cs typeface="Yu Gothic"/>
              </a:defRPr>
            </a:lvl7pPr>
            <a:lvl8pPr algn="ctr">
              <a:defRPr sz="1350" b="1">
                <a:solidFill>
                  <a:srgbClr val="F0B3A6"/>
                </a:solidFill>
                <a:latin typeface="Yu Gothic"/>
                <a:ea typeface="Yu Gothic"/>
                <a:cs typeface="Yu Gothic"/>
              </a:defRPr>
            </a:lvl8pPr>
            <a:lvl9pPr algn="ctr">
              <a:defRPr sz="1350" b="1">
                <a:solidFill>
                  <a:srgbClr val="F0B3A6"/>
                </a:solidFill>
                <a:latin typeface="Yu Gothic"/>
                <a:ea typeface="Yu Gothic"/>
                <a:cs typeface="Yu Gothic"/>
              </a:defRPr>
            </a:lvl9pPr>
          </a:lstStyle>
          <a:p xmlns:a="http://schemas.openxmlformats.org/drawingml/2006/main">
            <a:pPr algn="ctr">
              <a:defRPr sz="1350" b="1">
                <a:solidFill>
                  <a:srgbClr val="F0B3A6"/>
                </a:solidFill>
                <a:latin typeface="Yu Gothic"/>
                <a:ea typeface="Yu Gothic"/>
                <a:cs typeface="Yu Gothic"/>
              </a:defRPr>
            </a:pPr>
            <a:r>
              <a:rPr sz="1350" b="1">
                <a:solidFill>
                  <a:srgbClr val="F0B3A6"/>
                </a:solidFill>
                <a:latin typeface="Yu Gothic"/>
                <a:ea typeface="Yu Gothic"/>
                <a:cs typeface="Yu Gothic"/>
              </a:rPr>
              <a:t>少数クラス</a:t>
            </a:r>
          </a:p>
        </p:txBody>
      </p:sp>
      <p:sp>
        <p:nvSpPr>
          <p:cNvPr id="106" name="">
            <a:extLst xmlns:a="http://schemas.openxmlformats.org/drawingml/2006/main">
              <a:ext uri="{FF2B5EF4-FFF2-40B4-BE49-F238E27FC236}">
                <a16:creationId xmlns:a16="http://schemas.microsoft.com/office/drawing/2014/main" id="{F07DF82B-B859-41C4-AC91-0FEF044043D7}"/>
              </a:ext>
            </a:extLst>
          </p:cNvPr>
          <p:cNvSpPr>
            <a:spLocks xmlns:a="http://schemas.openxmlformats.org/drawingml/2006/main" noGrp="1"/>
          </p:cNvSpPr>
          <p:nvPr/>
        </p:nvSpPr>
        <p:spPr>
          <a:xfrm xmlns:a="http://schemas.openxmlformats.org/drawingml/2006/main">
            <a:off x="8096250" y="5238750"/>
            <a:ext cx="333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1">
                <a:solidFill>
                  <a:srgbClr val="FFFFFF"/>
                </a:solidFill>
                <a:latin typeface="Yu Gothic"/>
                <a:ea typeface="Yu Gothic"/>
                <a:cs typeface="Yu Gothic"/>
              </a:defRPr>
            </a:defPPr>
            <a:lvl1pPr algn="ctr">
              <a:defRPr sz="1500" b="1">
                <a:solidFill>
                  <a:srgbClr val="FFFFFF"/>
                </a:solidFill>
                <a:latin typeface="Yu Gothic"/>
                <a:ea typeface="Yu Gothic"/>
                <a:cs typeface="Yu Gothic"/>
              </a:defRPr>
            </a:lvl1pPr>
            <a:lvl2pPr algn="ctr">
              <a:defRPr sz="1500" b="1">
                <a:solidFill>
                  <a:srgbClr val="FFFFFF"/>
                </a:solidFill>
                <a:latin typeface="Yu Gothic"/>
                <a:ea typeface="Yu Gothic"/>
                <a:cs typeface="Yu Gothic"/>
              </a:defRPr>
            </a:lvl2pPr>
            <a:lvl3pPr algn="ctr">
              <a:defRPr sz="1500" b="1">
                <a:solidFill>
                  <a:srgbClr val="FFFFFF"/>
                </a:solidFill>
                <a:latin typeface="Yu Gothic"/>
                <a:ea typeface="Yu Gothic"/>
                <a:cs typeface="Yu Gothic"/>
              </a:defRPr>
            </a:lvl3pPr>
            <a:lvl4pPr algn="ctr">
              <a:defRPr sz="1500" b="1">
                <a:solidFill>
                  <a:srgbClr val="FFFFFF"/>
                </a:solidFill>
                <a:latin typeface="Yu Gothic"/>
                <a:ea typeface="Yu Gothic"/>
                <a:cs typeface="Yu Gothic"/>
              </a:defRPr>
            </a:lvl4pPr>
            <a:lvl5pPr algn="ctr">
              <a:defRPr sz="1500" b="1">
                <a:solidFill>
                  <a:srgbClr val="FFFFFF"/>
                </a:solidFill>
                <a:latin typeface="Yu Gothic"/>
                <a:ea typeface="Yu Gothic"/>
                <a:cs typeface="Yu Gothic"/>
              </a:defRPr>
            </a:lvl5pPr>
            <a:lvl6pPr algn="ctr">
              <a:defRPr sz="1500" b="1">
                <a:solidFill>
                  <a:srgbClr val="FFFFFF"/>
                </a:solidFill>
                <a:latin typeface="Yu Gothic"/>
                <a:ea typeface="Yu Gothic"/>
                <a:cs typeface="Yu Gothic"/>
              </a:defRPr>
            </a:lvl6pPr>
            <a:lvl7pPr algn="ctr">
              <a:defRPr sz="1500" b="1">
                <a:solidFill>
                  <a:srgbClr val="FFFFFF"/>
                </a:solidFill>
                <a:latin typeface="Yu Gothic"/>
                <a:ea typeface="Yu Gothic"/>
                <a:cs typeface="Yu Gothic"/>
              </a:defRPr>
            </a:lvl7pPr>
            <a:lvl8pPr algn="ctr">
              <a:defRPr sz="1500" b="1">
                <a:solidFill>
                  <a:srgbClr val="FFFFFF"/>
                </a:solidFill>
                <a:latin typeface="Yu Gothic"/>
                <a:ea typeface="Yu Gothic"/>
                <a:cs typeface="Yu Gothic"/>
              </a:defRPr>
            </a:lvl8pPr>
            <a:lvl9pPr algn="ctr">
              <a:defRPr sz="1500" b="1">
                <a:solidFill>
                  <a:srgbClr val="FFFFFF"/>
                </a:solidFill>
                <a:latin typeface="Yu Gothic"/>
                <a:ea typeface="Yu Gothic"/>
                <a:cs typeface="Yu Gothic"/>
              </a:defRPr>
            </a:lvl9pPr>
          </a:lstStyle>
          <a:p xmlns:a="http://schemas.openxmlformats.org/drawingml/2006/main">
            <a:pPr algn="ctr">
              <a:defRPr sz="1500" b="1">
                <a:solidFill>
                  <a:srgbClr val="FFFFFF"/>
                </a:solidFill>
                <a:latin typeface="Yu Gothic"/>
                <a:ea typeface="Yu Gothic"/>
                <a:cs typeface="Yu Gothic"/>
              </a:defRPr>
            </a:pPr>
            <a:r>
              <a:rPr sz="1500" b="1">
                <a:solidFill>
                  <a:srgbClr val="FFFFFF"/>
                </a:solidFill>
                <a:latin typeface="Yu Gothic"/>
                <a:ea typeface="Yu Gothic"/>
                <a:cs typeface="Yu Gothic"/>
              </a:rPr>
              <a:t>データ条件を変えると、</a:t>
            </a:r>
          </a:p>
          <a:p xmlns:a="http://schemas.openxmlformats.org/drawingml/2006/main">
            <a:pPr algn="ctr">
              <a:defRPr sz="1500" b="1">
                <a:solidFill>
                  <a:srgbClr val="FFFFFF"/>
                </a:solidFill>
                <a:latin typeface="Yu Gothic"/>
                <a:ea typeface="Yu Gothic"/>
                <a:cs typeface="Yu Gothic"/>
              </a:defRPr>
            </a:pPr>
            <a:r>
              <a:rPr sz="1500" b="1">
                <a:solidFill>
                  <a:srgbClr val="FFFFFF"/>
                </a:solidFill>
                <a:latin typeface="Yu Gothic"/>
                <a:ea typeface="Yu Gothic"/>
                <a:cs typeface="Yu Gothic"/>
              </a:rPr>
              <a:t>見つける力はどう変わるか</a:t>
            </a:r>
          </a:p>
        </p:txBody>
      </p:sp>
    </p:spTree>
    <p:extLst>
      <p:ext uri="{BB962C8B-B14F-4D97-AF65-F5344CB8AC3E}">
        <p14:creationId xmlns:p14="http://schemas.microsoft.com/office/powerpoint/2010/main" val="1608190236"/>
      </p:ext>
    </p:extLst>
  </p:cSld>
</p:sld>
</file>

<file path=ppt/slides/slide2.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3C90764-A863-495B-832F-290FF1158A24}"/>
              </a:ext>
            </a:extLst>
          </p:cNvPr>
          <p:cNvSpPr>
            <a:spLocks xmlns:a="http://schemas.openxmlformats.org/drawingml/2006/main" noGrp="1"/>
          </p:cNvSpPr>
          <p:nvPr/>
        </p:nvSpPr>
        <p:spPr>
          <a:xfrm xmlns:a="http://schemas.openxmlformats.org/drawingml/2006/main">
            <a:off x="6858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47D78"/>
                </a:solidFill>
                <a:latin typeface="Yu Gothic"/>
                <a:ea typeface="Yu Gothic"/>
                <a:cs typeface="Yu Gothic"/>
              </a:defRPr>
            </a:defPPr>
            <a:lvl1pPr algn="l">
              <a:defRPr sz="975" b="1">
                <a:solidFill>
                  <a:srgbClr val="147D78"/>
                </a:solidFill>
                <a:latin typeface="Yu Gothic"/>
                <a:ea typeface="Yu Gothic"/>
                <a:cs typeface="Yu Gothic"/>
              </a:defRPr>
            </a:lvl1pPr>
            <a:lvl2pPr algn="l">
              <a:defRPr sz="975" b="1">
                <a:solidFill>
                  <a:srgbClr val="147D78"/>
                </a:solidFill>
                <a:latin typeface="Yu Gothic"/>
                <a:ea typeface="Yu Gothic"/>
                <a:cs typeface="Yu Gothic"/>
              </a:defRPr>
            </a:lvl2pPr>
            <a:lvl3pPr algn="l">
              <a:defRPr sz="975" b="1">
                <a:solidFill>
                  <a:srgbClr val="147D78"/>
                </a:solidFill>
                <a:latin typeface="Yu Gothic"/>
                <a:ea typeface="Yu Gothic"/>
                <a:cs typeface="Yu Gothic"/>
              </a:defRPr>
            </a:lvl3pPr>
            <a:lvl4pPr algn="l">
              <a:defRPr sz="975" b="1">
                <a:solidFill>
                  <a:srgbClr val="147D78"/>
                </a:solidFill>
                <a:latin typeface="Yu Gothic"/>
                <a:ea typeface="Yu Gothic"/>
                <a:cs typeface="Yu Gothic"/>
              </a:defRPr>
            </a:lvl4pPr>
            <a:lvl5pPr algn="l">
              <a:defRPr sz="975" b="1">
                <a:solidFill>
                  <a:srgbClr val="147D78"/>
                </a:solidFill>
                <a:latin typeface="Yu Gothic"/>
                <a:ea typeface="Yu Gothic"/>
                <a:cs typeface="Yu Gothic"/>
              </a:defRPr>
            </a:lvl5pPr>
            <a:lvl6pPr algn="l">
              <a:defRPr sz="975" b="1">
                <a:solidFill>
                  <a:srgbClr val="147D78"/>
                </a:solidFill>
                <a:latin typeface="Yu Gothic"/>
                <a:ea typeface="Yu Gothic"/>
                <a:cs typeface="Yu Gothic"/>
              </a:defRPr>
            </a:lvl6pPr>
            <a:lvl7pPr algn="l">
              <a:defRPr sz="975" b="1">
                <a:solidFill>
                  <a:srgbClr val="147D78"/>
                </a:solidFill>
                <a:latin typeface="Yu Gothic"/>
                <a:ea typeface="Yu Gothic"/>
                <a:cs typeface="Yu Gothic"/>
              </a:defRPr>
            </a:lvl7pPr>
            <a:lvl8pPr algn="l">
              <a:defRPr sz="975" b="1">
                <a:solidFill>
                  <a:srgbClr val="147D78"/>
                </a:solidFill>
                <a:latin typeface="Yu Gothic"/>
                <a:ea typeface="Yu Gothic"/>
                <a:cs typeface="Yu Gothic"/>
              </a:defRPr>
            </a:lvl8pPr>
            <a:lvl9pPr algn="l">
              <a:defRPr sz="975" b="1">
                <a:solidFill>
                  <a:srgbClr val="147D78"/>
                </a:solidFill>
                <a:latin typeface="Yu Gothic"/>
                <a:ea typeface="Yu Gothic"/>
                <a:cs typeface="Yu Gothic"/>
              </a:defRPr>
            </a:lvl9pPr>
          </a:lstStyle>
          <a:p xmlns:a="http://schemas.openxmlformats.org/drawingml/2006/main">
            <a:pPr algn="l">
              <a:defRPr sz="975" b="1">
                <a:solidFill>
                  <a:srgbClr val="147D78"/>
                </a:solidFill>
                <a:latin typeface="Yu Gothic"/>
                <a:ea typeface="Yu Gothic"/>
                <a:cs typeface="Yu Gothic"/>
              </a:defRPr>
            </a:pPr>
            <a:r>
              <a:rPr sz="975" b="1">
                <a:solidFill>
                  <a:srgbClr val="147D78"/>
                </a:solidFill>
                <a:latin typeface="Yu Gothic"/>
                <a:ea typeface="Yu Gothic"/>
                <a:cs typeface="Yu Gothic"/>
              </a:rPr>
              <a:t>研究背景</a:t>
            </a:r>
          </a:p>
        </p:txBody>
      </p:sp>
      <p:sp>
        <p:nvSpPr>
          <p:cNvPr id="2" name="">
            <a:extLst xmlns:a="http://schemas.openxmlformats.org/drawingml/2006/main">
              <a:ext uri="{FF2B5EF4-FFF2-40B4-BE49-F238E27FC236}">
                <a16:creationId xmlns:a16="http://schemas.microsoft.com/office/drawing/2014/main" id="{A9E49C09-A43A-4AD8-9122-A58B52745BE5}"/>
              </a:ext>
            </a:extLst>
          </p:cNvPr>
          <p:cNvSpPr>
            <a:spLocks xmlns:a="http://schemas.openxmlformats.org/drawingml/2006/main" noGrp="1"/>
          </p:cNvSpPr>
          <p:nvPr/>
        </p:nvSpPr>
        <p:spPr>
          <a:xfrm xmlns:a="http://schemas.openxmlformats.org/drawingml/2006/main">
            <a:off x="685800" y="6286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925" b="1">
                <a:solidFill>
                  <a:srgbClr val="142B3B"/>
                </a:solidFill>
                <a:latin typeface="Yu Gothic"/>
                <a:ea typeface="Yu Gothic"/>
                <a:cs typeface="Yu Gothic"/>
              </a:defRPr>
            </a:defPPr>
            <a:lvl1pPr algn="l">
              <a:defRPr sz="2925" b="1">
                <a:solidFill>
                  <a:srgbClr val="142B3B"/>
                </a:solidFill>
                <a:latin typeface="Yu Gothic"/>
                <a:ea typeface="Yu Gothic"/>
                <a:cs typeface="Yu Gothic"/>
              </a:defRPr>
            </a:lvl1pPr>
            <a:lvl2pPr algn="l">
              <a:defRPr sz="2925" b="1">
                <a:solidFill>
                  <a:srgbClr val="142B3B"/>
                </a:solidFill>
                <a:latin typeface="Yu Gothic"/>
                <a:ea typeface="Yu Gothic"/>
                <a:cs typeface="Yu Gothic"/>
              </a:defRPr>
            </a:lvl2pPr>
            <a:lvl3pPr algn="l">
              <a:defRPr sz="2925" b="1">
                <a:solidFill>
                  <a:srgbClr val="142B3B"/>
                </a:solidFill>
                <a:latin typeface="Yu Gothic"/>
                <a:ea typeface="Yu Gothic"/>
                <a:cs typeface="Yu Gothic"/>
              </a:defRPr>
            </a:lvl3pPr>
            <a:lvl4pPr algn="l">
              <a:defRPr sz="2925" b="1">
                <a:solidFill>
                  <a:srgbClr val="142B3B"/>
                </a:solidFill>
                <a:latin typeface="Yu Gothic"/>
                <a:ea typeface="Yu Gothic"/>
                <a:cs typeface="Yu Gothic"/>
              </a:defRPr>
            </a:lvl4pPr>
            <a:lvl5pPr algn="l">
              <a:defRPr sz="2925" b="1">
                <a:solidFill>
                  <a:srgbClr val="142B3B"/>
                </a:solidFill>
                <a:latin typeface="Yu Gothic"/>
                <a:ea typeface="Yu Gothic"/>
                <a:cs typeface="Yu Gothic"/>
              </a:defRPr>
            </a:lvl5pPr>
            <a:lvl6pPr algn="l">
              <a:defRPr sz="2925" b="1">
                <a:solidFill>
                  <a:srgbClr val="142B3B"/>
                </a:solidFill>
                <a:latin typeface="Yu Gothic"/>
                <a:ea typeface="Yu Gothic"/>
                <a:cs typeface="Yu Gothic"/>
              </a:defRPr>
            </a:lvl6pPr>
            <a:lvl7pPr algn="l">
              <a:defRPr sz="2925" b="1">
                <a:solidFill>
                  <a:srgbClr val="142B3B"/>
                </a:solidFill>
                <a:latin typeface="Yu Gothic"/>
                <a:ea typeface="Yu Gothic"/>
                <a:cs typeface="Yu Gothic"/>
              </a:defRPr>
            </a:lvl7pPr>
            <a:lvl8pPr algn="l">
              <a:defRPr sz="2925" b="1">
                <a:solidFill>
                  <a:srgbClr val="142B3B"/>
                </a:solidFill>
                <a:latin typeface="Yu Gothic"/>
                <a:ea typeface="Yu Gothic"/>
                <a:cs typeface="Yu Gothic"/>
              </a:defRPr>
            </a:lvl8pPr>
            <a:lvl9pPr algn="l">
              <a:defRPr sz="2925" b="1">
                <a:solidFill>
                  <a:srgbClr val="142B3B"/>
                </a:solidFill>
                <a:latin typeface="Yu Gothic"/>
                <a:ea typeface="Yu Gothic"/>
                <a:cs typeface="Yu Gothic"/>
              </a:defRPr>
            </a:lvl9pPr>
          </a:lstStyle>
          <a:p xmlns:a="http://schemas.openxmlformats.org/drawingml/2006/main">
            <a:pPr algn="l">
              <a:defRPr sz="2925" b="1">
                <a:solidFill>
                  <a:srgbClr val="142B3B"/>
                </a:solidFill>
                <a:latin typeface="Yu Gothic"/>
                <a:ea typeface="Yu Gothic"/>
                <a:cs typeface="Yu Gothic"/>
              </a:defRPr>
            </a:pPr>
            <a:r>
              <a:rPr sz="2925" b="1">
                <a:solidFill>
                  <a:srgbClr val="142B3B"/>
                </a:solidFill>
                <a:latin typeface="Yu Gothic"/>
                <a:ea typeface="Yu Gothic"/>
                <a:cs typeface="Yu Gothic"/>
              </a:rPr>
              <a:t>正解率だけでは、少数の yes を見逃す</a:t>
            </a:r>
          </a:p>
        </p:txBody>
      </p:sp>
      <p:sp>
        <p:nvSpPr>
          <p:cNvPr id="3" name="">
            <a:extLst xmlns:a="http://schemas.openxmlformats.org/drawingml/2006/main">
              <a:ext uri="{FF2B5EF4-FFF2-40B4-BE49-F238E27FC236}">
                <a16:creationId xmlns:a16="http://schemas.microsoft.com/office/drawing/2014/main" id="{2364852A-C22D-49FE-BBFD-E4E7A5667016}"/>
              </a:ext>
            </a:extLst>
          </p:cNvPr>
          <p:cNvSpPr>
            <a:spLocks xmlns:a="http://schemas.openxmlformats.org/drawingml/2006/main" noGrp="1"/>
          </p:cNvSpPr>
          <p:nvPr/>
        </p:nvSpPr>
        <p:spPr>
          <a:xfrm xmlns:a="http://schemas.openxmlformats.org/drawingml/2006/main">
            <a:off x="685800" y="1304925"/>
            <a:ext cx="10820400" cy="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4" name="">
            <a:extLst xmlns:a="http://schemas.openxmlformats.org/drawingml/2006/main">
              <a:ext uri="{FF2B5EF4-FFF2-40B4-BE49-F238E27FC236}">
                <a16:creationId xmlns:a16="http://schemas.microsoft.com/office/drawing/2014/main" id="{AB9A997A-183C-4B5D-A416-3274242A6FD5}"/>
              </a:ext>
            </a:extLst>
          </p:cNvPr>
          <p:cNvSpPr>
            <a:spLocks xmlns:a="http://schemas.openxmlformats.org/drawingml/2006/main" noGrp="1"/>
          </p:cNvSpPr>
          <p:nvPr/>
        </p:nvSpPr>
        <p:spPr>
          <a:xfrm xmlns:a="http://schemas.openxmlformats.org/drawingml/2006/main">
            <a:off x="11049000" y="63627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5B6D76"/>
                </a:solidFill>
                <a:latin typeface="Yu Gothic"/>
                <a:ea typeface="Yu Gothic"/>
                <a:cs typeface="Yu Gothic"/>
              </a:defRPr>
            </a:defPPr>
            <a:lvl1pPr algn="r">
              <a:defRPr sz="1050" b="1">
                <a:solidFill>
                  <a:srgbClr val="5B6D76"/>
                </a:solidFill>
                <a:latin typeface="Yu Gothic"/>
                <a:ea typeface="Yu Gothic"/>
                <a:cs typeface="Yu Gothic"/>
              </a:defRPr>
            </a:lvl1pPr>
            <a:lvl2pPr algn="r">
              <a:defRPr sz="1050" b="1">
                <a:solidFill>
                  <a:srgbClr val="5B6D76"/>
                </a:solidFill>
                <a:latin typeface="Yu Gothic"/>
                <a:ea typeface="Yu Gothic"/>
                <a:cs typeface="Yu Gothic"/>
              </a:defRPr>
            </a:lvl2pPr>
            <a:lvl3pPr algn="r">
              <a:defRPr sz="1050" b="1">
                <a:solidFill>
                  <a:srgbClr val="5B6D76"/>
                </a:solidFill>
                <a:latin typeface="Yu Gothic"/>
                <a:ea typeface="Yu Gothic"/>
                <a:cs typeface="Yu Gothic"/>
              </a:defRPr>
            </a:lvl3pPr>
            <a:lvl4pPr algn="r">
              <a:defRPr sz="1050" b="1">
                <a:solidFill>
                  <a:srgbClr val="5B6D76"/>
                </a:solidFill>
                <a:latin typeface="Yu Gothic"/>
                <a:ea typeface="Yu Gothic"/>
                <a:cs typeface="Yu Gothic"/>
              </a:defRPr>
            </a:lvl4pPr>
            <a:lvl5pPr algn="r">
              <a:defRPr sz="1050" b="1">
                <a:solidFill>
                  <a:srgbClr val="5B6D76"/>
                </a:solidFill>
                <a:latin typeface="Yu Gothic"/>
                <a:ea typeface="Yu Gothic"/>
                <a:cs typeface="Yu Gothic"/>
              </a:defRPr>
            </a:lvl5pPr>
            <a:lvl6pPr algn="r">
              <a:defRPr sz="1050" b="1">
                <a:solidFill>
                  <a:srgbClr val="5B6D76"/>
                </a:solidFill>
                <a:latin typeface="Yu Gothic"/>
                <a:ea typeface="Yu Gothic"/>
                <a:cs typeface="Yu Gothic"/>
              </a:defRPr>
            </a:lvl6pPr>
            <a:lvl7pPr algn="r">
              <a:defRPr sz="1050" b="1">
                <a:solidFill>
                  <a:srgbClr val="5B6D76"/>
                </a:solidFill>
                <a:latin typeface="Yu Gothic"/>
                <a:ea typeface="Yu Gothic"/>
                <a:cs typeface="Yu Gothic"/>
              </a:defRPr>
            </a:lvl7pPr>
            <a:lvl8pPr algn="r">
              <a:defRPr sz="1050" b="1">
                <a:solidFill>
                  <a:srgbClr val="5B6D76"/>
                </a:solidFill>
                <a:latin typeface="Yu Gothic"/>
                <a:ea typeface="Yu Gothic"/>
                <a:cs typeface="Yu Gothic"/>
              </a:defRPr>
            </a:lvl8pPr>
            <a:lvl9pPr algn="r">
              <a:defRPr sz="1050" b="1">
                <a:solidFill>
                  <a:srgbClr val="5B6D76"/>
                </a:solidFill>
                <a:latin typeface="Yu Gothic"/>
                <a:ea typeface="Yu Gothic"/>
                <a:cs typeface="Yu Gothic"/>
              </a:defRPr>
            </a:lvl9pPr>
          </a:lstStyle>
          <a:p xmlns:a="http://schemas.openxmlformats.org/drawingml/2006/main">
            <a:pPr algn="r">
              <a:defRPr sz="1050" b="1">
                <a:solidFill>
                  <a:srgbClr val="5B6D76"/>
                </a:solidFill>
                <a:latin typeface="Yu Gothic"/>
                <a:ea typeface="Yu Gothic"/>
                <a:cs typeface="Yu Gothic"/>
              </a:defRPr>
            </a:pPr>
            <a:r>
              <a:rPr sz="1050" b="1">
                <a:solidFill>
                  <a:srgbClr val="5B6D76"/>
                </a:solidFill>
                <a:latin typeface="Yu Gothic"/>
                <a:ea typeface="Yu Gothic"/>
                <a:cs typeface="Yu Gothic"/>
              </a:rPr>
              <a:t>02</a:t>
            </a:r>
          </a:p>
        </p:txBody>
      </p:sp>
      <p:sp>
        <p:nvSpPr>
          <p:cNvPr id="5" name="">
            <a:extLst xmlns:a="http://schemas.openxmlformats.org/drawingml/2006/main">
              <a:ext uri="{FF2B5EF4-FFF2-40B4-BE49-F238E27FC236}">
                <a16:creationId xmlns:a16="http://schemas.microsoft.com/office/drawing/2014/main" id="{72477368-9672-4D06-9475-6BAEDA7FCA33}"/>
              </a:ext>
            </a:extLst>
          </p:cNvPr>
          <p:cNvSpPr>
            <a:spLocks xmlns:a="http://schemas.openxmlformats.org/drawingml/2006/main" noGrp="1"/>
          </p:cNvSpPr>
          <p:nvPr/>
        </p:nvSpPr>
        <p:spPr>
          <a:xfrm xmlns:a="http://schemas.openxmlformats.org/drawingml/2006/main">
            <a:off x="723900" y="1571625"/>
            <a:ext cx="5905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75" b="1">
                <a:solidFill>
                  <a:srgbClr val="142B3B"/>
                </a:solidFill>
                <a:latin typeface="Yu Gothic"/>
                <a:ea typeface="Yu Gothic"/>
                <a:cs typeface="Yu Gothic"/>
              </a:defRPr>
            </a:defPPr>
            <a:lvl1pPr algn="l">
              <a:defRPr sz="2175" b="1">
                <a:solidFill>
                  <a:srgbClr val="142B3B"/>
                </a:solidFill>
                <a:latin typeface="Yu Gothic"/>
                <a:ea typeface="Yu Gothic"/>
                <a:cs typeface="Yu Gothic"/>
              </a:defRPr>
            </a:lvl1pPr>
            <a:lvl2pPr algn="l">
              <a:defRPr sz="2175" b="1">
                <a:solidFill>
                  <a:srgbClr val="142B3B"/>
                </a:solidFill>
                <a:latin typeface="Yu Gothic"/>
                <a:ea typeface="Yu Gothic"/>
                <a:cs typeface="Yu Gothic"/>
              </a:defRPr>
            </a:lvl2pPr>
            <a:lvl3pPr algn="l">
              <a:defRPr sz="2175" b="1">
                <a:solidFill>
                  <a:srgbClr val="142B3B"/>
                </a:solidFill>
                <a:latin typeface="Yu Gothic"/>
                <a:ea typeface="Yu Gothic"/>
                <a:cs typeface="Yu Gothic"/>
              </a:defRPr>
            </a:lvl3pPr>
            <a:lvl4pPr algn="l">
              <a:defRPr sz="2175" b="1">
                <a:solidFill>
                  <a:srgbClr val="142B3B"/>
                </a:solidFill>
                <a:latin typeface="Yu Gothic"/>
                <a:ea typeface="Yu Gothic"/>
                <a:cs typeface="Yu Gothic"/>
              </a:defRPr>
            </a:lvl4pPr>
            <a:lvl5pPr algn="l">
              <a:defRPr sz="2175" b="1">
                <a:solidFill>
                  <a:srgbClr val="142B3B"/>
                </a:solidFill>
                <a:latin typeface="Yu Gothic"/>
                <a:ea typeface="Yu Gothic"/>
                <a:cs typeface="Yu Gothic"/>
              </a:defRPr>
            </a:lvl5pPr>
            <a:lvl6pPr algn="l">
              <a:defRPr sz="2175" b="1">
                <a:solidFill>
                  <a:srgbClr val="142B3B"/>
                </a:solidFill>
                <a:latin typeface="Yu Gothic"/>
                <a:ea typeface="Yu Gothic"/>
                <a:cs typeface="Yu Gothic"/>
              </a:defRPr>
            </a:lvl6pPr>
            <a:lvl7pPr algn="l">
              <a:defRPr sz="2175" b="1">
                <a:solidFill>
                  <a:srgbClr val="142B3B"/>
                </a:solidFill>
                <a:latin typeface="Yu Gothic"/>
                <a:ea typeface="Yu Gothic"/>
                <a:cs typeface="Yu Gothic"/>
              </a:defRPr>
            </a:lvl7pPr>
            <a:lvl8pPr algn="l">
              <a:defRPr sz="2175" b="1">
                <a:solidFill>
                  <a:srgbClr val="142B3B"/>
                </a:solidFill>
                <a:latin typeface="Yu Gothic"/>
                <a:ea typeface="Yu Gothic"/>
                <a:cs typeface="Yu Gothic"/>
              </a:defRPr>
            </a:lvl8pPr>
            <a:lvl9pPr algn="l">
              <a:defRPr sz="2175" b="1">
                <a:solidFill>
                  <a:srgbClr val="142B3B"/>
                </a:solidFill>
                <a:latin typeface="Yu Gothic"/>
                <a:ea typeface="Yu Gothic"/>
                <a:cs typeface="Yu Gothic"/>
              </a:defRPr>
            </a:lvl9pPr>
          </a:lstStyle>
          <a:p xmlns:a="http://schemas.openxmlformats.org/drawingml/2006/main">
            <a:pPr algn="l">
              <a:defRPr sz="2175" b="1">
                <a:solidFill>
                  <a:srgbClr val="142B3B"/>
                </a:solidFill>
                <a:latin typeface="Yu Gothic"/>
                <a:ea typeface="Yu Gothic"/>
                <a:cs typeface="Yu Gothic"/>
              </a:defRPr>
            </a:pPr>
            <a:r>
              <a:rPr sz="2175" b="1">
                <a:solidFill>
                  <a:srgbClr val="142B3B"/>
                </a:solidFill>
                <a:latin typeface="Yu Gothic"/>
                <a:ea typeface="Yu Gothic"/>
                <a:cs typeface="Yu Gothic"/>
              </a:rPr>
              <a:t>「申し込みなし」が多いデータでは、</a:t>
            </a:r>
          </a:p>
          <a:p xmlns:a="http://schemas.openxmlformats.org/drawingml/2006/main">
            <a:pPr algn="l">
              <a:defRPr sz="2175" b="1">
                <a:solidFill>
                  <a:srgbClr val="142B3B"/>
                </a:solidFill>
                <a:latin typeface="Yu Gothic"/>
                <a:ea typeface="Yu Gothic"/>
                <a:cs typeface="Yu Gothic"/>
              </a:defRPr>
            </a:pPr>
            <a:r>
              <a:rPr sz="2175" b="1">
                <a:solidFill>
                  <a:srgbClr val="142B3B"/>
                </a:solidFill>
                <a:latin typeface="Yu Gothic"/>
                <a:ea typeface="Yu Gothic"/>
                <a:cs typeface="Yu Gothic"/>
              </a:rPr>
              <a:t>全部を「なし」と答えても正解が多く見える</a:t>
            </a:r>
          </a:p>
        </p:txBody>
      </p:sp>
      <p:sp>
        <p:nvSpPr>
          <p:cNvPr id="6" name="">
            <a:extLst xmlns:a="http://schemas.openxmlformats.org/drawingml/2006/main">
              <a:ext uri="{FF2B5EF4-FFF2-40B4-BE49-F238E27FC236}">
                <a16:creationId xmlns:a16="http://schemas.microsoft.com/office/drawing/2014/main" id="{60C8335B-4438-4A7A-87B2-A065FC0DEB5D}"/>
              </a:ext>
            </a:extLst>
          </p:cNvPr>
          <p:cNvSpPr>
            <a:spLocks xmlns:a="http://schemas.openxmlformats.org/drawingml/2006/main" noGrp="1"/>
          </p:cNvSpPr>
          <p:nvPr/>
        </p:nvSpPr>
        <p:spPr>
          <a:xfrm xmlns:a="http://schemas.openxmlformats.org/drawingml/2006/main">
            <a:off x="723900" y="2914650"/>
            <a:ext cx="342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5B6D76"/>
                </a:solidFill>
                <a:latin typeface="Yu Gothic"/>
                <a:ea typeface="Yu Gothic"/>
                <a:cs typeface="Yu Gothic"/>
              </a:defRPr>
            </a:defPPr>
            <a:lvl1pPr algn="l">
              <a:defRPr sz="1275" b="1">
                <a:solidFill>
                  <a:srgbClr val="5B6D76"/>
                </a:solidFill>
                <a:latin typeface="Yu Gothic"/>
                <a:ea typeface="Yu Gothic"/>
                <a:cs typeface="Yu Gothic"/>
              </a:defRPr>
            </a:lvl1pPr>
            <a:lvl2pPr algn="l">
              <a:defRPr sz="1275" b="1">
                <a:solidFill>
                  <a:srgbClr val="5B6D76"/>
                </a:solidFill>
                <a:latin typeface="Yu Gothic"/>
                <a:ea typeface="Yu Gothic"/>
                <a:cs typeface="Yu Gothic"/>
              </a:defRPr>
            </a:lvl2pPr>
            <a:lvl3pPr algn="l">
              <a:defRPr sz="1275" b="1">
                <a:solidFill>
                  <a:srgbClr val="5B6D76"/>
                </a:solidFill>
                <a:latin typeface="Yu Gothic"/>
                <a:ea typeface="Yu Gothic"/>
                <a:cs typeface="Yu Gothic"/>
              </a:defRPr>
            </a:lvl3pPr>
            <a:lvl4pPr algn="l">
              <a:defRPr sz="1275" b="1">
                <a:solidFill>
                  <a:srgbClr val="5B6D76"/>
                </a:solidFill>
                <a:latin typeface="Yu Gothic"/>
                <a:ea typeface="Yu Gothic"/>
                <a:cs typeface="Yu Gothic"/>
              </a:defRPr>
            </a:lvl4pPr>
            <a:lvl5pPr algn="l">
              <a:defRPr sz="1275" b="1">
                <a:solidFill>
                  <a:srgbClr val="5B6D76"/>
                </a:solidFill>
                <a:latin typeface="Yu Gothic"/>
                <a:ea typeface="Yu Gothic"/>
                <a:cs typeface="Yu Gothic"/>
              </a:defRPr>
            </a:lvl5pPr>
            <a:lvl6pPr algn="l">
              <a:defRPr sz="1275" b="1">
                <a:solidFill>
                  <a:srgbClr val="5B6D76"/>
                </a:solidFill>
                <a:latin typeface="Yu Gothic"/>
                <a:ea typeface="Yu Gothic"/>
                <a:cs typeface="Yu Gothic"/>
              </a:defRPr>
            </a:lvl6pPr>
            <a:lvl7pPr algn="l">
              <a:defRPr sz="1275" b="1">
                <a:solidFill>
                  <a:srgbClr val="5B6D76"/>
                </a:solidFill>
                <a:latin typeface="Yu Gothic"/>
                <a:ea typeface="Yu Gothic"/>
                <a:cs typeface="Yu Gothic"/>
              </a:defRPr>
            </a:lvl7pPr>
            <a:lvl8pPr algn="l">
              <a:defRPr sz="1275" b="1">
                <a:solidFill>
                  <a:srgbClr val="5B6D76"/>
                </a:solidFill>
                <a:latin typeface="Yu Gothic"/>
                <a:ea typeface="Yu Gothic"/>
                <a:cs typeface="Yu Gothic"/>
              </a:defRPr>
            </a:lvl8pPr>
            <a:lvl9pPr algn="l">
              <a:defRPr sz="1275" b="1">
                <a:solidFill>
                  <a:srgbClr val="5B6D76"/>
                </a:solidFill>
                <a:latin typeface="Yu Gothic"/>
                <a:ea typeface="Yu Gothic"/>
                <a:cs typeface="Yu Gothic"/>
              </a:defRPr>
            </a:lvl9pPr>
          </a:lstStyle>
          <a:p xmlns:a="http://schemas.openxmlformats.org/drawingml/2006/main">
            <a:pPr algn="l">
              <a:defRPr sz="1275" b="1">
                <a:solidFill>
                  <a:srgbClr val="5B6D76"/>
                </a:solidFill>
                <a:latin typeface="Yu Gothic"/>
                <a:ea typeface="Yu Gothic"/>
                <a:cs typeface="Yu Gothic"/>
              </a:defRPr>
            </a:pPr>
            <a:r>
              <a:rPr sz="1275" b="1">
                <a:solidFill>
                  <a:srgbClr val="5B6D76"/>
                </a:solidFill>
                <a:latin typeface="Yu Gothic"/>
                <a:ea typeface="Yu Gothic"/>
                <a:cs typeface="Yu Gothic"/>
              </a:rPr>
              <a:t>今回のテストデータの構成</a:t>
            </a:r>
          </a:p>
        </p:txBody>
      </p:sp>
      <p:sp>
        <p:nvSpPr>
          <p:cNvPr id="7" name="">
            <a:extLst xmlns:a="http://schemas.openxmlformats.org/drawingml/2006/main">
              <a:ext uri="{FF2B5EF4-FFF2-40B4-BE49-F238E27FC236}">
                <a16:creationId xmlns:a16="http://schemas.microsoft.com/office/drawing/2014/main" id="{9AEAD8C7-1C99-4FB9-BE26-0039F734D955}"/>
              </a:ext>
            </a:extLst>
          </p:cNvPr>
          <p:cNvSpPr>
            <a:spLocks xmlns:a="http://schemas.openxmlformats.org/drawingml/2006/main" noGrp="1"/>
          </p:cNvSpPr>
          <p:nvPr/>
        </p:nvSpPr>
        <p:spPr>
          <a:xfrm xmlns:a="http://schemas.openxmlformats.org/drawingml/2006/main">
            <a:off x="723900" y="3333750"/>
            <a:ext cx="5334000" cy="381000"/>
          </a:xfrm>
          <a:prstGeom xmlns:a="http://schemas.openxmlformats.org/drawingml/2006/main" prst="rect">
            <a:avLst/>
          </a:prstGeom>
          <a:solidFill xmlns:a="http://schemas.openxmlformats.org/drawingml/2006/main">
            <a:srgbClr val="D9E0E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29EB5AF-D124-4679-90B3-3823116B785F}"/>
              </a:ext>
            </a:extLst>
          </p:cNvPr>
          <p:cNvSpPr>
            <a:spLocks xmlns:a="http://schemas.openxmlformats.org/drawingml/2006/main" noGrp="1"/>
          </p:cNvSpPr>
          <p:nvPr/>
        </p:nvSpPr>
        <p:spPr>
          <a:xfrm xmlns:a="http://schemas.openxmlformats.org/drawingml/2006/main">
            <a:off x="723900" y="3333750"/>
            <a:ext cx="623888" cy="381000"/>
          </a:xfrm>
          <a:prstGeom xmlns:a="http://schemas.openxmlformats.org/drawingml/2006/main" prst="rect">
            <a:avLst/>
          </a:prstGeom>
          <a:solidFill xmlns:a="http://schemas.openxmlformats.org/drawingml/2006/main">
            <a:srgbClr val="D66B5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56C5249-D029-4626-BE76-E8D0199871CE}"/>
              </a:ext>
            </a:extLst>
          </p:cNvPr>
          <p:cNvSpPr>
            <a:spLocks xmlns:a="http://schemas.openxmlformats.org/drawingml/2006/main" noGrp="1"/>
          </p:cNvSpPr>
          <p:nvPr/>
        </p:nvSpPr>
        <p:spPr>
          <a:xfrm xmlns:a="http://schemas.openxmlformats.org/drawingml/2006/main">
            <a:off x="723900" y="3848100"/>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D66B57"/>
                </a:solidFill>
                <a:latin typeface="Yu Gothic"/>
                <a:ea typeface="Yu Gothic"/>
                <a:cs typeface="Yu Gothic"/>
              </a:defRPr>
            </a:defPPr>
            <a:lvl1pPr algn="l">
              <a:defRPr sz="1350" b="1">
                <a:solidFill>
                  <a:srgbClr val="D66B57"/>
                </a:solidFill>
                <a:latin typeface="Yu Gothic"/>
                <a:ea typeface="Yu Gothic"/>
                <a:cs typeface="Yu Gothic"/>
              </a:defRPr>
            </a:lvl1pPr>
            <a:lvl2pPr algn="l">
              <a:defRPr sz="1350" b="1">
                <a:solidFill>
                  <a:srgbClr val="D66B57"/>
                </a:solidFill>
                <a:latin typeface="Yu Gothic"/>
                <a:ea typeface="Yu Gothic"/>
                <a:cs typeface="Yu Gothic"/>
              </a:defRPr>
            </a:lvl2pPr>
            <a:lvl3pPr algn="l">
              <a:defRPr sz="1350" b="1">
                <a:solidFill>
                  <a:srgbClr val="D66B57"/>
                </a:solidFill>
                <a:latin typeface="Yu Gothic"/>
                <a:ea typeface="Yu Gothic"/>
                <a:cs typeface="Yu Gothic"/>
              </a:defRPr>
            </a:lvl3pPr>
            <a:lvl4pPr algn="l">
              <a:defRPr sz="1350" b="1">
                <a:solidFill>
                  <a:srgbClr val="D66B57"/>
                </a:solidFill>
                <a:latin typeface="Yu Gothic"/>
                <a:ea typeface="Yu Gothic"/>
                <a:cs typeface="Yu Gothic"/>
              </a:defRPr>
            </a:lvl4pPr>
            <a:lvl5pPr algn="l">
              <a:defRPr sz="1350" b="1">
                <a:solidFill>
                  <a:srgbClr val="D66B57"/>
                </a:solidFill>
                <a:latin typeface="Yu Gothic"/>
                <a:ea typeface="Yu Gothic"/>
                <a:cs typeface="Yu Gothic"/>
              </a:defRPr>
            </a:lvl5pPr>
            <a:lvl6pPr algn="l">
              <a:defRPr sz="1350" b="1">
                <a:solidFill>
                  <a:srgbClr val="D66B57"/>
                </a:solidFill>
                <a:latin typeface="Yu Gothic"/>
                <a:ea typeface="Yu Gothic"/>
                <a:cs typeface="Yu Gothic"/>
              </a:defRPr>
            </a:lvl6pPr>
            <a:lvl7pPr algn="l">
              <a:defRPr sz="1350" b="1">
                <a:solidFill>
                  <a:srgbClr val="D66B57"/>
                </a:solidFill>
                <a:latin typeface="Yu Gothic"/>
                <a:ea typeface="Yu Gothic"/>
                <a:cs typeface="Yu Gothic"/>
              </a:defRPr>
            </a:lvl7pPr>
            <a:lvl8pPr algn="l">
              <a:defRPr sz="1350" b="1">
                <a:solidFill>
                  <a:srgbClr val="D66B57"/>
                </a:solidFill>
                <a:latin typeface="Yu Gothic"/>
                <a:ea typeface="Yu Gothic"/>
                <a:cs typeface="Yu Gothic"/>
              </a:defRPr>
            </a:lvl8pPr>
            <a:lvl9pPr algn="l">
              <a:defRPr sz="1350" b="1">
                <a:solidFill>
                  <a:srgbClr val="D66B57"/>
                </a:solidFill>
                <a:latin typeface="Yu Gothic"/>
                <a:ea typeface="Yu Gothic"/>
                <a:cs typeface="Yu Gothic"/>
              </a:defRPr>
            </a:lvl9pPr>
          </a:lstStyle>
          <a:p xmlns:a="http://schemas.openxmlformats.org/drawingml/2006/main">
            <a:pPr algn="l">
              <a:defRPr sz="1350" b="1">
                <a:solidFill>
                  <a:srgbClr val="D66B57"/>
                </a:solidFill>
                <a:latin typeface="Yu Gothic"/>
                <a:ea typeface="Yu Gothic"/>
                <a:cs typeface="Yu Gothic"/>
              </a:defRPr>
            </a:pPr>
            <a:r>
              <a:rPr sz="1350" b="1">
                <a:solidFill>
                  <a:srgbClr val="D66B57"/>
                </a:solidFill>
                <a:latin typeface="Yu Gothic"/>
                <a:ea typeface="Yu Gothic"/>
                <a:cs typeface="Yu Gothic"/>
              </a:rPr>
              <a:t>yes 11.7%</a:t>
            </a:r>
          </a:p>
        </p:txBody>
      </p:sp>
      <p:sp>
        <p:nvSpPr>
          <p:cNvPr id="10" name="">
            <a:extLst xmlns:a="http://schemas.openxmlformats.org/drawingml/2006/main">
              <a:ext uri="{FF2B5EF4-FFF2-40B4-BE49-F238E27FC236}">
                <a16:creationId xmlns:a16="http://schemas.microsoft.com/office/drawing/2014/main" id="{9737FC6A-73F7-49F7-A215-5293C9BED3C9}"/>
              </a:ext>
            </a:extLst>
          </p:cNvPr>
          <p:cNvSpPr>
            <a:spLocks xmlns:a="http://schemas.openxmlformats.org/drawingml/2006/main" noGrp="1"/>
          </p:cNvSpPr>
          <p:nvPr/>
        </p:nvSpPr>
        <p:spPr>
          <a:xfrm xmlns:a="http://schemas.openxmlformats.org/drawingml/2006/main">
            <a:off x="4476750" y="38481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350" b="1">
                <a:solidFill>
                  <a:srgbClr val="5B6D76"/>
                </a:solidFill>
                <a:latin typeface="Yu Gothic"/>
                <a:ea typeface="Yu Gothic"/>
                <a:cs typeface="Yu Gothic"/>
              </a:defRPr>
            </a:defPPr>
            <a:lvl1pPr algn="r">
              <a:defRPr sz="1350" b="1">
                <a:solidFill>
                  <a:srgbClr val="5B6D76"/>
                </a:solidFill>
                <a:latin typeface="Yu Gothic"/>
                <a:ea typeface="Yu Gothic"/>
                <a:cs typeface="Yu Gothic"/>
              </a:defRPr>
            </a:lvl1pPr>
            <a:lvl2pPr algn="r">
              <a:defRPr sz="1350" b="1">
                <a:solidFill>
                  <a:srgbClr val="5B6D76"/>
                </a:solidFill>
                <a:latin typeface="Yu Gothic"/>
                <a:ea typeface="Yu Gothic"/>
                <a:cs typeface="Yu Gothic"/>
              </a:defRPr>
            </a:lvl2pPr>
            <a:lvl3pPr algn="r">
              <a:defRPr sz="1350" b="1">
                <a:solidFill>
                  <a:srgbClr val="5B6D76"/>
                </a:solidFill>
                <a:latin typeface="Yu Gothic"/>
                <a:ea typeface="Yu Gothic"/>
                <a:cs typeface="Yu Gothic"/>
              </a:defRPr>
            </a:lvl3pPr>
            <a:lvl4pPr algn="r">
              <a:defRPr sz="1350" b="1">
                <a:solidFill>
                  <a:srgbClr val="5B6D76"/>
                </a:solidFill>
                <a:latin typeface="Yu Gothic"/>
                <a:ea typeface="Yu Gothic"/>
                <a:cs typeface="Yu Gothic"/>
              </a:defRPr>
            </a:lvl4pPr>
            <a:lvl5pPr algn="r">
              <a:defRPr sz="1350" b="1">
                <a:solidFill>
                  <a:srgbClr val="5B6D76"/>
                </a:solidFill>
                <a:latin typeface="Yu Gothic"/>
                <a:ea typeface="Yu Gothic"/>
                <a:cs typeface="Yu Gothic"/>
              </a:defRPr>
            </a:lvl5pPr>
            <a:lvl6pPr algn="r">
              <a:defRPr sz="1350" b="1">
                <a:solidFill>
                  <a:srgbClr val="5B6D76"/>
                </a:solidFill>
                <a:latin typeface="Yu Gothic"/>
                <a:ea typeface="Yu Gothic"/>
                <a:cs typeface="Yu Gothic"/>
              </a:defRPr>
            </a:lvl6pPr>
            <a:lvl7pPr algn="r">
              <a:defRPr sz="1350" b="1">
                <a:solidFill>
                  <a:srgbClr val="5B6D76"/>
                </a:solidFill>
                <a:latin typeface="Yu Gothic"/>
                <a:ea typeface="Yu Gothic"/>
                <a:cs typeface="Yu Gothic"/>
              </a:defRPr>
            </a:lvl7pPr>
            <a:lvl8pPr algn="r">
              <a:defRPr sz="1350" b="1">
                <a:solidFill>
                  <a:srgbClr val="5B6D76"/>
                </a:solidFill>
                <a:latin typeface="Yu Gothic"/>
                <a:ea typeface="Yu Gothic"/>
                <a:cs typeface="Yu Gothic"/>
              </a:defRPr>
            </a:lvl8pPr>
            <a:lvl9pPr algn="r">
              <a:defRPr sz="1350" b="1">
                <a:solidFill>
                  <a:srgbClr val="5B6D76"/>
                </a:solidFill>
                <a:latin typeface="Yu Gothic"/>
                <a:ea typeface="Yu Gothic"/>
                <a:cs typeface="Yu Gothic"/>
              </a:defRPr>
            </a:lvl9pPr>
          </a:lstStyle>
          <a:p xmlns:a="http://schemas.openxmlformats.org/drawingml/2006/main">
            <a:pPr algn="r">
              <a:defRPr sz="1350" b="1">
                <a:solidFill>
                  <a:srgbClr val="5B6D76"/>
                </a:solidFill>
                <a:latin typeface="Yu Gothic"/>
                <a:ea typeface="Yu Gothic"/>
                <a:cs typeface="Yu Gothic"/>
              </a:defRPr>
            </a:pPr>
            <a:r>
              <a:rPr sz="1350" b="1">
                <a:solidFill>
                  <a:srgbClr val="5B6D76"/>
                </a:solidFill>
                <a:latin typeface="Yu Gothic"/>
                <a:ea typeface="Yu Gothic"/>
                <a:cs typeface="Yu Gothic"/>
              </a:rPr>
              <a:t>no 88.3%</a:t>
            </a:r>
          </a:p>
        </p:txBody>
      </p:sp>
      <p:sp>
        <p:nvSpPr>
          <p:cNvPr id="11" name="">
            <a:extLst xmlns:a="http://schemas.openxmlformats.org/drawingml/2006/main">
              <a:ext uri="{FF2B5EF4-FFF2-40B4-BE49-F238E27FC236}">
                <a16:creationId xmlns:a16="http://schemas.microsoft.com/office/drawing/2014/main" id="{E35216BC-3D06-4383-864C-49CD45CE32DF}"/>
              </a:ext>
            </a:extLst>
          </p:cNvPr>
          <p:cNvSpPr>
            <a:spLocks xmlns:a="http://schemas.openxmlformats.org/drawingml/2006/main" noGrp="1"/>
          </p:cNvSpPr>
          <p:nvPr/>
        </p:nvSpPr>
        <p:spPr>
          <a:xfrm xmlns:a="http://schemas.openxmlformats.org/drawingml/2006/main">
            <a:off x="723900" y="45720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5B6D76"/>
                </a:solidFill>
                <a:latin typeface="Yu Gothic"/>
                <a:ea typeface="Yu Gothic"/>
                <a:cs typeface="Yu Gothic"/>
              </a:defRPr>
            </a:defPPr>
            <a:lvl1pPr algn="l">
              <a:defRPr sz="1350" b="1">
                <a:solidFill>
                  <a:srgbClr val="5B6D76"/>
                </a:solidFill>
                <a:latin typeface="Yu Gothic"/>
                <a:ea typeface="Yu Gothic"/>
                <a:cs typeface="Yu Gothic"/>
              </a:defRPr>
            </a:lvl1pPr>
            <a:lvl2pPr algn="l">
              <a:defRPr sz="1350" b="1">
                <a:solidFill>
                  <a:srgbClr val="5B6D76"/>
                </a:solidFill>
                <a:latin typeface="Yu Gothic"/>
                <a:ea typeface="Yu Gothic"/>
                <a:cs typeface="Yu Gothic"/>
              </a:defRPr>
            </a:lvl2pPr>
            <a:lvl3pPr algn="l">
              <a:defRPr sz="1350" b="1">
                <a:solidFill>
                  <a:srgbClr val="5B6D76"/>
                </a:solidFill>
                <a:latin typeface="Yu Gothic"/>
                <a:ea typeface="Yu Gothic"/>
                <a:cs typeface="Yu Gothic"/>
              </a:defRPr>
            </a:lvl3pPr>
            <a:lvl4pPr algn="l">
              <a:defRPr sz="1350" b="1">
                <a:solidFill>
                  <a:srgbClr val="5B6D76"/>
                </a:solidFill>
                <a:latin typeface="Yu Gothic"/>
                <a:ea typeface="Yu Gothic"/>
                <a:cs typeface="Yu Gothic"/>
              </a:defRPr>
            </a:lvl4pPr>
            <a:lvl5pPr algn="l">
              <a:defRPr sz="1350" b="1">
                <a:solidFill>
                  <a:srgbClr val="5B6D76"/>
                </a:solidFill>
                <a:latin typeface="Yu Gothic"/>
                <a:ea typeface="Yu Gothic"/>
                <a:cs typeface="Yu Gothic"/>
              </a:defRPr>
            </a:lvl5pPr>
            <a:lvl6pPr algn="l">
              <a:defRPr sz="1350" b="1">
                <a:solidFill>
                  <a:srgbClr val="5B6D76"/>
                </a:solidFill>
                <a:latin typeface="Yu Gothic"/>
                <a:ea typeface="Yu Gothic"/>
                <a:cs typeface="Yu Gothic"/>
              </a:defRPr>
            </a:lvl6pPr>
            <a:lvl7pPr algn="l">
              <a:defRPr sz="1350" b="1">
                <a:solidFill>
                  <a:srgbClr val="5B6D76"/>
                </a:solidFill>
                <a:latin typeface="Yu Gothic"/>
                <a:ea typeface="Yu Gothic"/>
                <a:cs typeface="Yu Gothic"/>
              </a:defRPr>
            </a:lvl7pPr>
            <a:lvl8pPr algn="l">
              <a:defRPr sz="1350" b="1">
                <a:solidFill>
                  <a:srgbClr val="5B6D76"/>
                </a:solidFill>
                <a:latin typeface="Yu Gothic"/>
                <a:ea typeface="Yu Gothic"/>
                <a:cs typeface="Yu Gothic"/>
              </a:defRPr>
            </a:lvl8pPr>
            <a:lvl9pPr algn="l">
              <a:defRPr sz="1350" b="1">
                <a:solidFill>
                  <a:srgbClr val="5B6D76"/>
                </a:solidFill>
                <a:latin typeface="Yu Gothic"/>
                <a:ea typeface="Yu Gothic"/>
                <a:cs typeface="Yu Gothic"/>
              </a:defRPr>
            </a:lvl9pPr>
          </a:lstStyle>
          <a:p xmlns:a="http://schemas.openxmlformats.org/drawingml/2006/main">
            <a:pPr algn="l">
              <a:defRPr sz="1350" b="1">
                <a:solidFill>
                  <a:srgbClr val="5B6D76"/>
                </a:solidFill>
                <a:latin typeface="Yu Gothic"/>
                <a:ea typeface="Yu Gothic"/>
                <a:cs typeface="Yu Gothic"/>
              </a:defRPr>
            </a:pPr>
            <a:r>
              <a:rPr sz="1350" b="1">
                <a:solidFill>
                  <a:srgbClr val="5B6D76"/>
                </a:solidFill>
                <a:latin typeface="Yu Gothic"/>
                <a:ea typeface="Yu Gothic"/>
                <a:cs typeface="Yu Gothic"/>
              </a:rPr>
              <a:t>全件を「no」と予測した場合</a:t>
            </a:r>
          </a:p>
        </p:txBody>
      </p:sp>
      <p:sp>
        <p:nvSpPr>
          <p:cNvPr id="12" name="">
            <a:extLst xmlns:a="http://schemas.openxmlformats.org/drawingml/2006/main">
              <a:ext uri="{FF2B5EF4-FFF2-40B4-BE49-F238E27FC236}">
                <a16:creationId xmlns:a16="http://schemas.microsoft.com/office/drawing/2014/main" id="{8D8EDA11-B2BD-4A1F-AEF0-AC3041A55327}"/>
              </a:ext>
            </a:extLst>
          </p:cNvPr>
          <p:cNvSpPr>
            <a:spLocks xmlns:a="http://schemas.openxmlformats.org/drawingml/2006/main" noGrp="1"/>
          </p:cNvSpPr>
          <p:nvPr/>
        </p:nvSpPr>
        <p:spPr>
          <a:xfrm xmlns:a="http://schemas.openxmlformats.org/drawingml/2006/main">
            <a:off x="723900" y="4953000"/>
            <a:ext cx="3333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850" b="1">
                <a:solidFill>
                  <a:srgbClr val="142B3B"/>
                </a:solidFill>
                <a:latin typeface="Yu Gothic"/>
                <a:ea typeface="Yu Gothic"/>
                <a:cs typeface="Yu Gothic"/>
              </a:defRPr>
            </a:defPPr>
            <a:lvl1pPr algn="l">
              <a:defRPr sz="2850" b="1">
                <a:solidFill>
                  <a:srgbClr val="142B3B"/>
                </a:solidFill>
                <a:latin typeface="Yu Gothic"/>
                <a:ea typeface="Yu Gothic"/>
                <a:cs typeface="Yu Gothic"/>
              </a:defRPr>
            </a:lvl1pPr>
            <a:lvl2pPr algn="l">
              <a:defRPr sz="2850" b="1">
                <a:solidFill>
                  <a:srgbClr val="142B3B"/>
                </a:solidFill>
                <a:latin typeface="Yu Gothic"/>
                <a:ea typeface="Yu Gothic"/>
                <a:cs typeface="Yu Gothic"/>
              </a:defRPr>
            </a:lvl2pPr>
            <a:lvl3pPr algn="l">
              <a:defRPr sz="2850" b="1">
                <a:solidFill>
                  <a:srgbClr val="142B3B"/>
                </a:solidFill>
                <a:latin typeface="Yu Gothic"/>
                <a:ea typeface="Yu Gothic"/>
                <a:cs typeface="Yu Gothic"/>
              </a:defRPr>
            </a:lvl3pPr>
            <a:lvl4pPr algn="l">
              <a:defRPr sz="2850" b="1">
                <a:solidFill>
                  <a:srgbClr val="142B3B"/>
                </a:solidFill>
                <a:latin typeface="Yu Gothic"/>
                <a:ea typeface="Yu Gothic"/>
                <a:cs typeface="Yu Gothic"/>
              </a:defRPr>
            </a:lvl4pPr>
            <a:lvl5pPr algn="l">
              <a:defRPr sz="2850" b="1">
                <a:solidFill>
                  <a:srgbClr val="142B3B"/>
                </a:solidFill>
                <a:latin typeface="Yu Gothic"/>
                <a:ea typeface="Yu Gothic"/>
                <a:cs typeface="Yu Gothic"/>
              </a:defRPr>
            </a:lvl5pPr>
            <a:lvl6pPr algn="l">
              <a:defRPr sz="2850" b="1">
                <a:solidFill>
                  <a:srgbClr val="142B3B"/>
                </a:solidFill>
                <a:latin typeface="Yu Gothic"/>
                <a:ea typeface="Yu Gothic"/>
                <a:cs typeface="Yu Gothic"/>
              </a:defRPr>
            </a:lvl6pPr>
            <a:lvl7pPr algn="l">
              <a:defRPr sz="2850" b="1">
                <a:solidFill>
                  <a:srgbClr val="142B3B"/>
                </a:solidFill>
                <a:latin typeface="Yu Gothic"/>
                <a:ea typeface="Yu Gothic"/>
                <a:cs typeface="Yu Gothic"/>
              </a:defRPr>
            </a:lvl7pPr>
            <a:lvl8pPr algn="l">
              <a:defRPr sz="2850" b="1">
                <a:solidFill>
                  <a:srgbClr val="142B3B"/>
                </a:solidFill>
                <a:latin typeface="Yu Gothic"/>
                <a:ea typeface="Yu Gothic"/>
                <a:cs typeface="Yu Gothic"/>
              </a:defRPr>
            </a:lvl8pPr>
            <a:lvl9pPr algn="l">
              <a:defRPr sz="2850" b="1">
                <a:solidFill>
                  <a:srgbClr val="142B3B"/>
                </a:solidFill>
                <a:latin typeface="Yu Gothic"/>
                <a:ea typeface="Yu Gothic"/>
                <a:cs typeface="Yu Gothic"/>
              </a:defRPr>
            </a:lvl9pPr>
          </a:lstStyle>
          <a:p xmlns:a="http://schemas.openxmlformats.org/drawingml/2006/main">
            <a:pPr algn="l">
              <a:defRPr sz="2850" b="1">
                <a:solidFill>
                  <a:srgbClr val="142B3B"/>
                </a:solidFill>
                <a:latin typeface="Yu Gothic"/>
                <a:ea typeface="Yu Gothic"/>
                <a:cs typeface="Yu Gothic"/>
              </a:defRPr>
            </a:pPr>
            <a:r>
              <a:rPr sz="2850" b="1">
                <a:solidFill>
                  <a:srgbClr val="142B3B"/>
                </a:solidFill>
                <a:latin typeface="Yu Gothic"/>
                <a:ea typeface="Yu Gothic"/>
                <a:cs typeface="Yu Gothic"/>
              </a:rPr>
              <a:t>正解率は約88%</a:t>
            </a:r>
          </a:p>
        </p:txBody>
      </p:sp>
      <p:sp>
        <p:nvSpPr>
          <p:cNvPr id="13" name="">
            <a:extLst xmlns:a="http://schemas.openxmlformats.org/drawingml/2006/main">
              <a:ext uri="{FF2B5EF4-FFF2-40B4-BE49-F238E27FC236}">
                <a16:creationId xmlns:a16="http://schemas.microsoft.com/office/drawing/2014/main" id="{0E788C9F-6008-4564-8FDA-23F717BD52C8}"/>
              </a:ext>
            </a:extLst>
          </p:cNvPr>
          <p:cNvSpPr>
            <a:spLocks xmlns:a="http://schemas.openxmlformats.org/drawingml/2006/main" noGrp="1"/>
          </p:cNvSpPr>
          <p:nvPr/>
        </p:nvSpPr>
        <p:spPr>
          <a:xfrm xmlns:a="http://schemas.openxmlformats.org/drawingml/2006/main">
            <a:off x="723900" y="546735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025" b="1">
                <a:solidFill>
                  <a:srgbClr val="D66B57"/>
                </a:solidFill>
                <a:latin typeface="Yu Gothic"/>
                <a:ea typeface="Yu Gothic"/>
                <a:cs typeface="Yu Gothic"/>
              </a:defRPr>
            </a:defPPr>
            <a:lvl1pPr algn="l">
              <a:defRPr sz="2025" b="1">
                <a:solidFill>
                  <a:srgbClr val="D66B57"/>
                </a:solidFill>
                <a:latin typeface="Yu Gothic"/>
                <a:ea typeface="Yu Gothic"/>
                <a:cs typeface="Yu Gothic"/>
              </a:defRPr>
            </a:lvl1pPr>
            <a:lvl2pPr algn="l">
              <a:defRPr sz="2025" b="1">
                <a:solidFill>
                  <a:srgbClr val="D66B57"/>
                </a:solidFill>
                <a:latin typeface="Yu Gothic"/>
                <a:ea typeface="Yu Gothic"/>
                <a:cs typeface="Yu Gothic"/>
              </a:defRPr>
            </a:lvl2pPr>
            <a:lvl3pPr algn="l">
              <a:defRPr sz="2025" b="1">
                <a:solidFill>
                  <a:srgbClr val="D66B57"/>
                </a:solidFill>
                <a:latin typeface="Yu Gothic"/>
                <a:ea typeface="Yu Gothic"/>
                <a:cs typeface="Yu Gothic"/>
              </a:defRPr>
            </a:lvl3pPr>
            <a:lvl4pPr algn="l">
              <a:defRPr sz="2025" b="1">
                <a:solidFill>
                  <a:srgbClr val="D66B57"/>
                </a:solidFill>
                <a:latin typeface="Yu Gothic"/>
                <a:ea typeface="Yu Gothic"/>
                <a:cs typeface="Yu Gothic"/>
              </a:defRPr>
            </a:lvl4pPr>
            <a:lvl5pPr algn="l">
              <a:defRPr sz="2025" b="1">
                <a:solidFill>
                  <a:srgbClr val="D66B57"/>
                </a:solidFill>
                <a:latin typeface="Yu Gothic"/>
                <a:ea typeface="Yu Gothic"/>
                <a:cs typeface="Yu Gothic"/>
              </a:defRPr>
            </a:lvl5pPr>
            <a:lvl6pPr algn="l">
              <a:defRPr sz="2025" b="1">
                <a:solidFill>
                  <a:srgbClr val="D66B57"/>
                </a:solidFill>
                <a:latin typeface="Yu Gothic"/>
                <a:ea typeface="Yu Gothic"/>
                <a:cs typeface="Yu Gothic"/>
              </a:defRPr>
            </a:lvl6pPr>
            <a:lvl7pPr algn="l">
              <a:defRPr sz="2025" b="1">
                <a:solidFill>
                  <a:srgbClr val="D66B57"/>
                </a:solidFill>
                <a:latin typeface="Yu Gothic"/>
                <a:ea typeface="Yu Gothic"/>
                <a:cs typeface="Yu Gothic"/>
              </a:defRPr>
            </a:lvl7pPr>
            <a:lvl8pPr algn="l">
              <a:defRPr sz="2025" b="1">
                <a:solidFill>
                  <a:srgbClr val="D66B57"/>
                </a:solidFill>
                <a:latin typeface="Yu Gothic"/>
                <a:ea typeface="Yu Gothic"/>
                <a:cs typeface="Yu Gothic"/>
              </a:defRPr>
            </a:lvl8pPr>
            <a:lvl9pPr algn="l">
              <a:defRPr sz="2025" b="1">
                <a:solidFill>
                  <a:srgbClr val="D66B57"/>
                </a:solidFill>
                <a:latin typeface="Yu Gothic"/>
                <a:ea typeface="Yu Gothic"/>
                <a:cs typeface="Yu Gothic"/>
              </a:defRPr>
            </a:lvl9pPr>
          </a:lstStyle>
          <a:p xmlns:a="http://schemas.openxmlformats.org/drawingml/2006/main">
            <a:pPr algn="l">
              <a:defRPr sz="2025" b="1">
                <a:solidFill>
                  <a:srgbClr val="D66B57"/>
                </a:solidFill>
                <a:latin typeface="Yu Gothic"/>
                <a:ea typeface="Yu Gothic"/>
                <a:cs typeface="Yu Gothic"/>
              </a:defRPr>
            </a:pPr>
            <a:r>
              <a:rPr sz="2025" b="1">
                <a:solidFill>
                  <a:srgbClr val="D66B57"/>
                </a:solidFill>
                <a:latin typeface="Yu Gothic"/>
                <a:ea typeface="Yu Gothic"/>
                <a:cs typeface="Yu Gothic"/>
              </a:rPr>
              <a:t>しかし yes の発見率は 0%</a:t>
            </a:r>
          </a:p>
        </p:txBody>
      </p:sp>
      <p:sp>
        <p:nvSpPr>
          <p:cNvPr id="14" name="">
            <a:extLst xmlns:a="http://schemas.openxmlformats.org/drawingml/2006/main">
              <a:ext uri="{FF2B5EF4-FFF2-40B4-BE49-F238E27FC236}">
                <a16:creationId xmlns:a16="http://schemas.microsoft.com/office/drawing/2014/main" id="{71868484-C1F8-462F-9C4D-CBCF0AAF33E2}"/>
              </a:ext>
            </a:extLst>
          </p:cNvPr>
          <p:cNvSpPr>
            <a:spLocks xmlns:a="http://schemas.openxmlformats.org/drawingml/2006/main" noGrp="1"/>
          </p:cNvSpPr>
          <p:nvPr/>
        </p:nvSpPr>
        <p:spPr>
          <a:xfrm xmlns:a="http://schemas.openxmlformats.org/drawingml/2006/main">
            <a:off x="6800850" y="1657350"/>
            <a:ext cx="0" cy="411480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15" name="">
            <a:extLst xmlns:a="http://schemas.openxmlformats.org/drawingml/2006/main">
              <a:ext uri="{FF2B5EF4-FFF2-40B4-BE49-F238E27FC236}">
                <a16:creationId xmlns:a16="http://schemas.microsoft.com/office/drawing/2014/main" id="{39B764D2-C7A3-49BC-8EFB-C59285F9EE3A}"/>
              </a:ext>
            </a:extLst>
          </p:cNvPr>
          <p:cNvSpPr>
            <a:spLocks xmlns:a="http://schemas.openxmlformats.org/drawingml/2006/main" noGrp="1"/>
          </p:cNvSpPr>
          <p:nvPr/>
        </p:nvSpPr>
        <p:spPr>
          <a:xfrm xmlns:a="http://schemas.openxmlformats.org/drawingml/2006/main">
            <a:off x="7296150" y="1676400"/>
            <a:ext cx="381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147D78"/>
                </a:solidFill>
                <a:latin typeface="Yu Gothic"/>
                <a:ea typeface="Yu Gothic"/>
                <a:cs typeface="Yu Gothic"/>
              </a:defRPr>
            </a:defPPr>
            <a:lvl1pPr algn="l">
              <a:defRPr sz="1350" b="1">
                <a:solidFill>
                  <a:srgbClr val="147D78"/>
                </a:solidFill>
                <a:latin typeface="Yu Gothic"/>
                <a:ea typeface="Yu Gothic"/>
                <a:cs typeface="Yu Gothic"/>
              </a:defRPr>
            </a:lvl1pPr>
            <a:lvl2pPr algn="l">
              <a:defRPr sz="1350" b="1">
                <a:solidFill>
                  <a:srgbClr val="147D78"/>
                </a:solidFill>
                <a:latin typeface="Yu Gothic"/>
                <a:ea typeface="Yu Gothic"/>
                <a:cs typeface="Yu Gothic"/>
              </a:defRPr>
            </a:lvl2pPr>
            <a:lvl3pPr algn="l">
              <a:defRPr sz="1350" b="1">
                <a:solidFill>
                  <a:srgbClr val="147D78"/>
                </a:solidFill>
                <a:latin typeface="Yu Gothic"/>
                <a:ea typeface="Yu Gothic"/>
                <a:cs typeface="Yu Gothic"/>
              </a:defRPr>
            </a:lvl3pPr>
            <a:lvl4pPr algn="l">
              <a:defRPr sz="1350" b="1">
                <a:solidFill>
                  <a:srgbClr val="147D78"/>
                </a:solidFill>
                <a:latin typeface="Yu Gothic"/>
                <a:ea typeface="Yu Gothic"/>
                <a:cs typeface="Yu Gothic"/>
              </a:defRPr>
            </a:lvl4pPr>
            <a:lvl5pPr algn="l">
              <a:defRPr sz="1350" b="1">
                <a:solidFill>
                  <a:srgbClr val="147D78"/>
                </a:solidFill>
                <a:latin typeface="Yu Gothic"/>
                <a:ea typeface="Yu Gothic"/>
                <a:cs typeface="Yu Gothic"/>
              </a:defRPr>
            </a:lvl5pPr>
            <a:lvl6pPr algn="l">
              <a:defRPr sz="1350" b="1">
                <a:solidFill>
                  <a:srgbClr val="147D78"/>
                </a:solidFill>
                <a:latin typeface="Yu Gothic"/>
                <a:ea typeface="Yu Gothic"/>
                <a:cs typeface="Yu Gothic"/>
              </a:defRPr>
            </a:lvl6pPr>
            <a:lvl7pPr algn="l">
              <a:defRPr sz="1350" b="1">
                <a:solidFill>
                  <a:srgbClr val="147D78"/>
                </a:solidFill>
                <a:latin typeface="Yu Gothic"/>
                <a:ea typeface="Yu Gothic"/>
                <a:cs typeface="Yu Gothic"/>
              </a:defRPr>
            </a:lvl7pPr>
            <a:lvl8pPr algn="l">
              <a:defRPr sz="1350" b="1">
                <a:solidFill>
                  <a:srgbClr val="147D78"/>
                </a:solidFill>
                <a:latin typeface="Yu Gothic"/>
                <a:ea typeface="Yu Gothic"/>
                <a:cs typeface="Yu Gothic"/>
              </a:defRPr>
            </a:lvl8pPr>
            <a:lvl9pPr algn="l">
              <a:defRPr sz="1350" b="1">
                <a:solidFill>
                  <a:srgbClr val="147D78"/>
                </a:solidFill>
                <a:latin typeface="Yu Gothic"/>
                <a:ea typeface="Yu Gothic"/>
                <a:cs typeface="Yu Gothic"/>
              </a:defRPr>
            </a:lvl9pPr>
          </a:lstStyle>
          <a:p xmlns:a="http://schemas.openxmlformats.org/drawingml/2006/main">
            <a:pPr algn="l">
              <a:defRPr sz="1350" b="1">
                <a:solidFill>
                  <a:srgbClr val="147D78"/>
                </a:solidFill>
                <a:latin typeface="Yu Gothic"/>
                <a:ea typeface="Yu Gothic"/>
                <a:cs typeface="Yu Gothic"/>
              </a:defRPr>
            </a:pPr>
            <a:r>
              <a:rPr sz="1350" b="1">
                <a:solidFill>
                  <a:srgbClr val="147D78"/>
                </a:solidFill>
                <a:latin typeface="Yu Gothic"/>
                <a:ea typeface="Yu Gothic"/>
                <a:cs typeface="Yu Gothic"/>
              </a:rPr>
              <a:t>この研究で確かめる視点</a:t>
            </a:r>
          </a:p>
        </p:txBody>
      </p:sp>
      <p:sp>
        <p:nvSpPr>
          <p:cNvPr id="16" name="">
            <a:extLst xmlns:a="http://schemas.openxmlformats.org/drawingml/2006/main">
              <a:ext uri="{FF2B5EF4-FFF2-40B4-BE49-F238E27FC236}">
                <a16:creationId xmlns:a16="http://schemas.microsoft.com/office/drawing/2014/main" id="{E705CE33-5C12-498D-A2E0-D73AB1A5FFE1}"/>
              </a:ext>
            </a:extLst>
          </p:cNvPr>
          <p:cNvSpPr>
            <a:spLocks xmlns:a="http://schemas.openxmlformats.org/drawingml/2006/main" noGrp="1"/>
          </p:cNvSpPr>
          <p:nvPr/>
        </p:nvSpPr>
        <p:spPr>
          <a:xfrm xmlns:a="http://schemas.openxmlformats.org/drawingml/2006/main">
            <a:off x="7296150" y="2247900"/>
            <a:ext cx="381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00" b="1">
                <a:solidFill>
                  <a:srgbClr val="5B6D76"/>
                </a:solidFill>
                <a:latin typeface="Yu Gothic"/>
                <a:ea typeface="Yu Gothic"/>
                <a:cs typeface="Yu Gothic"/>
              </a:defRPr>
            </a:defPPr>
            <a:lvl1pPr algn="l">
              <a:defRPr sz="2100" b="1">
                <a:solidFill>
                  <a:srgbClr val="5B6D76"/>
                </a:solidFill>
                <a:latin typeface="Yu Gothic"/>
                <a:ea typeface="Yu Gothic"/>
                <a:cs typeface="Yu Gothic"/>
              </a:defRPr>
            </a:lvl1pPr>
            <a:lvl2pPr algn="l">
              <a:defRPr sz="2100" b="1">
                <a:solidFill>
                  <a:srgbClr val="5B6D76"/>
                </a:solidFill>
                <a:latin typeface="Yu Gothic"/>
                <a:ea typeface="Yu Gothic"/>
                <a:cs typeface="Yu Gothic"/>
              </a:defRPr>
            </a:lvl2pPr>
            <a:lvl3pPr algn="l">
              <a:defRPr sz="2100" b="1">
                <a:solidFill>
                  <a:srgbClr val="5B6D76"/>
                </a:solidFill>
                <a:latin typeface="Yu Gothic"/>
                <a:ea typeface="Yu Gothic"/>
                <a:cs typeface="Yu Gothic"/>
              </a:defRPr>
            </a:lvl3pPr>
            <a:lvl4pPr algn="l">
              <a:defRPr sz="2100" b="1">
                <a:solidFill>
                  <a:srgbClr val="5B6D76"/>
                </a:solidFill>
                <a:latin typeface="Yu Gothic"/>
                <a:ea typeface="Yu Gothic"/>
                <a:cs typeface="Yu Gothic"/>
              </a:defRPr>
            </a:lvl4pPr>
            <a:lvl5pPr algn="l">
              <a:defRPr sz="2100" b="1">
                <a:solidFill>
                  <a:srgbClr val="5B6D76"/>
                </a:solidFill>
                <a:latin typeface="Yu Gothic"/>
                <a:ea typeface="Yu Gothic"/>
                <a:cs typeface="Yu Gothic"/>
              </a:defRPr>
            </a:lvl5pPr>
            <a:lvl6pPr algn="l">
              <a:defRPr sz="2100" b="1">
                <a:solidFill>
                  <a:srgbClr val="5B6D76"/>
                </a:solidFill>
                <a:latin typeface="Yu Gothic"/>
                <a:ea typeface="Yu Gothic"/>
                <a:cs typeface="Yu Gothic"/>
              </a:defRPr>
            </a:lvl6pPr>
            <a:lvl7pPr algn="l">
              <a:defRPr sz="2100" b="1">
                <a:solidFill>
                  <a:srgbClr val="5B6D76"/>
                </a:solidFill>
                <a:latin typeface="Yu Gothic"/>
                <a:ea typeface="Yu Gothic"/>
                <a:cs typeface="Yu Gothic"/>
              </a:defRPr>
            </a:lvl7pPr>
            <a:lvl8pPr algn="l">
              <a:defRPr sz="2100" b="1">
                <a:solidFill>
                  <a:srgbClr val="5B6D76"/>
                </a:solidFill>
                <a:latin typeface="Yu Gothic"/>
                <a:ea typeface="Yu Gothic"/>
                <a:cs typeface="Yu Gothic"/>
              </a:defRPr>
            </a:lvl8pPr>
            <a:lvl9pPr algn="l">
              <a:defRPr sz="2100" b="1">
                <a:solidFill>
                  <a:srgbClr val="5B6D76"/>
                </a:solidFill>
                <a:latin typeface="Yu Gothic"/>
                <a:ea typeface="Yu Gothic"/>
                <a:cs typeface="Yu Gothic"/>
              </a:defRPr>
            </a:lvl9pPr>
          </a:lstStyle>
          <a:p xmlns:a="http://schemas.openxmlformats.org/drawingml/2006/main">
            <a:pPr algn="l">
              <a:defRPr sz="2100" b="1">
                <a:solidFill>
                  <a:srgbClr val="5B6D76"/>
                </a:solidFill>
                <a:latin typeface="Yu Gothic"/>
                <a:ea typeface="Yu Gothic"/>
                <a:cs typeface="Yu Gothic"/>
              </a:defRPr>
            </a:pPr>
            <a:r>
              <a:rPr sz="2100" b="1">
                <a:solidFill>
                  <a:srgbClr val="5B6D76"/>
                </a:solidFill>
                <a:latin typeface="Yu Gothic"/>
                <a:ea typeface="Yu Gothic"/>
                <a:cs typeface="Yu Gothic"/>
              </a:rPr>
              <a:t>全体の正解率</a:t>
            </a:r>
          </a:p>
        </p:txBody>
      </p:sp>
      <p:sp>
        <p:nvSpPr>
          <p:cNvPr id="17" name="">
            <a:extLst xmlns:a="http://schemas.openxmlformats.org/drawingml/2006/main">
              <a:ext uri="{FF2B5EF4-FFF2-40B4-BE49-F238E27FC236}">
                <a16:creationId xmlns:a16="http://schemas.microsoft.com/office/drawing/2014/main" id="{EE2ADBAD-DAB2-414A-BF07-920FE2DF90A8}"/>
              </a:ext>
            </a:extLst>
          </p:cNvPr>
          <p:cNvSpPr>
            <a:spLocks xmlns:a="http://schemas.openxmlformats.org/drawingml/2006/main" noGrp="1"/>
          </p:cNvSpPr>
          <p:nvPr/>
        </p:nvSpPr>
        <p:spPr>
          <a:xfrm xmlns:a="http://schemas.openxmlformats.org/drawingml/2006/main">
            <a:off x="7296150" y="3162300"/>
            <a:ext cx="4000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42B3B"/>
                </a:solidFill>
                <a:latin typeface="Yu Gothic"/>
                <a:ea typeface="Yu Gothic"/>
                <a:cs typeface="Yu Gothic"/>
              </a:defRPr>
            </a:defPPr>
            <a:lvl1pPr algn="l">
              <a:defRPr sz="2550" b="1">
                <a:solidFill>
                  <a:srgbClr val="142B3B"/>
                </a:solidFill>
                <a:latin typeface="Yu Gothic"/>
                <a:ea typeface="Yu Gothic"/>
                <a:cs typeface="Yu Gothic"/>
              </a:defRPr>
            </a:lvl1pPr>
            <a:lvl2pPr algn="l">
              <a:defRPr sz="2550" b="1">
                <a:solidFill>
                  <a:srgbClr val="142B3B"/>
                </a:solidFill>
                <a:latin typeface="Yu Gothic"/>
                <a:ea typeface="Yu Gothic"/>
                <a:cs typeface="Yu Gothic"/>
              </a:defRPr>
            </a:lvl2pPr>
            <a:lvl3pPr algn="l">
              <a:defRPr sz="2550" b="1">
                <a:solidFill>
                  <a:srgbClr val="142B3B"/>
                </a:solidFill>
                <a:latin typeface="Yu Gothic"/>
                <a:ea typeface="Yu Gothic"/>
                <a:cs typeface="Yu Gothic"/>
              </a:defRPr>
            </a:lvl3pPr>
            <a:lvl4pPr algn="l">
              <a:defRPr sz="2550" b="1">
                <a:solidFill>
                  <a:srgbClr val="142B3B"/>
                </a:solidFill>
                <a:latin typeface="Yu Gothic"/>
                <a:ea typeface="Yu Gothic"/>
                <a:cs typeface="Yu Gothic"/>
              </a:defRPr>
            </a:lvl4pPr>
            <a:lvl5pPr algn="l">
              <a:defRPr sz="2550" b="1">
                <a:solidFill>
                  <a:srgbClr val="142B3B"/>
                </a:solidFill>
                <a:latin typeface="Yu Gothic"/>
                <a:ea typeface="Yu Gothic"/>
                <a:cs typeface="Yu Gothic"/>
              </a:defRPr>
            </a:lvl5pPr>
            <a:lvl6pPr algn="l">
              <a:defRPr sz="2550" b="1">
                <a:solidFill>
                  <a:srgbClr val="142B3B"/>
                </a:solidFill>
                <a:latin typeface="Yu Gothic"/>
                <a:ea typeface="Yu Gothic"/>
                <a:cs typeface="Yu Gothic"/>
              </a:defRPr>
            </a:lvl6pPr>
            <a:lvl7pPr algn="l">
              <a:defRPr sz="2550" b="1">
                <a:solidFill>
                  <a:srgbClr val="142B3B"/>
                </a:solidFill>
                <a:latin typeface="Yu Gothic"/>
                <a:ea typeface="Yu Gothic"/>
                <a:cs typeface="Yu Gothic"/>
              </a:defRPr>
            </a:lvl7pPr>
            <a:lvl8pPr algn="l">
              <a:defRPr sz="2550" b="1">
                <a:solidFill>
                  <a:srgbClr val="142B3B"/>
                </a:solidFill>
                <a:latin typeface="Yu Gothic"/>
                <a:ea typeface="Yu Gothic"/>
                <a:cs typeface="Yu Gothic"/>
              </a:defRPr>
            </a:lvl8pPr>
            <a:lvl9pPr algn="l">
              <a:defRPr sz="2550" b="1">
                <a:solidFill>
                  <a:srgbClr val="142B3B"/>
                </a:solidFill>
                <a:latin typeface="Yu Gothic"/>
                <a:ea typeface="Yu Gothic"/>
                <a:cs typeface="Yu Gothic"/>
              </a:defRPr>
            </a:lvl9pPr>
          </a:lstStyle>
          <a:p xmlns:a="http://schemas.openxmlformats.org/drawingml/2006/main">
            <a:pPr algn="l">
              <a:defRPr sz="2550" b="1">
                <a:solidFill>
                  <a:srgbClr val="142B3B"/>
                </a:solidFill>
                <a:latin typeface="Yu Gothic"/>
                <a:ea typeface="Yu Gothic"/>
                <a:cs typeface="Yu Gothic"/>
              </a:defRPr>
            </a:pPr>
            <a:r>
              <a:rPr sz="2550" b="1">
                <a:solidFill>
                  <a:srgbClr val="142B3B"/>
                </a:solidFill>
                <a:latin typeface="Yu Gothic"/>
                <a:ea typeface="Yu Gothic"/>
                <a:cs typeface="Yu Gothic"/>
              </a:rPr>
              <a:t>少数の yes を</a:t>
            </a:r>
          </a:p>
          <a:p xmlns:a="http://schemas.openxmlformats.org/drawingml/2006/main">
            <a:pPr algn="l">
              <a:defRPr sz="2550" b="1">
                <a:solidFill>
                  <a:srgbClr val="142B3B"/>
                </a:solidFill>
                <a:latin typeface="Yu Gothic"/>
                <a:ea typeface="Yu Gothic"/>
                <a:cs typeface="Yu Gothic"/>
              </a:defRPr>
            </a:pPr>
            <a:r>
              <a:rPr sz="2550" b="1">
                <a:solidFill>
                  <a:srgbClr val="142B3B"/>
                </a:solidFill>
                <a:latin typeface="Yu Gothic"/>
                <a:ea typeface="Yu Gothic"/>
                <a:cs typeface="Yu Gothic"/>
              </a:rPr>
              <a:t>どれだけ見つけたか</a:t>
            </a:r>
          </a:p>
        </p:txBody>
      </p:sp>
      <p:sp>
        <p:nvSpPr>
          <p:cNvPr id="18" name="">
            <a:extLst xmlns:a="http://schemas.openxmlformats.org/drawingml/2006/main">
              <a:ext uri="{FF2B5EF4-FFF2-40B4-BE49-F238E27FC236}">
                <a16:creationId xmlns:a16="http://schemas.microsoft.com/office/drawing/2014/main" id="{5A39B2A4-8642-49CE-AD16-CDF0CB0B47ED}"/>
              </a:ext>
            </a:extLst>
          </p:cNvPr>
          <p:cNvSpPr>
            <a:spLocks xmlns:a="http://schemas.openxmlformats.org/drawingml/2006/main" noGrp="1"/>
          </p:cNvSpPr>
          <p:nvPr/>
        </p:nvSpPr>
        <p:spPr>
          <a:xfrm xmlns:a="http://schemas.openxmlformats.org/drawingml/2006/main">
            <a:off x="7296150" y="4514850"/>
            <a:ext cx="400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0">
                <a:solidFill>
                  <a:srgbClr val="5B6D76"/>
                </a:solidFill>
                <a:latin typeface="Yu Gothic"/>
                <a:ea typeface="Yu Gothic"/>
                <a:cs typeface="Yu Gothic"/>
              </a:defRPr>
            </a:defPPr>
            <a:lvl1pPr algn="l">
              <a:defRPr sz="1575" b="0">
                <a:solidFill>
                  <a:srgbClr val="5B6D76"/>
                </a:solidFill>
                <a:latin typeface="Yu Gothic"/>
                <a:ea typeface="Yu Gothic"/>
                <a:cs typeface="Yu Gothic"/>
              </a:defRPr>
            </a:lvl1pPr>
            <a:lvl2pPr algn="l">
              <a:defRPr sz="1575" b="0">
                <a:solidFill>
                  <a:srgbClr val="5B6D76"/>
                </a:solidFill>
                <a:latin typeface="Yu Gothic"/>
                <a:ea typeface="Yu Gothic"/>
                <a:cs typeface="Yu Gothic"/>
              </a:defRPr>
            </a:lvl2pPr>
            <a:lvl3pPr algn="l">
              <a:defRPr sz="1575" b="0">
                <a:solidFill>
                  <a:srgbClr val="5B6D76"/>
                </a:solidFill>
                <a:latin typeface="Yu Gothic"/>
                <a:ea typeface="Yu Gothic"/>
                <a:cs typeface="Yu Gothic"/>
              </a:defRPr>
            </a:lvl3pPr>
            <a:lvl4pPr algn="l">
              <a:defRPr sz="1575" b="0">
                <a:solidFill>
                  <a:srgbClr val="5B6D76"/>
                </a:solidFill>
                <a:latin typeface="Yu Gothic"/>
                <a:ea typeface="Yu Gothic"/>
                <a:cs typeface="Yu Gothic"/>
              </a:defRPr>
            </a:lvl4pPr>
            <a:lvl5pPr algn="l">
              <a:defRPr sz="1575" b="0">
                <a:solidFill>
                  <a:srgbClr val="5B6D76"/>
                </a:solidFill>
                <a:latin typeface="Yu Gothic"/>
                <a:ea typeface="Yu Gothic"/>
                <a:cs typeface="Yu Gothic"/>
              </a:defRPr>
            </a:lvl5pPr>
            <a:lvl6pPr algn="l">
              <a:defRPr sz="1575" b="0">
                <a:solidFill>
                  <a:srgbClr val="5B6D76"/>
                </a:solidFill>
                <a:latin typeface="Yu Gothic"/>
                <a:ea typeface="Yu Gothic"/>
                <a:cs typeface="Yu Gothic"/>
              </a:defRPr>
            </a:lvl6pPr>
            <a:lvl7pPr algn="l">
              <a:defRPr sz="1575" b="0">
                <a:solidFill>
                  <a:srgbClr val="5B6D76"/>
                </a:solidFill>
                <a:latin typeface="Yu Gothic"/>
                <a:ea typeface="Yu Gothic"/>
                <a:cs typeface="Yu Gothic"/>
              </a:defRPr>
            </a:lvl7pPr>
            <a:lvl8pPr algn="l">
              <a:defRPr sz="1575" b="0">
                <a:solidFill>
                  <a:srgbClr val="5B6D76"/>
                </a:solidFill>
                <a:latin typeface="Yu Gothic"/>
                <a:ea typeface="Yu Gothic"/>
                <a:cs typeface="Yu Gothic"/>
              </a:defRPr>
            </a:lvl8pPr>
            <a:lvl9pPr algn="l">
              <a:defRPr sz="1575" b="0">
                <a:solidFill>
                  <a:srgbClr val="5B6D76"/>
                </a:solidFill>
                <a:latin typeface="Yu Gothic"/>
                <a:ea typeface="Yu Gothic"/>
                <a:cs typeface="Yu Gothic"/>
              </a:defRPr>
            </a:lvl9pPr>
          </a:lstStyle>
          <a:p xmlns:a="http://schemas.openxmlformats.org/drawingml/2006/main">
            <a:pPr algn="l">
              <a:defRPr sz="1575" b="0">
                <a:solidFill>
                  <a:srgbClr val="5B6D76"/>
                </a:solidFill>
                <a:latin typeface="Yu Gothic"/>
                <a:ea typeface="Yu Gothic"/>
                <a:cs typeface="Yu Gothic"/>
              </a:defRPr>
            </a:pPr>
            <a:r>
              <a:rPr sz="1575" b="0">
                <a:solidFill>
                  <a:srgbClr val="5B6D76"/>
                </a:solidFill>
                <a:latin typeface="Yu Gothic"/>
                <a:ea typeface="Yu Gothic"/>
                <a:cs typeface="Yu Gothic"/>
              </a:rPr>
              <a:t>モデルの評価では、見逃しの多さも</a:t>
            </a:r>
          </a:p>
          <a:p xmlns:a="http://schemas.openxmlformats.org/drawingml/2006/main">
            <a:pPr algn="l">
              <a:defRPr sz="1575" b="0">
                <a:solidFill>
                  <a:srgbClr val="5B6D76"/>
                </a:solidFill>
                <a:latin typeface="Yu Gothic"/>
                <a:ea typeface="Yu Gothic"/>
                <a:cs typeface="Yu Gothic"/>
              </a:defRPr>
            </a:pPr>
            <a:r>
              <a:rPr sz="1575" b="0">
                <a:solidFill>
                  <a:srgbClr val="5B6D76"/>
                </a:solidFill>
                <a:latin typeface="Yu Gothic"/>
                <a:ea typeface="Yu Gothic"/>
                <a:cs typeface="Yu Gothic"/>
              </a:rPr>
              <a:t>正解率と並べて見る必要がある</a:t>
            </a:r>
          </a:p>
        </p:txBody>
      </p:sp>
    </p:spTree>
    <p:extLst>
      <p:ext uri="{BB962C8B-B14F-4D97-AF65-F5344CB8AC3E}">
        <p14:creationId xmlns:p14="http://schemas.microsoft.com/office/powerpoint/2010/main" val="395173602"/>
      </p:ext>
    </p:extLst>
  </p:cSld>
</p:sld>
</file>

<file path=ppt/slides/slide3.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6425864A-D777-40AE-956B-F736E21F839C}"/>
              </a:ext>
            </a:extLst>
          </p:cNvPr>
          <p:cNvSpPr>
            <a:spLocks xmlns:a="http://schemas.openxmlformats.org/drawingml/2006/main" noGrp="1"/>
          </p:cNvSpPr>
          <p:nvPr/>
        </p:nvSpPr>
        <p:spPr>
          <a:xfrm xmlns:a="http://schemas.openxmlformats.org/drawingml/2006/main">
            <a:off x="6858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47D78"/>
                </a:solidFill>
                <a:latin typeface="Yu Gothic"/>
                <a:ea typeface="Yu Gothic"/>
                <a:cs typeface="Yu Gothic"/>
              </a:defRPr>
            </a:defPPr>
            <a:lvl1pPr algn="l">
              <a:defRPr sz="975" b="1">
                <a:solidFill>
                  <a:srgbClr val="147D78"/>
                </a:solidFill>
                <a:latin typeface="Yu Gothic"/>
                <a:ea typeface="Yu Gothic"/>
                <a:cs typeface="Yu Gothic"/>
              </a:defRPr>
            </a:lvl1pPr>
            <a:lvl2pPr algn="l">
              <a:defRPr sz="975" b="1">
                <a:solidFill>
                  <a:srgbClr val="147D78"/>
                </a:solidFill>
                <a:latin typeface="Yu Gothic"/>
                <a:ea typeface="Yu Gothic"/>
                <a:cs typeface="Yu Gothic"/>
              </a:defRPr>
            </a:lvl2pPr>
            <a:lvl3pPr algn="l">
              <a:defRPr sz="975" b="1">
                <a:solidFill>
                  <a:srgbClr val="147D78"/>
                </a:solidFill>
                <a:latin typeface="Yu Gothic"/>
                <a:ea typeface="Yu Gothic"/>
                <a:cs typeface="Yu Gothic"/>
              </a:defRPr>
            </a:lvl3pPr>
            <a:lvl4pPr algn="l">
              <a:defRPr sz="975" b="1">
                <a:solidFill>
                  <a:srgbClr val="147D78"/>
                </a:solidFill>
                <a:latin typeface="Yu Gothic"/>
                <a:ea typeface="Yu Gothic"/>
                <a:cs typeface="Yu Gothic"/>
              </a:defRPr>
            </a:lvl4pPr>
            <a:lvl5pPr algn="l">
              <a:defRPr sz="975" b="1">
                <a:solidFill>
                  <a:srgbClr val="147D78"/>
                </a:solidFill>
                <a:latin typeface="Yu Gothic"/>
                <a:ea typeface="Yu Gothic"/>
                <a:cs typeface="Yu Gothic"/>
              </a:defRPr>
            </a:lvl5pPr>
            <a:lvl6pPr algn="l">
              <a:defRPr sz="975" b="1">
                <a:solidFill>
                  <a:srgbClr val="147D78"/>
                </a:solidFill>
                <a:latin typeface="Yu Gothic"/>
                <a:ea typeface="Yu Gothic"/>
                <a:cs typeface="Yu Gothic"/>
              </a:defRPr>
            </a:lvl6pPr>
            <a:lvl7pPr algn="l">
              <a:defRPr sz="975" b="1">
                <a:solidFill>
                  <a:srgbClr val="147D78"/>
                </a:solidFill>
                <a:latin typeface="Yu Gothic"/>
                <a:ea typeface="Yu Gothic"/>
                <a:cs typeface="Yu Gothic"/>
              </a:defRPr>
            </a:lvl7pPr>
            <a:lvl8pPr algn="l">
              <a:defRPr sz="975" b="1">
                <a:solidFill>
                  <a:srgbClr val="147D78"/>
                </a:solidFill>
                <a:latin typeface="Yu Gothic"/>
                <a:ea typeface="Yu Gothic"/>
                <a:cs typeface="Yu Gothic"/>
              </a:defRPr>
            </a:lvl8pPr>
            <a:lvl9pPr algn="l">
              <a:defRPr sz="975" b="1">
                <a:solidFill>
                  <a:srgbClr val="147D78"/>
                </a:solidFill>
                <a:latin typeface="Yu Gothic"/>
                <a:ea typeface="Yu Gothic"/>
                <a:cs typeface="Yu Gothic"/>
              </a:defRPr>
            </a:lvl9pPr>
          </a:lstStyle>
          <a:p xmlns:a="http://schemas.openxmlformats.org/drawingml/2006/main">
            <a:pPr algn="l">
              <a:defRPr sz="975" b="1">
                <a:solidFill>
                  <a:srgbClr val="147D78"/>
                </a:solidFill>
                <a:latin typeface="Yu Gothic"/>
                <a:ea typeface="Yu Gothic"/>
                <a:cs typeface="Yu Gothic"/>
              </a:defRPr>
            </a:pPr>
            <a:r>
              <a:rPr sz="975" b="1">
                <a:solidFill>
                  <a:srgbClr val="147D78"/>
                </a:solidFill>
                <a:latin typeface="Yu Gothic"/>
                <a:ea typeface="Yu Gothic"/>
                <a:cs typeface="Yu Gothic"/>
              </a:rPr>
              <a:t>研究設計</a:t>
            </a:r>
          </a:p>
        </p:txBody>
      </p:sp>
      <p:sp>
        <p:nvSpPr>
          <p:cNvPr id="2" name="">
            <a:extLst xmlns:a="http://schemas.openxmlformats.org/drawingml/2006/main">
              <a:ext uri="{FF2B5EF4-FFF2-40B4-BE49-F238E27FC236}">
                <a16:creationId xmlns:a16="http://schemas.microsoft.com/office/drawing/2014/main" id="{CE0143B4-1E65-40F9-910F-A13B11682EEE}"/>
              </a:ext>
            </a:extLst>
          </p:cNvPr>
          <p:cNvSpPr>
            <a:spLocks xmlns:a="http://schemas.openxmlformats.org/drawingml/2006/main" noGrp="1"/>
          </p:cNvSpPr>
          <p:nvPr/>
        </p:nvSpPr>
        <p:spPr>
          <a:xfrm xmlns:a="http://schemas.openxmlformats.org/drawingml/2006/main">
            <a:off x="685800" y="6286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925" b="1">
                <a:solidFill>
                  <a:srgbClr val="142B3B"/>
                </a:solidFill>
                <a:latin typeface="Yu Gothic"/>
                <a:ea typeface="Yu Gothic"/>
                <a:cs typeface="Yu Gothic"/>
              </a:defRPr>
            </a:defPPr>
            <a:lvl1pPr algn="l">
              <a:defRPr sz="2925" b="1">
                <a:solidFill>
                  <a:srgbClr val="142B3B"/>
                </a:solidFill>
                <a:latin typeface="Yu Gothic"/>
                <a:ea typeface="Yu Gothic"/>
                <a:cs typeface="Yu Gothic"/>
              </a:defRPr>
            </a:lvl1pPr>
            <a:lvl2pPr algn="l">
              <a:defRPr sz="2925" b="1">
                <a:solidFill>
                  <a:srgbClr val="142B3B"/>
                </a:solidFill>
                <a:latin typeface="Yu Gothic"/>
                <a:ea typeface="Yu Gothic"/>
                <a:cs typeface="Yu Gothic"/>
              </a:defRPr>
            </a:lvl2pPr>
            <a:lvl3pPr algn="l">
              <a:defRPr sz="2925" b="1">
                <a:solidFill>
                  <a:srgbClr val="142B3B"/>
                </a:solidFill>
                <a:latin typeface="Yu Gothic"/>
                <a:ea typeface="Yu Gothic"/>
                <a:cs typeface="Yu Gothic"/>
              </a:defRPr>
            </a:lvl3pPr>
            <a:lvl4pPr algn="l">
              <a:defRPr sz="2925" b="1">
                <a:solidFill>
                  <a:srgbClr val="142B3B"/>
                </a:solidFill>
                <a:latin typeface="Yu Gothic"/>
                <a:ea typeface="Yu Gothic"/>
                <a:cs typeface="Yu Gothic"/>
              </a:defRPr>
            </a:lvl4pPr>
            <a:lvl5pPr algn="l">
              <a:defRPr sz="2925" b="1">
                <a:solidFill>
                  <a:srgbClr val="142B3B"/>
                </a:solidFill>
                <a:latin typeface="Yu Gothic"/>
                <a:ea typeface="Yu Gothic"/>
                <a:cs typeface="Yu Gothic"/>
              </a:defRPr>
            </a:lvl5pPr>
            <a:lvl6pPr algn="l">
              <a:defRPr sz="2925" b="1">
                <a:solidFill>
                  <a:srgbClr val="142B3B"/>
                </a:solidFill>
                <a:latin typeface="Yu Gothic"/>
                <a:ea typeface="Yu Gothic"/>
                <a:cs typeface="Yu Gothic"/>
              </a:defRPr>
            </a:lvl6pPr>
            <a:lvl7pPr algn="l">
              <a:defRPr sz="2925" b="1">
                <a:solidFill>
                  <a:srgbClr val="142B3B"/>
                </a:solidFill>
                <a:latin typeface="Yu Gothic"/>
                <a:ea typeface="Yu Gothic"/>
                <a:cs typeface="Yu Gothic"/>
              </a:defRPr>
            </a:lvl7pPr>
            <a:lvl8pPr algn="l">
              <a:defRPr sz="2925" b="1">
                <a:solidFill>
                  <a:srgbClr val="142B3B"/>
                </a:solidFill>
                <a:latin typeface="Yu Gothic"/>
                <a:ea typeface="Yu Gothic"/>
                <a:cs typeface="Yu Gothic"/>
              </a:defRPr>
            </a:lvl8pPr>
            <a:lvl9pPr algn="l">
              <a:defRPr sz="2925" b="1">
                <a:solidFill>
                  <a:srgbClr val="142B3B"/>
                </a:solidFill>
                <a:latin typeface="Yu Gothic"/>
                <a:ea typeface="Yu Gothic"/>
                <a:cs typeface="Yu Gothic"/>
              </a:defRPr>
            </a:lvl9pPr>
          </a:lstStyle>
          <a:p xmlns:a="http://schemas.openxmlformats.org/drawingml/2006/main">
            <a:pPr algn="l">
              <a:defRPr sz="2925" b="1">
                <a:solidFill>
                  <a:srgbClr val="142B3B"/>
                </a:solidFill>
                <a:latin typeface="Yu Gothic"/>
                <a:ea typeface="Yu Gothic"/>
                <a:cs typeface="Yu Gothic"/>
              </a:defRPr>
            </a:pPr>
            <a:r>
              <a:rPr sz="2925" b="1">
                <a:solidFill>
                  <a:srgbClr val="142B3B"/>
                </a:solidFill>
                <a:latin typeface="Yu Gothic"/>
                <a:ea typeface="Yu Gothic"/>
                <a:cs typeface="Yu Gothic"/>
              </a:rPr>
              <a:t>研究の問いと、変える条件</a:t>
            </a:r>
          </a:p>
        </p:txBody>
      </p:sp>
      <p:sp>
        <p:nvSpPr>
          <p:cNvPr id="3" name="">
            <a:extLst xmlns:a="http://schemas.openxmlformats.org/drawingml/2006/main">
              <a:ext uri="{FF2B5EF4-FFF2-40B4-BE49-F238E27FC236}">
                <a16:creationId xmlns:a16="http://schemas.microsoft.com/office/drawing/2014/main" id="{4CF6F6EF-F035-47F7-822D-3C93B215266C}"/>
              </a:ext>
            </a:extLst>
          </p:cNvPr>
          <p:cNvSpPr>
            <a:spLocks xmlns:a="http://schemas.openxmlformats.org/drawingml/2006/main" noGrp="1"/>
          </p:cNvSpPr>
          <p:nvPr/>
        </p:nvSpPr>
        <p:spPr>
          <a:xfrm xmlns:a="http://schemas.openxmlformats.org/drawingml/2006/main">
            <a:off x="685800" y="1304925"/>
            <a:ext cx="10820400" cy="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4" name="">
            <a:extLst xmlns:a="http://schemas.openxmlformats.org/drawingml/2006/main">
              <a:ext uri="{FF2B5EF4-FFF2-40B4-BE49-F238E27FC236}">
                <a16:creationId xmlns:a16="http://schemas.microsoft.com/office/drawing/2014/main" id="{F5579094-46FF-4D50-A905-2831243981AC}"/>
              </a:ext>
            </a:extLst>
          </p:cNvPr>
          <p:cNvSpPr>
            <a:spLocks xmlns:a="http://schemas.openxmlformats.org/drawingml/2006/main" noGrp="1"/>
          </p:cNvSpPr>
          <p:nvPr/>
        </p:nvSpPr>
        <p:spPr>
          <a:xfrm xmlns:a="http://schemas.openxmlformats.org/drawingml/2006/main">
            <a:off x="11049000" y="63627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5B6D76"/>
                </a:solidFill>
                <a:latin typeface="Yu Gothic"/>
                <a:ea typeface="Yu Gothic"/>
                <a:cs typeface="Yu Gothic"/>
              </a:defRPr>
            </a:defPPr>
            <a:lvl1pPr algn="r">
              <a:defRPr sz="1050" b="1">
                <a:solidFill>
                  <a:srgbClr val="5B6D76"/>
                </a:solidFill>
                <a:latin typeface="Yu Gothic"/>
                <a:ea typeface="Yu Gothic"/>
                <a:cs typeface="Yu Gothic"/>
              </a:defRPr>
            </a:lvl1pPr>
            <a:lvl2pPr algn="r">
              <a:defRPr sz="1050" b="1">
                <a:solidFill>
                  <a:srgbClr val="5B6D76"/>
                </a:solidFill>
                <a:latin typeface="Yu Gothic"/>
                <a:ea typeface="Yu Gothic"/>
                <a:cs typeface="Yu Gothic"/>
              </a:defRPr>
            </a:lvl2pPr>
            <a:lvl3pPr algn="r">
              <a:defRPr sz="1050" b="1">
                <a:solidFill>
                  <a:srgbClr val="5B6D76"/>
                </a:solidFill>
                <a:latin typeface="Yu Gothic"/>
                <a:ea typeface="Yu Gothic"/>
                <a:cs typeface="Yu Gothic"/>
              </a:defRPr>
            </a:lvl3pPr>
            <a:lvl4pPr algn="r">
              <a:defRPr sz="1050" b="1">
                <a:solidFill>
                  <a:srgbClr val="5B6D76"/>
                </a:solidFill>
                <a:latin typeface="Yu Gothic"/>
                <a:ea typeface="Yu Gothic"/>
                <a:cs typeface="Yu Gothic"/>
              </a:defRPr>
            </a:lvl4pPr>
            <a:lvl5pPr algn="r">
              <a:defRPr sz="1050" b="1">
                <a:solidFill>
                  <a:srgbClr val="5B6D76"/>
                </a:solidFill>
                <a:latin typeface="Yu Gothic"/>
                <a:ea typeface="Yu Gothic"/>
                <a:cs typeface="Yu Gothic"/>
              </a:defRPr>
            </a:lvl5pPr>
            <a:lvl6pPr algn="r">
              <a:defRPr sz="1050" b="1">
                <a:solidFill>
                  <a:srgbClr val="5B6D76"/>
                </a:solidFill>
                <a:latin typeface="Yu Gothic"/>
                <a:ea typeface="Yu Gothic"/>
                <a:cs typeface="Yu Gothic"/>
              </a:defRPr>
            </a:lvl6pPr>
            <a:lvl7pPr algn="r">
              <a:defRPr sz="1050" b="1">
                <a:solidFill>
                  <a:srgbClr val="5B6D76"/>
                </a:solidFill>
                <a:latin typeface="Yu Gothic"/>
                <a:ea typeface="Yu Gothic"/>
                <a:cs typeface="Yu Gothic"/>
              </a:defRPr>
            </a:lvl7pPr>
            <a:lvl8pPr algn="r">
              <a:defRPr sz="1050" b="1">
                <a:solidFill>
                  <a:srgbClr val="5B6D76"/>
                </a:solidFill>
                <a:latin typeface="Yu Gothic"/>
                <a:ea typeface="Yu Gothic"/>
                <a:cs typeface="Yu Gothic"/>
              </a:defRPr>
            </a:lvl8pPr>
            <a:lvl9pPr algn="r">
              <a:defRPr sz="1050" b="1">
                <a:solidFill>
                  <a:srgbClr val="5B6D76"/>
                </a:solidFill>
                <a:latin typeface="Yu Gothic"/>
                <a:ea typeface="Yu Gothic"/>
                <a:cs typeface="Yu Gothic"/>
              </a:defRPr>
            </a:lvl9pPr>
          </a:lstStyle>
          <a:p xmlns:a="http://schemas.openxmlformats.org/drawingml/2006/main">
            <a:pPr algn="r">
              <a:defRPr sz="1050" b="1">
                <a:solidFill>
                  <a:srgbClr val="5B6D76"/>
                </a:solidFill>
                <a:latin typeface="Yu Gothic"/>
                <a:ea typeface="Yu Gothic"/>
                <a:cs typeface="Yu Gothic"/>
              </a:defRPr>
            </a:pPr>
            <a:r>
              <a:rPr sz="1050" b="1">
                <a:solidFill>
                  <a:srgbClr val="5B6D76"/>
                </a:solidFill>
                <a:latin typeface="Yu Gothic"/>
                <a:ea typeface="Yu Gothic"/>
                <a:cs typeface="Yu Gothic"/>
              </a:rPr>
              <a:t>03</a:t>
            </a:r>
          </a:p>
        </p:txBody>
      </p:sp>
      <p:sp>
        <p:nvSpPr>
          <p:cNvPr id="5" name="">
            <a:extLst xmlns:a="http://schemas.openxmlformats.org/drawingml/2006/main">
              <a:ext uri="{FF2B5EF4-FFF2-40B4-BE49-F238E27FC236}">
                <a16:creationId xmlns:a16="http://schemas.microsoft.com/office/drawing/2014/main" id="{C43884AF-72F2-4CAA-AA75-C4E7C7F14CAA}"/>
              </a:ext>
            </a:extLst>
          </p:cNvPr>
          <p:cNvSpPr>
            <a:spLocks xmlns:a="http://schemas.openxmlformats.org/drawingml/2006/main" noGrp="1"/>
          </p:cNvSpPr>
          <p:nvPr/>
        </p:nvSpPr>
        <p:spPr>
          <a:xfrm xmlns:a="http://schemas.openxmlformats.org/drawingml/2006/main">
            <a:off x="723900" y="15811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147D78"/>
                </a:solidFill>
                <a:latin typeface="Yu Gothic"/>
                <a:ea typeface="Yu Gothic"/>
                <a:cs typeface="Yu Gothic"/>
              </a:defRPr>
            </a:defPPr>
            <a:lvl1pPr algn="l">
              <a:defRPr sz="1275" b="1">
                <a:solidFill>
                  <a:srgbClr val="147D78"/>
                </a:solidFill>
                <a:latin typeface="Yu Gothic"/>
                <a:ea typeface="Yu Gothic"/>
                <a:cs typeface="Yu Gothic"/>
              </a:defRPr>
            </a:lvl1pPr>
            <a:lvl2pPr algn="l">
              <a:defRPr sz="1275" b="1">
                <a:solidFill>
                  <a:srgbClr val="147D78"/>
                </a:solidFill>
                <a:latin typeface="Yu Gothic"/>
                <a:ea typeface="Yu Gothic"/>
                <a:cs typeface="Yu Gothic"/>
              </a:defRPr>
            </a:lvl2pPr>
            <a:lvl3pPr algn="l">
              <a:defRPr sz="1275" b="1">
                <a:solidFill>
                  <a:srgbClr val="147D78"/>
                </a:solidFill>
                <a:latin typeface="Yu Gothic"/>
                <a:ea typeface="Yu Gothic"/>
                <a:cs typeface="Yu Gothic"/>
              </a:defRPr>
            </a:lvl3pPr>
            <a:lvl4pPr algn="l">
              <a:defRPr sz="1275" b="1">
                <a:solidFill>
                  <a:srgbClr val="147D78"/>
                </a:solidFill>
                <a:latin typeface="Yu Gothic"/>
                <a:ea typeface="Yu Gothic"/>
                <a:cs typeface="Yu Gothic"/>
              </a:defRPr>
            </a:lvl4pPr>
            <a:lvl5pPr algn="l">
              <a:defRPr sz="1275" b="1">
                <a:solidFill>
                  <a:srgbClr val="147D78"/>
                </a:solidFill>
                <a:latin typeface="Yu Gothic"/>
                <a:ea typeface="Yu Gothic"/>
                <a:cs typeface="Yu Gothic"/>
              </a:defRPr>
            </a:lvl5pPr>
            <a:lvl6pPr algn="l">
              <a:defRPr sz="1275" b="1">
                <a:solidFill>
                  <a:srgbClr val="147D78"/>
                </a:solidFill>
                <a:latin typeface="Yu Gothic"/>
                <a:ea typeface="Yu Gothic"/>
                <a:cs typeface="Yu Gothic"/>
              </a:defRPr>
            </a:lvl6pPr>
            <a:lvl7pPr algn="l">
              <a:defRPr sz="1275" b="1">
                <a:solidFill>
                  <a:srgbClr val="147D78"/>
                </a:solidFill>
                <a:latin typeface="Yu Gothic"/>
                <a:ea typeface="Yu Gothic"/>
                <a:cs typeface="Yu Gothic"/>
              </a:defRPr>
            </a:lvl7pPr>
            <a:lvl8pPr algn="l">
              <a:defRPr sz="1275" b="1">
                <a:solidFill>
                  <a:srgbClr val="147D78"/>
                </a:solidFill>
                <a:latin typeface="Yu Gothic"/>
                <a:ea typeface="Yu Gothic"/>
                <a:cs typeface="Yu Gothic"/>
              </a:defRPr>
            </a:lvl8pPr>
            <a:lvl9pPr algn="l">
              <a:defRPr sz="1275" b="1">
                <a:solidFill>
                  <a:srgbClr val="147D78"/>
                </a:solidFill>
                <a:latin typeface="Yu Gothic"/>
                <a:ea typeface="Yu Gothic"/>
                <a:cs typeface="Yu Gothic"/>
              </a:defRPr>
            </a:lvl9pPr>
          </a:lstStyle>
          <a:p xmlns:a="http://schemas.openxmlformats.org/drawingml/2006/main">
            <a:pPr algn="l">
              <a:defRPr sz="1275" b="1">
                <a:solidFill>
                  <a:srgbClr val="147D78"/>
                </a:solidFill>
                <a:latin typeface="Yu Gothic"/>
                <a:ea typeface="Yu Gothic"/>
                <a:cs typeface="Yu Gothic"/>
              </a:defRPr>
            </a:pPr>
            <a:r>
              <a:rPr sz="1275" b="1">
                <a:solidFill>
                  <a:srgbClr val="147D78"/>
                </a:solidFill>
                <a:latin typeface="Yu Gothic"/>
                <a:ea typeface="Yu Gothic"/>
                <a:cs typeface="Yu Gothic"/>
              </a:rPr>
              <a:t>問い</a:t>
            </a:r>
          </a:p>
        </p:txBody>
      </p:sp>
      <p:sp>
        <p:nvSpPr>
          <p:cNvPr id="6" name="">
            <a:extLst xmlns:a="http://schemas.openxmlformats.org/drawingml/2006/main">
              <a:ext uri="{FF2B5EF4-FFF2-40B4-BE49-F238E27FC236}">
                <a16:creationId xmlns:a16="http://schemas.microsoft.com/office/drawing/2014/main" id="{5AA8B881-FA68-4505-A8CF-D8C92A95FD27}"/>
              </a:ext>
            </a:extLst>
          </p:cNvPr>
          <p:cNvSpPr>
            <a:spLocks xmlns:a="http://schemas.openxmlformats.org/drawingml/2006/main" noGrp="1"/>
          </p:cNvSpPr>
          <p:nvPr/>
        </p:nvSpPr>
        <p:spPr>
          <a:xfrm xmlns:a="http://schemas.openxmlformats.org/drawingml/2006/main">
            <a:off x="723900" y="1924050"/>
            <a:ext cx="10001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400" b="1">
                <a:solidFill>
                  <a:srgbClr val="142B3B"/>
                </a:solidFill>
                <a:latin typeface="Yu Gothic"/>
                <a:ea typeface="Yu Gothic"/>
                <a:cs typeface="Yu Gothic"/>
              </a:defRPr>
            </a:defPPr>
            <a:lvl1pPr algn="l">
              <a:defRPr sz="2400" b="1">
                <a:solidFill>
                  <a:srgbClr val="142B3B"/>
                </a:solidFill>
                <a:latin typeface="Yu Gothic"/>
                <a:ea typeface="Yu Gothic"/>
                <a:cs typeface="Yu Gothic"/>
              </a:defRPr>
            </a:lvl1pPr>
            <a:lvl2pPr algn="l">
              <a:defRPr sz="2400" b="1">
                <a:solidFill>
                  <a:srgbClr val="142B3B"/>
                </a:solidFill>
                <a:latin typeface="Yu Gothic"/>
                <a:ea typeface="Yu Gothic"/>
                <a:cs typeface="Yu Gothic"/>
              </a:defRPr>
            </a:lvl2pPr>
            <a:lvl3pPr algn="l">
              <a:defRPr sz="2400" b="1">
                <a:solidFill>
                  <a:srgbClr val="142B3B"/>
                </a:solidFill>
                <a:latin typeface="Yu Gothic"/>
                <a:ea typeface="Yu Gothic"/>
                <a:cs typeface="Yu Gothic"/>
              </a:defRPr>
            </a:lvl3pPr>
            <a:lvl4pPr algn="l">
              <a:defRPr sz="2400" b="1">
                <a:solidFill>
                  <a:srgbClr val="142B3B"/>
                </a:solidFill>
                <a:latin typeface="Yu Gothic"/>
                <a:ea typeface="Yu Gothic"/>
                <a:cs typeface="Yu Gothic"/>
              </a:defRPr>
            </a:lvl4pPr>
            <a:lvl5pPr algn="l">
              <a:defRPr sz="2400" b="1">
                <a:solidFill>
                  <a:srgbClr val="142B3B"/>
                </a:solidFill>
                <a:latin typeface="Yu Gothic"/>
                <a:ea typeface="Yu Gothic"/>
                <a:cs typeface="Yu Gothic"/>
              </a:defRPr>
            </a:lvl5pPr>
            <a:lvl6pPr algn="l">
              <a:defRPr sz="2400" b="1">
                <a:solidFill>
                  <a:srgbClr val="142B3B"/>
                </a:solidFill>
                <a:latin typeface="Yu Gothic"/>
                <a:ea typeface="Yu Gothic"/>
                <a:cs typeface="Yu Gothic"/>
              </a:defRPr>
            </a:lvl6pPr>
            <a:lvl7pPr algn="l">
              <a:defRPr sz="2400" b="1">
                <a:solidFill>
                  <a:srgbClr val="142B3B"/>
                </a:solidFill>
                <a:latin typeface="Yu Gothic"/>
                <a:ea typeface="Yu Gothic"/>
                <a:cs typeface="Yu Gothic"/>
              </a:defRPr>
            </a:lvl7pPr>
            <a:lvl8pPr algn="l">
              <a:defRPr sz="2400" b="1">
                <a:solidFill>
                  <a:srgbClr val="142B3B"/>
                </a:solidFill>
                <a:latin typeface="Yu Gothic"/>
                <a:ea typeface="Yu Gothic"/>
                <a:cs typeface="Yu Gothic"/>
              </a:defRPr>
            </a:lvl8pPr>
            <a:lvl9pPr algn="l">
              <a:defRPr sz="2400" b="1">
                <a:solidFill>
                  <a:srgbClr val="142B3B"/>
                </a:solidFill>
                <a:latin typeface="Yu Gothic"/>
                <a:ea typeface="Yu Gothic"/>
                <a:cs typeface="Yu Gothic"/>
              </a:defRPr>
            </a:lvl9pPr>
          </a:lstStyle>
          <a:p xmlns:a="http://schemas.openxmlformats.org/drawingml/2006/main">
            <a:pPr algn="l">
              <a:defRPr sz="2400" b="1">
                <a:solidFill>
                  <a:srgbClr val="142B3B"/>
                </a:solidFill>
                <a:latin typeface="Yu Gothic"/>
                <a:ea typeface="Yu Gothic"/>
                <a:cs typeface="Yu Gothic"/>
              </a:defRPr>
            </a:pPr>
            <a:r>
              <a:rPr sz="2400" b="1">
                <a:solidFill>
                  <a:srgbClr val="142B3B"/>
                </a:solidFill>
                <a:latin typeface="Yu Gothic"/>
                <a:ea typeface="Yu Gothic"/>
                <a:cs typeface="Yu Gothic"/>
              </a:rPr>
              <a:t>学習データの「量」と「yes の割合」は、</a:t>
            </a:r>
          </a:p>
          <a:p xmlns:a="http://schemas.openxmlformats.org/drawingml/2006/main">
            <a:pPr algn="l">
              <a:defRPr sz="2400" b="1">
                <a:solidFill>
                  <a:srgbClr val="142B3B"/>
                </a:solidFill>
                <a:latin typeface="Yu Gothic"/>
                <a:ea typeface="Yu Gothic"/>
                <a:cs typeface="Yu Gothic"/>
              </a:defRPr>
            </a:pPr>
            <a:r>
              <a:rPr sz="2400" b="1">
                <a:solidFill>
                  <a:srgbClr val="142B3B"/>
                </a:solidFill>
                <a:latin typeface="Yu Gothic"/>
                <a:ea typeface="Yu Gothic"/>
                <a:cs typeface="Yu Gothic"/>
              </a:rPr>
              <a:t>yes を見つける力にどう影響するか</a:t>
            </a:r>
          </a:p>
        </p:txBody>
      </p:sp>
      <p:sp>
        <p:nvSpPr>
          <p:cNvPr id="7" name="">
            <a:extLst xmlns:a="http://schemas.openxmlformats.org/drawingml/2006/main">
              <a:ext uri="{FF2B5EF4-FFF2-40B4-BE49-F238E27FC236}">
                <a16:creationId xmlns:a16="http://schemas.microsoft.com/office/drawing/2014/main" id="{8E48DCA2-E200-432B-BDA9-E6E60D33AB21}"/>
              </a:ext>
            </a:extLst>
          </p:cNvPr>
          <p:cNvSpPr>
            <a:spLocks xmlns:a="http://schemas.openxmlformats.org/drawingml/2006/main" noGrp="1"/>
          </p:cNvSpPr>
          <p:nvPr/>
        </p:nvSpPr>
        <p:spPr>
          <a:xfrm xmlns:a="http://schemas.openxmlformats.org/drawingml/2006/main">
            <a:off x="723900" y="32385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5B6D76"/>
                </a:solidFill>
                <a:latin typeface="Yu Gothic"/>
                <a:ea typeface="Yu Gothic"/>
                <a:cs typeface="Yu Gothic"/>
              </a:defRPr>
            </a:defPPr>
            <a:lvl1pPr algn="l">
              <a:defRPr sz="1350" b="1">
                <a:solidFill>
                  <a:srgbClr val="5B6D76"/>
                </a:solidFill>
                <a:latin typeface="Yu Gothic"/>
                <a:ea typeface="Yu Gothic"/>
                <a:cs typeface="Yu Gothic"/>
              </a:defRPr>
            </a:lvl1pPr>
            <a:lvl2pPr algn="l">
              <a:defRPr sz="1350" b="1">
                <a:solidFill>
                  <a:srgbClr val="5B6D76"/>
                </a:solidFill>
                <a:latin typeface="Yu Gothic"/>
                <a:ea typeface="Yu Gothic"/>
                <a:cs typeface="Yu Gothic"/>
              </a:defRPr>
            </a:lvl2pPr>
            <a:lvl3pPr algn="l">
              <a:defRPr sz="1350" b="1">
                <a:solidFill>
                  <a:srgbClr val="5B6D76"/>
                </a:solidFill>
                <a:latin typeface="Yu Gothic"/>
                <a:ea typeface="Yu Gothic"/>
                <a:cs typeface="Yu Gothic"/>
              </a:defRPr>
            </a:lvl3pPr>
            <a:lvl4pPr algn="l">
              <a:defRPr sz="1350" b="1">
                <a:solidFill>
                  <a:srgbClr val="5B6D76"/>
                </a:solidFill>
                <a:latin typeface="Yu Gothic"/>
                <a:ea typeface="Yu Gothic"/>
                <a:cs typeface="Yu Gothic"/>
              </a:defRPr>
            </a:lvl4pPr>
            <a:lvl5pPr algn="l">
              <a:defRPr sz="1350" b="1">
                <a:solidFill>
                  <a:srgbClr val="5B6D76"/>
                </a:solidFill>
                <a:latin typeface="Yu Gothic"/>
                <a:ea typeface="Yu Gothic"/>
                <a:cs typeface="Yu Gothic"/>
              </a:defRPr>
            </a:lvl5pPr>
            <a:lvl6pPr algn="l">
              <a:defRPr sz="1350" b="1">
                <a:solidFill>
                  <a:srgbClr val="5B6D76"/>
                </a:solidFill>
                <a:latin typeface="Yu Gothic"/>
                <a:ea typeface="Yu Gothic"/>
                <a:cs typeface="Yu Gothic"/>
              </a:defRPr>
            </a:lvl6pPr>
            <a:lvl7pPr algn="l">
              <a:defRPr sz="1350" b="1">
                <a:solidFill>
                  <a:srgbClr val="5B6D76"/>
                </a:solidFill>
                <a:latin typeface="Yu Gothic"/>
                <a:ea typeface="Yu Gothic"/>
                <a:cs typeface="Yu Gothic"/>
              </a:defRPr>
            </a:lvl7pPr>
            <a:lvl8pPr algn="l">
              <a:defRPr sz="1350" b="1">
                <a:solidFill>
                  <a:srgbClr val="5B6D76"/>
                </a:solidFill>
                <a:latin typeface="Yu Gothic"/>
                <a:ea typeface="Yu Gothic"/>
                <a:cs typeface="Yu Gothic"/>
              </a:defRPr>
            </a:lvl8pPr>
            <a:lvl9pPr algn="l">
              <a:defRPr sz="1350" b="1">
                <a:solidFill>
                  <a:srgbClr val="5B6D76"/>
                </a:solidFill>
                <a:latin typeface="Yu Gothic"/>
                <a:ea typeface="Yu Gothic"/>
                <a:cs typeface="Yu Gothic"/>
              </a:defRPr>
            </a:lvl9pPr>
          </a:lstStyle>
          <a:p xmlns:a="http://schemas.openxmlformats.org/drawingml/2006/main">
            <a:pPr algn="l">
              <a:defRPr sz="1350" b="1">
                <a:solidFill>
                  <a:srgbClr val="5B6D76"/>
                </a:solidFill>
                <a:latin typeface="Yu Gothic"/>
                <a:ea typeface="Yu Gothic"/>
                <a:cs typeface="Yu Gothic"/>
              </a:defRPr>
            </a:pPr>
            <a:r>
              <a:rPr sz="1350" b="1">
                <a:solidFill>
                  <a:srgbClr val="5B6D76"/>
                </a:solidFill>
                <a:latin typeface="Yu Gothic"/>
                <a:ea typeface="Yu Gothic"/>
                <a:cs typeface="Yu Gothic"/>
              </a:rPr>
              <a:t>学習データ件数</a:t>
            </a:r>
          </a:p>
        </p:txBody>
      </p:sp>
      <p:sp>
        <p:nvSpPr>
          <p:cNvPr id="8" name="">
            <a:extLst xmlns:a="http://schemas.openxmlformats.org/drawingml/2006/main">
              <a:ext uri="{FF2B5EF4-FFF2-40B4-BE49-F238E27FC236}">
                <a16:creationId xmlns:a16="http://schemas.microsoft.com/office/drawing/2014/main" id="{1676BCA3-D99A-4265-A95C-D682C822EDB6}"/>
              </a:ext>
            </a:extLst>
          </p:cNvPr>
          <p:cNvSpPr>
            <a:spLocks xmlns:a="http://schemas.openxmlformats.org/drawingml/2006/main" noGrp="1"/>
          </p:cNvSpPr>
          <p:nvPr/>
        </p:nvSpPr>
        <p:spPr>
          <a:xfrm xmlns:a="http://schemas.openxmlformats.org/drawingml/2006/main">
            <a:off x="723900" y="3648075"/>
            <a:ext cx="125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175" b="1">
                <a:solidFill>
                  <a:srgbClr val="163A50"/>
                </a:solidFill>
                <a:latin typeface="Yu Gothic"/>
                <a:ea typeface="Yu Gothic"/>
                <a:cs typeface="Yu Gothic"/>
              </a:defRPr>
            </a:defPPr>
            <a:lvl1pPr algn="ctr">
              <a:defRPr sz="2175" b="1">
                <a:solidFill>
                  <a:srgbClr val="163A50"/>
                </a:solidFill>
                <a:latin typeface="Yu Gothic"/>
                <a:ea typeface="Yu Gothic"/>
                <a:cs typeface="Yu Gothic"/>
              </a:defRPr>
            </a:lvl1pPr>
            <a:lvl2pPr algn="ctr">
              <a:defRPr sz="2175" b="1">
                <a:solidFill>
                  <a:srgbClr val="163A50"/>
                </a:solidFill>
                <a:latin typeface="Yu Gothic"/>
                <a:ea typeface="Yu Gothic"/>
                <a:cs typeface="Yu Gothic"/>
              </a:defRPr>
            </a:lvl2pPr>
            <a:lvl3pPr algn="ctr">
              <a:defRPr sz="2175" b="1">
                <a:solidFill>
                  <a:srgbClr val="163A50"/>
                </a:solidFill>
                <a:latin typeface="Yu Gothic"/>
                <a:ea typeface="Yu Gothic"/>
                <a:cs typeface="Yu Gothic"/>
              </a:defRPr>
            </a:lvl3pPr>
            <a:lvl4pPr algn="ctr">
              <a:defRPr sz="2175" b="1">
                <a:solidFill>
                  <a:srgbClr val="163A50"/>
                </a:solidFill>
                <a:latin typeface="Yu Gothic"/>
                <a:ea typeface="Yu Gothic"/>
                <a:cs typeface="Yu Gothic"/>
              </a:defRPr>
            </a:lvl4pPr>
            <a:lvl5pPr algn="ctr">
              <a:defRPr sz="2175" b="1">
                <a:solidFill>
                  <a:srgbClr val="163A50"/>
                </a:solidFill>
                <a:latin typeface="Yu Gothic"/>
                <a:ea typeface="Yu Gothic"/>
                <a:cs typeface="Yu Gothic"/>
              </a:defRPr>
            </a:lvl5pPr>
            <a:lvl6pPr algn="ctr">
              <a:defRPr sz="2175" b="1">
                <a:solidFill>
                  <a:srgbClr val="163A50"/>
                </a:solidFill>
                <a:latin typeface="Yu Gothic"/>
                <a:ea typeface="Yu Gothic"/>
                <a:cs typeface="Yu Gothic"/>
              </a:defRPr>
            </a:lvl6pPr>
            <a:lvl7pPr algn="ctr">
              <a:defRPr sz="2175" b="1">
                <a:solidFill>
                  <a:srgbClr val="163A50"/>
                </a:solidFill>
                <a:latin typeface="Yu Gothic"/>
                <a:ea typeface="Yu Gothic"/>
                <a:cs typeface="Yu Gothic"/>
              </a:defRPr>
            </a:lvl7pPr>
            <a:lvl8pPr algn="ctr">
              <a:defRPr sz="2175" b="1">
                <a:solidFill>
                  <a:srgbClr val="163A50"/>
                </a:solidFill>
                <a:latin typeface="Yu Gothic"/>
                <a:ea typeface="Yu Gothic"/>
                <a:cs typeface="Yu Gothic"/>
              </a:defRPr>
            </a:lvl8pPr>
            <a:lvl9pPr algn="ctr">
              <a:defRPr sz="2175" b="1">
                <a:solidFill>
                  <a:srgbClr val="163A50"/>
                </a:solidFill>
                <a:latin typeface="Yu Gothic"/>
                <a:ea typeface="Yu Gothic"/>
                <a:cs typeface="Yu Gothic"/>
              </a:defRPr>
            </a:lvl9pPr>
          </a:lstStyle>
          <a:p xmlns:a="http://schemas.openxmlformats.org/drawingml/2006/main">
            <a:pPr algn="ctr">
              <a:defRPr sz="2175" b="1">
                <a:solidFill>
                  <a:srgbClr val="163A50"/>
                </a:solidFill>
                <a:latin typeface="Yu Gothic"/>
                <a:ea typeface="Yu Gothic"/>
                <a:cs typeface="Yu Gothic"/>
              </a:defRPr>
            </a:pPr>
            <a:r>
              <a:rPr sz="2175" b="1">
                <a:solidFill>
                  <a:srgbClr val="163A50"/>
                </a:solidFill>
                <a:latin typeface="Yu Gothic"/>
                <a:ea typeface="Yu Gothic"/>
                <a:cs typeface="Yu Gothic"/>
              </a:rPr>
              <a:t>500</a:t>
            </a:r>
          </a:p>
        </p:txBody>
      </p:sp>
      <p:sp>
        <p:nvSpPr>
          <p:cNvPr id="9" name="">
            <a:extLst xmlns:a="http://schemas.openxmlformats.org/drawingml/2006/main">
              <a:ext uri="{FF2B5EF4-FFF2-40B4-BE49-F238E27FC236}">
                <a16:creationId xmlns:a16="http://schemas.microsoft.com/office/drawing/2014/main" id="{A9BE1EEC-3C1C-451D-BF56-0972EC6F2338}"/>
              </a:ext>
            </a:extLst>
          </p:cNvPr>
          <p:cNvSpPr>
            <a:spLocks xmlns:a="http://schemas.openxmlformats.org/drawingml/2006/main" noGrp="1"/>
          </p:cNvSpPr>
          <p:nvPr/>
        </p:nvSpPr>
        <p:spPr>
          <a:xfrm xmlns:a="http://schemas.openxmlformats.org/drawingml/2006/main">
            <a:off x="723900" y="4143375"/>
            <a:ext cx="1257300" cy="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10" name="">
            <a:extLst xmlns:a="http://schemas.openxmlformats.org/drawingml/2006/main">
              <a:ext uri="{FF2B5EF4-FFF2-40B4-BE49-F238E27FC236}">
                <a16:creationId xmlns:a16="http://schemas.microsoft.com/office/drawing/2014/main" id="{5544BB1D-C52C-41AD-BF30-3AD6E8D2102B}"/>
              </a:ext>
            </a:extLst>
          </p:cNvPr>
          <p:cNvSpPr>
            <a:spLocks xmlns:a="http://schemas.openxmlformats.org/drawingml/2006/main" noGrp="1"/>
          </p:cNvSpPr>
          <p:nvPr/>
        </p:nvSpPr>
        <p:spPr>
          <a:xfrm xmlns:a="http://schemas.openxmlformats.org/drawingml/2006/main">
            <a:off x="2200275" y="3648075"/>
            <a:ext cx="125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175" b="1">
                <a:solidFill>
                  <a:srgbClr val="163A50"/>
                </a:solidFill>
                <a:latin typeface="Yu Gothic"/>
                <a:ea typeface="Yu Gothic"/>
                <a:cs typeface="Yu Gothic"/>
              </a:defRPr>
            </a:defPPr>
            <a:lvl1pPr algn="ctr">
              <a:defRPr sz="2175" b="1">
                <a:solidFill>
                  <a:srgbClr val="163A50"/>
                </a:solidFill>
                <a:latin typeface="Yu Gothic"/>
                <a:ea typeface="Yu Gothic"/>
                <a:cs typeface="Yu Gothic"/>
              </a:defRPr>
            </a:lvl1pPr>
            <a:lvl2pPr algn="ctr">
              <a:defRPr sz="2175" b="1">
                <a:solidFill>
                  <a:srgbClr val="163A50"/>
                </a:solidFill>
                <a:latin typeface="Yu Gothic"/>
                <a:ea typeface="Yu Gothic"/>
                <a:cs typeface="Yu Gothic"/>
              </a:defRPr>
            </a:lvl2pPr>
            <a:lvl3pPr algn="ctr">
              <a:defRPr sz="2175" b="1">
                <a:solidFill>
                  <a:srgbClr val="163A50"/>
                </a:solidFill>
                <a:latin typeface="Yu Gothic"/>
                <a:ea typeface="Yu Gothic"/>
                <a:cs typeface="Yu Gothic"/>
              </a:defRPr>
            </a:lvl3pPr>
            <a:lvl4pPr algn="ctr">
              <a:defRPr sz="2175" b="1">
                <a:solidFill>
                  <a:srgbClr val="163A50"/>
                </a:solidFill>
                <a:latin typeface="Yu Gothic"/>
                <a:ea typeface="Yu Gothic"/>
                <a:cs typeface="Yu Gothic"/>
              </a:defRPr>
            </a:lvl4pPr>
            <a:lvl5pPr algn="ctr">
              <a:defRPr sz="2175" b="1">
                <a:solidFill>
                  <a:srgbClr val="163A50"/>
                </a:solidFill>
                <a:latin typeface="Yu Gothic"/>
                <a:ea typeface="Yu Gothic"/>
                <a:cs typeface="Yu Gothic"/>
              </a:defRPr>
            </a:lvl5pPr>
            <a:lvl6pPr algn="ctr">
              <a:defRPr sz="2175" b="1">
                <a:solidFill>
                  <a:srgbClr val="163A50"/>
                </a:solidFill>
                <a:latin typeface="Yu Gothic"/>
                <a:ea typeface="Yu Gothic"/>
                <a:cs typeface="Yu Gothic"/>
              </a:defRPr>
            </a:lvl6pPr>
            <a:lvl7pPr algn="ctr">
              <a:defRPr sz="2175" b="1">
                <a:solidFill>
                  <a:srgbClr val="163A50"/>
                </a:solidFill>
                <a:latin typeface="Yu Gothic"/>
                <a:ea typeface="Yu Gothic"/>
                <a:cs typeface="Yu Gothic"/>
              </a:defRPr>
            </a:lvl7pPr>
            <a:lvl8pPr algn="ctr">
              <a:defRPr sz="2175" b="1">
                <a:solidFill>
                  <a:srgbClr val="163A50"/>
                </a:solidFill>
                <a:latin typeface="Yu Gothic"/>
                <a:ea typeface="Yu Gothic"/>
                <a:cs typeface="Yu Gothic"/>
              </a:defRPr>
            </a:lvl8pPr>
            <a:lvl9pPr algn="ctr">
              <a:defRPr sz="2175" b="1">
                <a:solidFill>
                  <a:srgbClr val="163A50"/>
                </a:solidFill>
                <a:latin typeface="Yu Gothic"/>
                <a:ea typeface="Yu Gothic"/>
                <a:cs typeface="Yu Gothic"/>
              </a:defRPr>
            </a:lvl9pPr>
          </a:lstStyle>
          <a:p xmlns:a="http://schemas.openxmlformats.org/drawingml/2006/main">
            <a:pPr algn="ctr">
              <a:defRPr sz="2175" b="1">
                <a:solidFill>
                  <a:srgbClr val="163A50"/>
                </a:solidFill>
                <a:latin typeface="Yu Gothic"/>
                <a:ea typeface="Yu Gothic"/>
                <a:cs typeface="Yu Gothic"/>
              </a:defRPr>
            </a:pPr>
            <a:r>
              <a:rPr sz="2175" b="1">
                <a:solidFill>
                  <a:srgbClr val="163A50"/>
                </a:solidFill>
                <a:latin typeface="Yu Gothic"/>
                <a:ea typeface="Yu Gothic"/>
                <a:cs typeface="Yu Gothic"/>
              </a:rPr>
              <a:t>1,000</a:t>
            </a:r>
          </a:p>
        </p:txBody>
      </p:sp>
      <p:sp>
        <p:nvSpPr>
          <p:cNvPr id="11" name="">
            <a:extLst xmlns:a="http://schemas.openxmlformats.org/drawingml/2006/main">
              <a:ext uri="{FF2B5EF4-FFF2-40B4-BE49-F238E27FC236}">
                <a16:creationId xmlns:a16="http://schemas.microsoft.com/office/drawing/2014/main" id="{71B6E104-4E60-422D-9027-7A1FCF738DF1}"/>
              </a:ext>
            </a:extLst>
          </p:cNvPr>
          <p:cNvSpPr>
            <a:spLocks xmlns:a="http://schemas.openxmlformats.org/drawingml/2006/main" noGrp="1"/>
          </p:cNvSpPr>
          <p:nvPr/>
        </p:nvSpPr>
        <p:spPr>
          <a:xfrm xmlns:a="http://schemas.openxmlformats.org/drawingml/2006/main">
            <a:off x="2200275" y="4143375"/>
            <a:ext cx="1257300" cy="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12" name="">
            <a:extLst xmlns:a="http://schemas.openxmlformats.org/drawingml/2006/main">
              <a:ext uri="{FF2B5EF4-FFF2-40B4-BE49-F238E27FC236}">
                <a16:creationId xmlns:a16="http://schemas.microsoft.com/office/drawing/2014/main" id="{5C18C05A-6A2E-48B0-A059-D9DCA024CC9A}"/>
              </a:ext>
            </a:extLst>
          </p:cNvPr>
          <p:cNvSpPr>
            <a:spLocks xmlns:a="http://schemas.openxmlformats.org/drawingml/2006/main" noGrp="1"/>
          </p:cNvSpPr>
          <p:nvPr/>
        </p:nvSpPr>
        <p:spPr>
          <a:xfrm xmlns:a="http://schemas.openxmlformats.org/drawingml/2006/main">
            <a:off x="3676650" y="3648075"/>
            <a:ext cx="125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175" b="1">
                <a:solidFill>
                  <a:srgbClr val="163A50"/>
                </a:solidFill>
                <a:latin typeface="Yu Gothic"/>
                <a:ea typeface="Yu Gothic"/>
                <a:cs typeface="Yu Gothic"/>
              </a:defRPr>
            </a:defPPr>
            <a:lvl1pPr algn="ctr">
              <a:defRPr sz="2175" b="1">
                <a:solidFill>
                  <a:srgbClr val="163A50"/>
                </a:solidFill>
                <a:latin typeface="Yu Gothic"/>
                <a:ea typeface="Yu Gothic"/>
                <a:cs typeface="Yu Gothic"/>
              </a:defRPr>
            </a:lvl1pPr>
            <a:lvl2pPr algn="ctr">
              <a:defRPr sz="2175" b="1">
                <a:solidFill>
                  <a:srgbClr val="163A50"/>
                </a:solidFill>
                <a:latin typeface="Yu Gothic"/>
                <a:ea typeface="Yu Gothic"/>
                <a:cs typeface="Yu Gothic"/>
              </a:defRPr>
            </a:lvl2pPr>
            <a:lvl3pPr algn="ctr">
              <a:defRPr sz="2175" b="1">
                <a:solidFill>
                  <a:srgbClr val="163A50"/>
                </a:solidFill>
                <a:latin typeface="Yu Gothic"/>
                <a:ea typeface="Yu Gothic"/>
                <a:cs typeface="Yu Gothic"/>
              </a:defRPr>
            </a:lvl3pPr>
            <a:lvl4pPr algn="ctr">
              <a:defRPr sz="2175" b="1">
                <a:solidFill>
                  <a:srgbClr val="163A50"/>
                </a:solidFill>
                <a:latin typeface="Yu Gothic"/>
                <a:ea typeface="Yu Gothic"/>
                <a:cs typeface="Yu Gothic"/>
              </a:defRPr>
            </a:lvl4pPr>
            <a:lvl5pPr algn="ctr">
              <a:defRPr sz="2175" b="1">
                <a:solidFill>
                  <a:srgbClr val="163A50"/>
                </a:solidFill>
                <a:latin typeface="Yu Gothic"/>
                <a:ea typeface="Yu Gothic"/>
                <a:cs typeface="Yu Gothic"/>
              </a:defRPr>
            </a:lvl5pPr>
            <a:lvl6pPr algn="ctr">
              <a:defRPr sz="2175" b="1">
                <a:solidFill>
                  <a:srgbClr val="163A50"/>
                </a:solidFill>
                <a:latin typeface="Yu Gothic"/>
                <a:ea typeface="Yu Gothic"/>
                <a:cs typeface="Yu Gothic"/>
              </a:defRPr>
            </a:lvl6pPr>
            <a:lvl7pPr algn="ctr">
              <a:defRPr sz="2175" b="1">
                <a:solidFill>
                  <a:srgbClr val="163A50"/>
                </a:solidFill>
                <a:latin typeface="Yu Gothic"/>
                <a:ea typeface="Yu Gothic"/>
                <a:cs typeface="Yu Gothic"/>
              </a:defRPr>
            </a:lvl7pPr>
            <a:lvl8pPr algn="ctr">
              <a:defRPr sz="2175" b="1">
                <a:solidFill>
                  <a:srgbClr val="163A50"/>
                </a:solidFill>
                <a:latin typeface="Yu Gothic"/>
                <a:ea typeface="Yu Gothic"/>
                <a:cs typeface="Yu Gothic"/>
              </a:defRPr>
            </a:lvl8pPr>
            <a:lvl9pPr algn="ctr">
              <a:defRPr sz="2175" b="1">
                <a:solidFill>
                  <a:srgbClr val="163A50"/>
                </a:solidFill>
                <a:latin typeface="Yu Gothic"/>
                <a:ea typeface="Yu Gothic"/>
                <a:cs typeface="Yu Gothic"/>
              </a:defRPr>
            </a:lvl9pPr>
          </a:lstStyle>
          <a:p xmlns:a="http://schemas.openxmlformats.org/drawingml/2006/main">
            <a:pPr algn="ctr">
              <a:defRPr sz="2175" b="1">
                <a:solidFill>
                  <a:srgbClr val="163A50"/>
                </a:solidFill>
                <a:latin typeface="Yu Gothic"/>
                <a:ea typeface="Yu Gothic"/>
                <a:cs typeface="Yu Gothic"/>
              </a:defRPr>
            </a:pPr>
            <a:r>
              <a:rPr sz="2175" b="1">
                <a:solidFill>
                  <a:srgbClr val="163A50"/>
                </a:solidFill>
                <a:latin typeface="Yu Gothic"/>
                <a:ea typeface="Yu Gothic"/>
                <a:cs typeface="Yu Gothic"/>
              </a:rPr>
              <a:t>2,000</a:t>
            </a:r>
          </a:p>
        </p:txBody>
      </p:sp>
      <p:sp>
        <p:nvSpPr>
          <p:cNvPr id="13" name="">
            <a:extLst xmlns:a="http://schemas.openxmlformats.org/drawingml/2006/main">
              <a:ext uri="{FF2B5EF4-FFF2-40B4-BE49-F238E27FC236}">
                <a16:creationId xmlns:a16="http://schemas.microsoft.com/office/drawing/2014/main" id="{4D1F8026-9664-48DA-89E2-38F4BC4BBE9E}"/>
              </a:ext>
            </a:extLst>
          </p:cNvPr>
          <p:cNvSpPr>
            <a:spLocks xmlns:a="http://schemas.openxmlformats.org/drawingml/2006/main" noGrp="1"/>
          </p:cNvSpPr>
          <p:nvPr/>
        </p:nvSpPr>
        <p:spPr>
          <a:xfrm xmlns:a="http://schemas.openxmlformats.org/drawingml/2006/main">
            <a:off x="3676650" y="4143375"/>
            <a:ext cx="1257300" cy="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14" name="">
            <a:extLst xmlns:a="http://schemas.openxmlformats.org/drawingml/2006/main">
              <a:ext uri="{FF2B5EF4-FFF2-40B4-BE49-F238E27FC236}">
                <a16:creationId xmlns:a16="http://schemas.microsoft.com/office/drawing/2014/main" id="{121B25FD-F298-4435-B41B-B31EB103279B}"/>
              </a:ext>
            </a:extLst>
          </p:cNvPr>
          <p:cNvSpPr>
            <a:spLocks xmlns:a="http://schemas.openxmlformats.org/drawingml/2006/main" noGrp="1"/>
          </p:cNvSpPr>
          <p:nvPr/>
        </p:nvSpPr>
        <p:spPr>
          <a:xfrm xmlns:a="http://schemas.openxmlformats.org/drawingml/2006/main">
            <a:off x="5153025" y="3648075"/>
            <a:ext cx="125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175" b="1">
                <a:solidFill>
                  <a:srgbClr val="163A50"/>
                </a:solidFill>
                <a:latin typeface="Yu Gothic"/>
                <a:ea typeface="Yu Gothic"/>
                <a:cs typeface="Yu Gothic"/>
              </a:defRPr>
            </a:defPPr>
            <a:lvl1pPr algn="ctr">
              <a:defRPr sz="2175" b="1">
                <a:solidFill>
                  <a:srgbClr val="163A50"/>
                </a:solidFill>
                <a:latin typeface="Yu Gothic"/>
                <a:ea typeface="Yu Gothic"/>
                <a:cs typeface="Yu Gothic"/>
              </a:defRPr>
            </a:lvl1pPr>
            <a:lvl2pPr algn="ctr">
              <a:defRPr sz="2175" b="1">
                <a:solidFill>
                  <a:srgbClr val="163A50"/>
                </a:solidFill>
                <a:latin typeface="Yu Gothic"/>
                <a:ea typeface="Yu Gothic"/>
                <a:cs typeface="Yu Gothic"/>
              </a:defRPr>
            </a:lvl2pPr>
            <a:lvl3pPr algn="ctr">
              <a:defRPr sz="2175" b="1">
                <a:solidFill>
                  <a:srgbClr val="163A50"/>
                </a:solidFill>
                <a:latin typeface="Yu Gothic"/>
                <a:ea typeface="Yu Gothic"/>
                <a:cs typeface="Yu Gothic"/>
              </a:defRPr>
            </a:lvl3pPr>
            <a:lvl4pPr algn="ctr">
              <a:defRPr sz="2175" b="1">
                <a:solidFill>
                  <a:srgbClr val="163A50"/>
                </a:solidFill>
                <a:latin typeface="Yu Gothic"/>
                <a:ea typeface="Yu Gothic"/>
                <a:cs typeface="Yu Gothic"/>
              </a:defRPr>
            </a:lvl4pPr>
            <a:lvl5pPr algn="ctr">
              <a:defRPr sz="2175" b="1">
                <a:solidFill>
                  <a:srgbClr val="163A50"/>
                </a:solidFill>
                <a:latin typeface="Yu Gothic"/>
                <a:ea typeface="Yu Gothic"/>
                <a:cs typeface="Yu Gothic"/>
              </a:defRPr>
            </a:lvl5pPr>
            <a:lvl6pPr algn="ctr">
              <a:defRPr sz="2175" b="1">
                <a:solidFill>
                  <a:srgbClr val="163A50"/>
                </a:solidFill>
                <a:latin typeface="Yu Gothic"/>
                <a:ea typeface="Yu Gothic"/>
                <a:cs typeface="Yu Gothic"/>
              </a:defRPr>
            </a:lvl6pPr>
            <a:lvl7pPr algn="ctr">
              <a:defRPr sz="2175" b="1">
                <a:solidFill>
                  <a:srgbClr val="163A50"/>
                </a:solidFill>
                <a:latin typeface="Yu Gothic"/>
                <a:ea typeface="Yu Gothic"/>
                <a:cs typeface="Yu Gothic"/>
              </a:defRPr>
            </a:lvl7pPr>
            <a:lvl8pPr algn="ctr">
              <a:defRPr sz="2175" b="1">
                <a:solidFill>
                  <a:srgbClr val="163A50"/>
                </a:solidFill>
                <a:latin typeface="Yu Gothic"/>
                <a:ea typeface="Yu Gothic"/>
                <a:cs typeface="Yu Gothic"/>
              </a:defRPr>
            </a:lvl8pPr>
            <a:lvl9pPr algn="ctr">
              <a:defRPr sz="2175" b="1">
                <a:solidFill>
                  <a:srgbClr val="163A50"/>
                </a:solidFill>
                <a:latin typeface="Yu Gothic"/>
                <a:ea typeface="Yu Gothic"/>
                <a:cs typeface="Yu Gothic"/>
              </a:defRPr>
            </a:lvl9pPr>
          </a:lstStyle>
          <a:p xmlns:a="http://schemas.openxmlformats.org/drawingml/2006/main">
            <a:pPr algn="ctr">
              <a:defRPr sz="2175" b="1">
                <a:solidFill>
                  <a:srgbClr val="163A50"/>
                </a:solidFill>
                <a:latin typeface="Yu Gothic"/>
                <a:ea typeface="Yu Gothic"/>
                <a:cs typeface="Yu Gothic"/>
              </a:defRPr>
            </a:pPr>
            <a:r>
              <a:rPr sz="2175" b="1">
                <a:solidFill>
                  <a:srgbClr val="163A50"/>
                </a:solidFill>
                <a:latin typeface="Yu Gothic"/>
                <a:ea typeface="Yu Gothic"/>
                <a:cs typeface="Yu Gothic"/>
              </a:rPr>
              <a:t>5,000</a:t>
            </a:r>
          </a:p>
        </p:txBody>
      </p:sp>
      <p:sp>
        <p:nvSpPr>
          <p:cNvPr id="15" name="">
            <a:extLst xmlns:a="http://schemas.openxmlformats.org/drawingml/2006/main">
              <a:ext uri="{FF2B5EF4-FFF2-40B4-BE49-F238E27FC236}">
                <a16:creationId xmlns:a16="http://schemas.microsoft.com/office/drawing/2014/main" id="{0927088E-384C-4156-83D4-203D59D106E5}"/>
              </a:ext>
            </a:extLst>
          </p:cNvPr>
          <p:cNvSpPr>
            <a:spLocks xmlns:a="http://schemas.openxmlformats.org/drawingml/2006/main" noGrp="1"/>
          </p:cNvSpPr>
          <p:nvPr/>
        </p:nvSpPr>
        <p:spPr>
          <a:xfrm xmlns:a="http://schemas.openxmlformats.org/drawingml/2006/main">
            <a:off x="5153025" y="4143375"/>
            <a:ext cx="1257300" cy="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16" name="">
            <a:extLst xmlns:a="http://schemas.openxmlformats.org/drawingml/2006/main">
              <a:ext uri="{FF2B5EF4-FFF2-40B4-BE49-F238E27FC236}">
                <a16:creationId xmlns:a16="http://schemas.microsoft.com/office/drawing/2014/main" id="{0542FBD7-4092-4C09-88E4-371FD9BFA493}"/>
              </a:ext>
            </a:extLst>
          </p:cNvPr>
          <p:cNvSpPr>
            <a:spLocks xmlns:a="http://schemas.openxmlformats.org/drawingml/2006/main" noGrp="1"/>
          </p:cNvSpPr>
          <p:nvPr/>
        </p:nvSpPr>
        <p:spPr>
          <a:xfrm xmlns:a="http://schemas.openxmlformats.org/drawingml/2006/main">
            <a:off x="723900" y="453390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5B6D76"/>
                </a:solidFill>
                <a:latin typeface="Yu Gothic"/>
                <a:ea typeface="Yu Gothic"/>
                <a:cs typeface="Yu Gothic"/>
              </a:defRPr>
            </a:defPPr>
            <a:lvl1pPr algn="l">
              <a:defRPr sz="1350" b="1">
                <a:solidFill>
                  <a:srgbClr val="5B6D76"/>
                </a:solidFill>
                <a:latin typeface="Yu Gothic"/>
                <a:ea typeface="Yu Gothic"/>
                <a:cs typeface="Yu Gothic"/>
              </a:defRPr>
            </a:lvl1pPr>
            <a:lvl2pPr algn="l">
              <a:defRPr sz="1350" b="1">
                <a:solidFill>
                  <a:srgbClr val="5B6D76"/>
                </a:solidFill>
                <a:latin typeface="Yu Gothic"/>
                <a:ea typeface="Yu Gothic"/>
                <a:cs typeface="Yu Gothic"/>
              </a:defRPr>
            </a:lvl2pPr>
            <a:lvl3pPr algn="l">
              <a:defRPr sz="1350" b="1">
                <a:solidFill>
                  <a:srgbClr val="5B6D76"/>
                </a:solidFill>
                <a:latin typeface="Yu Gothic"/>
                <a:ea typeface="Yu Gothic"/>
                <a:cs typeface="Yu Gothic"/>
              </a:defRPr>
            </a:lvl3pPr>
            <a:lvl4pPr algn="l">
              <a:defRPr sz="1350" b="1">
                <a:solidFill>
                  <a:srgbClr val="5B6D76"/>
                </a:solidFill>
                <a:latin typeface="Yu Gothic"/>
                <a:ea typeface="Yu Gothic"/>
                <a:cs typeface="Yu Gothic"/>
              </a:defRPr>
            </a:lvl4pPr>
            <a:lvl5pPr algn="l">
              <a:defRPr sz="1350" b="1">
                <a:solidFill>
                  <a:srgbClr val="5B6D76"/>
                </a:solidFill>
                <a:latin typeface="Yu Gothic"/>
                <a:ea typeface="Yu Gothic"/>
                <a:cs typeface="Yu Gothic"/>
              </a:defRPr>
            </a:lvl5pPr>
            <a:lvl6pPr algn="l">
              <a:defRPr sz="1350" b="1">
                <a:solidFill>
                  <a:srgbClr val="5B6D76"/>
                </a:solidFill>
                <a:latin typeface="Yu Gothic"/>
                <a:ea typeface="Yu Gothic"/>
                <a:cs typeface="Yu Gothic"/>
              </a:defRPr>
            </a:lvl6pPr>
            <a:lvl7pPr algn="l">
              <a:defRPr sz="1350" b="1">
                <a:solidFill>
                  <a:srgbClr val="5B6D76"/>
                </a:solidFill>
                <a:latin typeface="Yu Gothic"/>
                <a:ea typeface="Yu Gothic"/>
                <a:cs typeface="Yu Gothic"/>
              </a:defRPr>
            </a:lvl7pPr>
            <a:lvl8pPr algn="l">
              <a:defRPr sz="1350" b="1">
                <a:solidFill>
                  <a:srgbClr val="5B6D76"/>
                </a:solidFill>
                <a:latin typeface="Yu Gothic"/>
                <a:ea typeface="Yu Gothic"/>
                <a:cs typeface="Yu Gothic"/>
              </a:defRPr>
            </a:lvl8pPr>
            <a:lvl9pPr algn="l">
              <a:defRPr sz="1350" b="1">
                <a:solidFill>
                  <a:srgbClr val="5B6D76"/>
                </a:solidFill>
                <a:latin typeface="Yu Gothic"/>
                <a:ea typeface="Yu Gothic"/>
                <a:cs typeface="Yu Gothic"/>
              </a:defRPr>
            </a:lvl9pPr>
          </a:lstStyle>
          <a:p xmlns:a="http://schemas.openxmlformats.org/drawingml/2006/main">
            <a:pPr algn="l">
              <a:defRPr sz="1350" b="1">
                <a:solidFill>
                  <a:srgbClr val="5B6D76"/>
                </a:solidFill>
                <a:latin typeface="Yu Gothic"/>
                <a:ea typeface="Yu Gothic"/>
                <a:cs typeface="Yu Gothic"/>
              </a:defRPr>
            </a:pPr>
            <a:r>
              <a:rPr sz="1350" b="1">
                <a:solidFill>
                  <a:srgbClr val="5B6D76"/>
                </a:solidFill>
                <a:latin typeface="Yu Gothic"/>
                <a:ea typeface="Yu Gothic"/>
                <a:cs typeface="Yu Gothic"/>
              </a:rPr>
              <a:t>yes の割合</a:t>
            </a:r>
          </a:p>
        </p:txBody>
      </p:sp>
      <p:sp>
        <p:nvSpPr>
          <p:cNvPr id="17" name="">
            <a:extLst xmlns:a="http://schemas.openxmlformats.org/drawingml/2006/main">
              <a:ext uri="{FF2B5EF4-FFF2-40B4-BE49-F238E27FC236}">
                <a16:creationId xmlns:a16="http://schemas.microsoft.com/office/drawing/2014/main" id="{33AF237E-24E4-4430-9DFD-2A8EE6CAC0E6}"/>
              </a:ext>
            </a:extLst>
          </p:cNvPr>
          <p:cNvSpPr>
            <a:spLocks xmlns:a="http://schemas.openxmlformats.org/drawingml/2006/main" noGrp="1"/>
          </p:cNvSpPr>
          <p:nvPr/>
        </p:nvSpPr>
        <p:spPr>
          <a:xfrm xmlns:a="http://schemas.openxmlformats.org/drawingml/2006/main">
            <a:off x="723900" y="4953000"/>
            <a:ext cx="114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175" b="1">
                <a:solidFill>
                  <a:srgbClr val="D66B57"/>
                </a:solidFill>
                <a:latin typeface="Yu Gothic"/>
                <a:ea typeface="Yu Gothic"/>
                <a:cs typeface="Yu Gothic"/>
              </a:defRPr>
            </a:defPPr>
            <a:lvl1pPr algn="ctr">
              <a:defRPr sz="2175" b="1">
                <a:solidFill>
                  <a:srgbClr val="D66B57"/>
                </a:solidFill>
                <a:latin typeface="Yu Gothic"/>
                <a:ea typeface="Yu Gothic"/>
                <a:cs typeface="Yu Gothic"/>
              </a:defRPr>
            </a:lvl1pPr>
            <a:lvl2pPr algn="ctr">
              <a:defRPr sz="2175" b="1">
                <a:solidFill>
                  <a:srgbClr val="D66B57"/>
                </a:solidFill>
                <a:latin typeface="Yu Gothic"/>
                <a:ea typeface="Yu Gothic"/>
                <a:cs typeface="Yu Gothic"/>
              </a:defRPr>
            </a:lvl2pPr>
            <a:lvl3pPr algn="ctr">
              <a:defRPr sz="2175" b="1">
                <a:solidFill>
                  <a:srgbClr val="D66B57"/>
                </a:solidFill>
                <a:latin typeface="Yu Gothic"/>
                <a:ea typeface="Yu Gothic"/>
                <a:cs typeface="Yu Gothic"/>
              </a:defRPr>
            </a:lvl3pPr>
            <a:lvl4pPr algn="ctr">
              <a:defRPr sz="2175" b="1">
                <a:solidFill>
                  <a:srgbClr val="D66B57"/>
                </a:solidFill>
                <a:latin typeface="Yu Gothic"/>
                <a:ea typeface="Yu Gothic"/>
                <a:cs typeface="Yu Gothic"/>
              </a:defRPr>
            </a:lvl4pPr>
            <a:lvl5pPr algn="ctr">
              <a:defRPr sz="2175" b="1">
                <a:solidFill>
                  <a:srgbClr val="D66B57"/>
                </a:solidFill>
                <a:latin typeface="Yu Gothic"/>
                <a:ea typeface="Yu Gothic"/>
                <a:cs typeface="Yu Gothic"/>
              </a:defRPr>
            </a:lvl5pPr>
            <a:lvl6pPr algn="ctr">
              <a:defRPr sz="2175" b="1">
                <a:solidFill>
                  <a:srgbClr val="D66B57"/>
                </a:solidFill>
                <a:latin typeface="Yu Gothic"/>
                <a:ea typeface="Yu Gothic"/>
                <a:cs typeface="Yu Gothic"/>
              </a:defRPr>
            </a:lvl6pPr>
            <a:lvl7pPr algn="ctr">
              <a:defRPr sz="2175" b="1">
                <a:solidFill>
                  <a:srgbClr val="D66B57"/>
                </a:solidFill>
                <a:latin typeface="Yu Gothic"/>
                <a:ea typeface="Yu Gothic"/>
                <a:cs typeface="Yu Gothic"/>
              </a:defRPr>
            </a:lvl7pPr>
            <a:lvl8pPr algn="ctr">
              <a:defRPr sz="2175" b="1">
                <a:solidFill>
                  <a:srgbClr val="D66B57"/>
                </a:solidFill>
                <a:latin typeface="Yu Gothic"/>
                <a:ea typeface="Yu Gothic"/>
                <a:cs typeface="Yu Gothic"/>
              </a:defRPr>
            </a:lvl8pPr>
            <a:lvl9pPr algn="ctr">
              <a:defRPr sz="2175" b="1">
                <a:solidFill>
                  <a:srgbClr val="D66B57"/>
                </a:solidFill>
                <a:latin typeface="Yu Gothic"/>
                <a:ea typeface="Yu Gothic"/>
                <a:cs typeface="Yu Gothic"/>
              </a:defRPr>
            </a:lvl9pPr>
          </a:lstStyle>
          <a:p xmlns:a="http://schemas.openxmlformats.org/drawingml/2006/main">
            <a:pPr algn="ctr">
              <a:defRPr sz="2175" b="1">
                <a:solidFill>
                  <a:srgbClr val="D66B57"/>
                </a:solidFill>
                <a:latin typeface="Yu Gothic"/>
                <a:ea typeface="Yu Gothic"/>
                <a:cs typeface="Yu Gothic"/>
              </a:defRPr>
            </a:pPr>
            <a:r>
              <a:rPr sz="2175" b="1">
                <a:solidFill>
                  <a:srgbClr val="D66B57"/>
                </a:solidFill>
                <a:latin typeface="Yu Gothic"/>
                <a:ea typeface="Yu Gothic"/>
                <a:cs typeface="Yu Gothic"/>
              </a:rPr>
              <a:t>50%</a:t>
            </a:r>
          </a:p>
        </p:txBody>
      </p:sp>
      <p:sp>
        <p:nvSpPr>
          <p:cNvPr id="18" name="">
            <a:extLst xmlns:a="http://schemas.openxmlformats.org/drawingml/2006/main">
              <a:ext uri="{FF2B5EF4-FFF2-40B4-BE49-F238E27FC236}">
                <a16:creationId xmlns:a16="http://schemas.microsoft.com/office/drawing/2014/main" id="{C2625B0F-1613-4B05-943C-5E6F0D72220C}"/>
              </a:ext>
            </a:extLst>
          </p:cNvPr>
          <p:cNvSpPr>
            <a:spLocks xmlns:a="http://schemas.openxmlformats.org/drawingml/2006/main" noGrp="1"/>
          </p:cNvSpPr>
          <p:nvPr/>
        </p:nvSpPr>
        <p:spPr>
          <a:xfrm xmlns:a="http://schemas.openxmlformats.org/drawingml/2006/main">
            <a:off x="2133600" y="4953000"/>
            <a:ext cx="114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175" b="1">
                <a:solidFill>
                  <a:srgbClr val="D66B57"/>
                </a:solidFill>
                <a:latin typeface="Yu Gothic"/>
                <a:ea typeface="Yu Gothic"/>
                <a:cs typeface="Yu Gothic"/>
              </a:defRPr>
            </a:defPPr>
            <a:lvl1pPr algn="ctr">
              <a:defRPr sz="2175" b="1">
                <a:solidFill>
                  <a:srgbClr val="D66B57"/>
                </a:solidFill>
                <a:latin typeface="Yu Gothic"/>
                <a:ea typeface="Yu Gothic"/>
                <a:cs typeface="Yu Gothic"/>
              </a:defRPr>
            </a:lvl1pPr>
            <a:lvl2pPr algn="ctr">
              <a:defRPr sz="2175" b="1">
                <a:solidFill>
                  <a:srgbClr val="D66B57"/>
                </a:solidFill>
                <a:latin typeface="Yu Gothic"/>
                <a:ea typeface="Yu Gothic"/>
                <a:cs typeface="Yu Gothic"/>
              </a:defRPr>
            </a:lvl2pPr>
            <a:lvl3pPr algn="ctr">
              <a:defRPr sz="2175" b="1">
                <a:solidFill>
                  <a:srgbClr val="D66B57"/>
                </a:solidFill>
                <a:latin typeface="Yu Gothic"/>
                <a:ea typeface="Yu Gothic"/>
                <a:cs typeface="Yu Gothic"/>
              </a:defRPr>
            </a:lvl3pPr>
            <a:lvl4pPr algn="ctr">
              <a:defRPr sz="2175" b="1">
                <a:solidFill>
                  <a:srgbClr val="D66B57"/>
                </a:solidFill>
                <a:latin typeface="Yu Gothic"/>
                <a:ea typeface="Yu Gothic"/>
                <a:cs typeface="Yu Gothic"/>
              </a:defRPr>
            </a:lvl4pPr>
            <a:lvl5pPr algn="ctr">
              <a:defRPr sz="2175" b="1">
                <a:solidFill>
                  <a:srgbClr val="D66B57"/>
                </a:solidFill>
                <a:latin typeface="Yu Gothic"/>
                <a:ea typeface="Yu Gothic"/>
                <a:cs typeface="Yu Gothic"/>
              </a:defRPr>
            </a:lvl5pPr>
            <a:lvl6pPr algn="ctr">
              <a:defRPr sz="2175" b="1">
                <a:solidFill>
                  <a:srgbClr val="D66B57"/>
                </a:solidFill>
                <a:latin typeface="Yu Gothic"/>
                <a:ea typeface="Yu Gothic"/>
                <a:cs typeface="Yu Gothic"/>
              </a:defRPr>
            </a:lvl6pPr>
            <a:lvl7pPr algn="ctr">
              <a:defRPr sz="2175" b="1">
                <a:solidFill>
                  <a:srgbClr val="D66B57"/>
                </a:solidFill>
                <a:latin typeface="Yu Gothic"/>
                <a:ea typeface="Yu Gothic"/>
                <a:cs typeface="Yu Gothic"/>
              </a:defRPr>
            </a:lvl7pPr>
            <a:lvl8pPr algn="ctr">
              <a:defRPr sz="2175" b="1">
                <a:solidFill>
                  <a:srgbClr val="D66B57"/>
                </a:solidFill>
                <a:latin typeface="Yu Gothic"/>
                <a:ea typeface="Yu Gothic"/>
                <a:cs typeface="Yu Gothic"/>
              </a:defRPr>
            </a:lvl8pPr>
            <a:lvl9pPr algn="ctr">
              <a:defRPr sz="2175" b="1">
                <a:solidFill>
                  <a:srgbClr val="D66B57"/>
                </a:solidFill>
                <a:latin typeface="Yu Gothic"/>
                <a:ea typeface="Yu Gothic"/>
                <a:cs typeface="Yu Gothic"/>
              </a:defRPr>
            </a:lvl9pPr>
          </a:lstStyle>
          <a:p xmlns:a="http://schemas.openxmlformats.org/drawingml/2006/main">
            <a:pPr algn="ctr">
              <a:defRPr sz="2175" b="1">
                <a:solidFill>
                  <a:srgbClr val="D66B57"/>
                </a:solidFill>
                <a:latin typeface="Yu Gothic"/>
                <a:ea typeface="Yu Gothic"/>
                <a:cs typeface="Yu Gothic"/>
              </a:defRPr>
            </a:pPr>
            <a:r>
              <a:rPr sz="2175" b="1">
                <a:solidFill>
                  <a:srgbClr val="D66B57"/>
                </a:solidFill>
                <a:latin typeface="Yu Gothic"/>
                <a:ea typeface="Yu Gothic"/>
                <a:cs typeface="Yu Gothic"/>
              </a:rPr>
              <a:t>30%</a:t>
            </a:r>
          </a:p>
        </p:txBody>
      </p:sp>
      <p:sp>
        <p:nvSpPr>
          <p:cNvPr id="19" name="">
            <a:extLst xmlns:a="http://schemas.openxmlformats.org/drawingml/2006/main">
              <a:ext uri="{FF2B5EF4-FFF2-40B4-BE49-F238E27FC236}">
                <a16:creationId xmlns:a16="http://schemas.microsoft.com/office/drawing/2014/main" id="{2864EFAE-1838-42C0-B642-DA6E7993F632}"/>
              </a:ext>
            </a:extLst>
          </p:cNvPr>
          <p:cNvSpPr>
            <a:spLocks xmlns:a="http://schemas.openxmlformats.org/drawingml/2006/main" noGrp="1"/>
          </p:cNvSpPr>
          <p:nvPr/>
        </p:nvSpPr>
        <p:spPr>
          <a:xfrm xmlns:a="http://schemas.openxmlformats.org/drawingml/2006/main">
            <a:off x="3543300" y="4953000"/>
            <a:ext cx="114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175" b="1">
                <a:solidFill>
                  <a:srgbClr val="D66B57"/>
                </a:solidFill>
                <a:latin typeface="Yu Gothic"/>
                <a:ea typeface="Yu Gothic"/>
                <a:cs typeface="Yu Gothic"/>
              </a:defRPr>
            </a:defPPr>
            <a:lvl1pPr algn="ctr">
              <a:defRPr sz="2175" b="1">
                <a:solidFill>
                  <a:srgbClr val="D66B57"/>
                </a:solidFill>
                <a:latin typeface="Yu Gothic"/>
                <a:ea typeface="Yu Gothic"/>
                <a:cs typeface="Yu Gothic"/>
              </a:defRPr>
            </a:lvl1pPr>
            <a:lvl2pPr algn="ctr">
              <a:defRPr sz="2175" b="1">
                <a:solidFill>
                  <a:srgbClr val="D66B57"/>
                </a:solidFill>
                <a:latin typeface="Yu Gothic"/>
                <a:ea typeface="Yu Gothic"/>
                <a:cs typeface="Yu Gothic"/>
              </a:defRPr>
            </a:lvl2pPr>
            <a:lvl3pPr algn="ctr">
              <a:defRPr sz="2175" b="1">
                <a:solidFill>
                  <a:srgbClr val="D66B57"/>
                </a:solidFill>
                <a:latin typeface="Yu Gothic"/>
                <a:ea typeface="Yu Gothic"/>
                <a:cs typeface="Yu Gothic"/>
              </a:defRPr>
            </a:lvl3pPr>
            <a:lvl4pPr algn="ctr">
              <a:defRPr sz="2175" b="1">
                <a:solidFill>
                  <a:srgbClr val="D66B57"/>
                </a:solidFill>
                <a:latin typeface="Yu Gothic"/>
                <a:ea typeface="Yu Gothic"/>
                <a:cs typeface="Yu Gothic"/>
              </a:defRPr>
            </a:lvl4pPr>
            <a:lvl5pPr algn="ctr">
              <a:defRPr sz="2175" b="1">
                <a:solidFill>
                  <a:srgbClr val="D66B57"/>
                </a:solidFill>
                <a:latin typeface="Yu Gothic"/>
                <a:ea typeface="Yu Gothic"/>
                <a:cs typeface="Yu Gothic"/>
              </a:defRPr>
            </a:lvl5pPr>
            <a:lvl6pPr algn="ctr">
              <a:defRPr sz="2175" b="1">
                <a:solidFill>
                  <a:srgbClr val="D66B57"/>
                </a:solidFill>
                <a:latin typeface="Yu Gothic"/>
                <a:ea typeface="Yu Gothic"/>
                <a:cs typeface="Yu Gothic"/>
              </a:defRPr>
            </a:lvl6pPr>
            <a:lvl7pPr algn="ctr">
              <a:defRPr sz="2175" b="1">
                <a:solidFill>
                  <a:srgbClr val="D66B57"/>
                </a:solidFill>
                <a:latin typeface="Yu Gothic"/>
                <a:ea typeface="Yu Gothic"/>
                <a:cs typeface="Yu Gothic"/>
              </a:defRPr>
            </a:lvl7pPr>
            <a:lvl8pPr algn="ctr">
              <a:defRPr sz="2175" b="1">
                <a:solidFill>
                  <a:srgbClr val="D66B57"/>
                </a:solidFill>
                <a:latin typeface="Yu Gothic"/>
                <a:ea typeface="Yu Gothic"/>
                <a:cs typeface="Yu Gothic"/>
              </a:defRPr>
            </a:lvl8pPr>
            <a:lvl9pPr algn="ctr">
              <a:defRPr sz="2175" b="1">
                <a:solidFill>
                  <a:srgbClr val="D66B57"/>
                </a:solidFill>
                <a:latin typeface="Yu Gothic"/>
                <a:ea typeface="Yu Gothic"/>
                <a:cs typeface="Yu Gothic"/>
              </a:defRPr>
            </a:lvl9pPr>
          </a:lstStyle>
          <a:p xmlns:a="http://schemas.openxmlformats.org/drawingml/2006/main">
            <a:pPr algn="ctr">
              <a:defRPr sz="2175" b="1">
                <a:solidFill>
                  <a:srgbClr val="D66B57"/>
                </a:solidFill>
                <a:latin typeface="Yu Gothic"/>
                <a:ea typeface="Yu Gothic"/>
                <a:cs typeface="Yu Gothic"/>
              </a:defRPr>
            </a:pPr>
            <a:r>
              <a:rPr sz="2175" b="1">
                <a:solidFill>
                  <a:srgbClr val="D66B57"/>
                </a:solidFill>
                <a:latin typeface="Yu Gothic"/>
                <a:ea typeface="Yu Gothic"/>
                <a:cs typeface="Yu Gothic"/>
              </a:rPr>
              <a:t>10%</a:t>
            </a:r>
          </a:p>
        </p:txBody>
      </p:sp>
      <p:sp>
        <p:nvSpPr>
          <p:cNvPr id="20" name="">
            <a:extLst xmlns:a="http://schemas.openxmlformats.org/drawingml/2006/main">
              <a:ext uri="{FF2B5EF4-FFF2-40B4-BE49-F238E27FC236}">
                <a16:creationId xmlns:a16="http://schemas.microsoft.com/office/drawing/2014/main" id="{4B4A965E-C043-4BC6-8CEA-51DC41DAD4E9}"/>
              </a:ext>
            </a:extLst>
          </p:cNvPr>
          <p:cNvSpPr>
            <a:spLocks xmlns:a="http://schemas.openxmlformats.org/drawingml/2006/main" noGrp="1"/>
          </p:cNvSpPr>
          <p:nvPr/>
        </p:nvSpPr>
        <p:spPr>
          <a:xfrm xmlns:a="http://schemas.openxmlformats.org/drawingml/2006/main">
            <a:off x="4953000" y="4953000"/>
            <a:ext cx="114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175" b="1">
                <a:solidFill>
                  <a:srgbClr val="D66B57"/>
                </a:solidFill>
                <a:latin typeface="Yu Gothic"/>
                <a:ea typeface="Yu Gothic"/>
                <a:cs typeface="Yu Gothic"/>
              </a:defRPr>
            </a:defPPr>
            <a:lvl1pPr algn="ctr">
              <a:defRPr sz="2175" b="1">
                <a:solidFill>
                  <a:srgbClr val="D66B57"/>
                </a:solidFill>
                <a:latin typeface="Yu Gothic"/>
                <a:ea typeface="Yu Gothic"/>
                <a:cs typeface="Yu Gothic"/>
              </a:defRPr>
            </a:lvl1pPr>
            <a:lvl2pPr algn="ctr">
              <a:defRPr sz="2175" b="1">
                <a:solidFill>
                  <a:srgbClr val="D66B57"/>
                </a:solidFill>
                <a:latin typeface="Yu Gothic"/>
                <a:ea typeface="Yu Gothic"/>
                <a:cs typeface="Yu Gothic"/>
              </a:defRPr>
            </a:lvl2pPr>
            <a:lvl3pPr algn="ctr">
              <a:defRPr sz="2175" b="1">
                <a:solidFill>
                  <a:srgbClr val="D66B57"/>
                </a:solidFill>
                <a:latin typeface="Yu Gothic"/>
                <a:ea typeface="Yu Gothic"/>
                <a:cs typeface="Yu Gothic"/>
              </a:defRPr>
            </a:lvl3pPr>
            <a:lvl4pPr algn="ctr">
              <a:defRPr sz="2175" b="1">
                <a:solidFill>
                  <a:srgbClr val="D66B57"/>
                </a:solidFill>
                <a:latin typeface="Yu Gothic"/>
                <a:ea typeface="Yu Gothic"/>
                <a:cs typeface="Yu Gothic"/>
              </a:defRPr>
            </a:lvl4pPr>
            <a:lvl5pPr algn="ctr">
              <a:defRPr sz="2175" b="1">
                <a:solidFill>
                  <a:srgbClr val="D66B57"/>
                </a:solidFill>
                <a:latin typeface="Yu Gothic"/>
                <a:ea typeface="Yu Gothic"/>
                <a:cs typeface="Yu Gothic"/>
              </a:defRPr>
            </a:lvl5pPr>
            <a:lvl6pPr algn="ctr">
              <a:defRPr sz="2175" b="1">
                <a:solidFill>
                  <a:srgbClr val="D66B57"/>
                </a:solidFill>
                <a:latin typeface="Yu Gothic"/>
                <a:ea typeface="Yu Gothic"/>
                <a:cs typeface="Yu Gothic"/>
              </a:defRPr>
            </a:lvl6pPr>
            <a:lvl7pPr algn="ctr">
              <a:defRPr sz="2175" b="1">
                <a:solidFill>
                  <a:srgbClr val="D66B57"/>
                </a:solidFill>
                <a:latin typeface="Yu Gothic"/>
                <a:ea typeface="Yu Gothic"/>
                <a:cs typeface="Yu Gothic"/>
              </a:defRPr>
            </a:lvl7pPr>
            <a:lvl8pPr algn="ctr">
              <a:defRPr sz="2175" b="1">
                <a:solidFill>
                  <a:srgbClr val="D66B57"/>
                </a:solidFill>
                <a:latin typeface="Yu Gothic"/>
                <a:ea typeface="Yu Gothic"/>
                <a:cs typeface="Yu Gothic"/>
              </a:defRPr>
            </a:lvl8pPr>
            <a:lvl9pPr algn="ctr">
              <a:defRPr sz="2175" b="1">
                <a:solidFill>
                  <a:srgbClr val="D66B57"/>
                </a:solidFill>
                <a:latin typeface="Yu Gothic"/>
                <a:ea typeface="Yu Gothic"/>
                <a:cs typeface="Yu Gothic"/>
              </a:defRPr>
            </a:lvl9pPr>
          </a:lstStyle>
          <a:p xmlns:a="http://schemas.openxmlformats.org/drawingml/2006/main">
            <a:pPr algn="ctr">
              <a:defRPr sz="2175" b="1">
                <a:solidFill>
                  <a:srgbClr val="D66B57"/>
                </a:solidFill>
                <a:latin typeface="Yu Gothic"/>
                <a:ea typeface="Yu Gothic"/>
                <a:cs typeface="Yu Gothic"/>
              </a:defRPr>
            </a:pPr>
            <a:r>
              <a:rPr sz="2175" b="1">
                <a:solidFill>
                  <a:srgbClr val="D66B57"/>
                </a:solidFill>
                <a:latin typeface="Yu Gothic"/>
                <a:ea typeface="Yu Gothic"/>
                <a:cs typeface="Yu Gothic"/>
              </a:rPr>
              <a:t>5%</a:t>
            </a:r>
          </a:p>
        </p:txBody>
      </p:sp>
      <p:sp>
        <p:nvSpPr>
          <p:cNvPr id="21" name="">
            <a:extLst xmlns:a="http://schemas.openxmlformats.org/drawingml/2006/main">
              <a:ext uri="{FF2B5EF4-FFF2-40B4-BE49-F238E27FC236}">
                <a16:creationId xmlns:a16="http://schemas.microsoft.com/office/drawing/2014/main" id="{1A196BCC-E65D-4DCD-A8B7-8FB7A0BDCF0D}"/>
              </a:ext>
            </a:extLst>
          </p:cNvPr>
          <p:cNvSpPr>
            <a:spLocks xmlns:a="http://schemas.openxmlformats.org/drawingml/2006/main" noGrp="1"/>
          </p:cNvSpPr>
          <p:nvPr/>
        </p:nvSpPr>
        <p:spPr>
          <a:xfrm xmlns:a="http://schemas.openxmlformats.org/drawingml/2006/main">
            <a:off x="6362700" y="4953000"/>
            <a:ext cx="1143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175" b="1">
                <a:solidFill>
                  <a:srgbClr val="D66B57"/>
                </a:solidFill>
                <a:latin typeface="Yu Gothic"/>
                <a:ea typeface="Yu Gothic"/>
                <a:cs typeface="Yu Gothic"/>
              </a:defRPr>
            </a:defPPr>
            <a:lvl1pPr algn="ctr">
              <a:defRPr sz="2175" b="1">
                <a:solidFill>
                  <a:srgbClr val="D66B57"/>
                </a:solidFill>
                <a:latin typeface="Yu Gothic"/>
                <a:ea typeface="Yu Gothic"/>
                <a:cs typeface="Yu Gothic"/>
              </a:defRPr>
            </a:lvl1pPr>
            <a:lvl2pPr algn="ctr">
              <a:defRPr sz="2175" b="1">
                <a:solidFill>
                  <a:srgbClr val="D66B57"/>
                </a:solidFill>
                <a:latin typeface="Yu Gothic"/>
                <a:ea typeface="Yu Gothic"/>
                <a:cs typeface="Yu Gothic"/>
              </a:defRPr>
            </a:lvl2pPr>
            <a:lvl3pPr algn="ctr">
              <a:defRPr sz="2175" b="1">
                <a:solidFill>
                  <a:srgbClr val="D66B57"/>
                </a:solidFill>
                <a:latin typeface="Yu Gothic"/>
                <a:ea typeface="Yu Gothic"/>
                <a:cs typeface="Yu Gothic"/>
              </a:defRPr>
            </a:lvl3pPr>
            <a:lvl4pPr algn="ctr">
              <a:defRPr sz="2175" b="1">
                <a:solidFill>
                  <a:srgbClr val="D66B57"/>
                </a:solidFill>
                <a:latin typeface="Yu Gothic"/>
                <a:ea typeface="Yu Gothic"/>
                <a:cs typeface="Yu Gothic"/>
              </a:defRPr>
            </a:lvl4pPr>
            <a:lvl5pPr algn="ctr">
              <a:defRPr sz="2175" b="1">
                <a:solidFill>
                  <a:srgbClr val="D66B57"/>
                </a:solidFill>
                <a:latin typeface="Yu Gothic"/>
                <a:ea typeface="Yu Gothic"/>
                <a:cs typeface="Yu Gothic"/>
              </a:defRPr>
            </a:lvl5pPr>
            <a:lvl6pPr algn="ctr">
              <a:defRPr sz="2175" b="1">
                <a:solidFill>
                  <a:srgbClr val="D66B57"/>
                </a:solidFill>
                <a:latin typeface="Yu Gothic"/>
                <a:ea typeface="Yu Gothic"/>
                <a:cs typeface="Yu Gothic"/>
              </a:defRPr>
            </a:lvl6pPr>
            <a:lvl7pPr algn="ctr">
              <a:defRPr sz="2175" b="1">
                <a:solidFill>
                  <a:srgbClr val="D66B57"/>
                </a:solidFill>
                <a:latin typeface="Yu Gothic"/>
                <a:ea typeface="Yu Gothic"/>
                <a:cs typeface="Yu Gothic"/>
              </a:defRPr>
            </a:lvl7pPr>
            <a:lvl8pPr algn="ctr">
              <a:defRPr sz="2175" b="1">
                <a:solidFill>
                  <a:srgbClr val="D66B57"/>
                </a:solidFill>
                <a:latin typeface="Yu Gothic"/>
                <a:ea typeface="Yu Gothic"/>
                <a:cs typeface="Yu Gothic"/>
              </a:defRPr>
            </a:lvl8pPr>
            <a:lvl9pPr algn="ctr">
              <a:defRPr sz="2175" b="1">
                <a:solidFill>
                  <a:srgbClr val="D66B57"/>
                </a:solidFill>
                <a:latin typeface="Yu Gothic"/>
                <a:ea typeface="Yu Gothic"/>
                <a:cs typeface="Yu Gothic"/>
              </a:defRPr>
            </a:lvl9pPr>
          </a:lstStyle>
          <a:p xmlns:a="http://schemas.openxmlformats.org/drawingml/2006/main">
            <a:pPr algn="ctr">
              <a:defRPr sz="2175" b="1">
                <a:solidFill>
                  <a:srgbClr val="D66B57"/>
                </a:solidFill>
                <a:latin typeface="Yu Gothic"/>
                <a:ea typeface="Yu Gothic"/>
                <a:cs typeface="Yu Gothic"/>
              </a:defRPr>
            </a:pPr>
            <a:r>
              <a:rPr sz="2175" b="1">
                <a:solidFill>
                  <a:srgbClr val="D66B57"/>
                </a:solidFill>
                <a:latin typeface="Yu Gothic"/>
                <a:ea typeface="Yu Gothic"/>
                <a:cs typeface="Yu Gothic"/>
              </a:rPr>
              <a:t>1%</a:t>
            </a:r>
          </a:p>
        </p:txBody>
      </p:sp>
      <p:sp>
        <p:nvSpPr>
          <p:cNvPr id="22" name="">
            <a:extLst xmlns:a="http://schemas.openxmlformats.org/drawingml/2006/main">
              <a:ext uri="{FF2B5EF4-FFF2-40B4-BE49-F238E27FC236}">
                <a16:creationId xmlns:a16="http://schemas.microsoft.com/office/drawing/2014/main" id="{6A931351-1861-4C41-9804-25420595994B}"/>
              </a:ext>
            </a:extLst>
          </p:cNvPr>
          <p:cNvSpPr>
            <a:spLocks xmlns:a="http://schemas.openxmlformats.org/drawingml/2006/main" noGrp="1"/>
          </p:cNvSpPr>
          <p:nvPr/>
        </p:nvSpPr>
        <p:spPr>
          <a:xfrm xmlns:a="http://schemas.openxmlformats.org/drawingml/2006/main">
            <a:off x="723900" y="5810250"/>
            <a:ext cx="857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75" b="1">
                <a:solidFill>
                  <a:srgbClr val="142B3B"/>
                </a:solidFill>
                <a:latin typeface="Yu Gothic"/>
                <a:ea typeface="Yu Gothic"/>
                <a:cs typeface="Yu Gothic"/>
              </a:defRPr>
            </a:defPPr>
            <a:lvl1pPr algn="l">
              <a:defRPr sz="1875" b="1">
                <a:solidFill>
                  <a:srgbClr val="142B3B"/>
                </a:solidFill>
                <a:latin typeface="Yu Gothic"/>
                <a:ea typeface="Yu Gothic"/>
                <a:cs typeface="Yu Gothic"/>
              </a:defRPr>
            </a:lvl1pPr>
            <a:lvl2pPr algn="l">
              <a:defRPr sz="1875" b="1">
                <a:solidFill>
                  <a:srgbClr val="142B3B"/>
                </a:solidFill>
                <a:latin typeface="Yu Gothic"/>
                <a:ea typeface="Yu Gothic"/>
                <a:cs typeface="Yu Gothic"/>
              </a:defRPr>
            </a:lvl2pPr>
            <a:lvl3pPr algn="l">
              <a:defRPr sz="1875" b="1">
                <a:solidFill>
                  <a:srgbClr val="142B3B"/>
                </a:solidFill>
                <a:latin typeface="Yu Gothic"/>
                <a:ea typeface="Yu Gothic"/>
                <a:cs typeface="Yu Gothic"/>
              </a:defRPr>
            </a:lvl3pPr>
            <a:lvl4pPr algn="l">
              <a:defRPr sz="1875" b="1">
                <a:solidFill>
                  <a:srgbClr val="142B3B"/>
                </a:solidFill>
                <a:latin typeface="Yu Gothic"/>
                <a:ea typeface="Yu Gothic"/>
                <a:cs typeface="Yu Gothic"/>
              </a:defRPr>
            </a:lvl4pPr>
            <a:lvl5pPr algn="l">
              <a:defRPr sz="1875" b="1">
                <a:solidFill>
                  <a:srgbClr val="142B3B"/>
                </a:solidFill>
                <a:latin typeface="Yu Gothic"/>
                <a:ea typeface="Yu Gothic"/>
                <a:cs typeface="Yu Gothic"/>
              </a:defRPr>
            </a:lvl5pPr>
            <a:lvl6pPr algn="l">
              <a:defRPr sz="1875" b="1">
                <a:solidFill>
                  <a:srgbClr val="142B3B"/>
                </a:solidFill>
                <a:latin typeface="Yu Gothic"/>
                <a:ea typeface="Yu Gothic"/>
                <a:cs typeface="Yu Gothic"/>
              </a:defRPr>
            </a:lvl6pPr>
            <a:lvl7pPr algn="l">
              <a:defRPr sz="1875" b="1">
                <a:solidFill>
                  <a:srgbClr val="142B3B"/>
                </a:solidFill>
                <a:latin typeface="Yu Gothic"/>
                <a:ea typeface="Yu Gothic"/>
                <a:cs typeface="Yu Gothic"/>
              </a:defRPr>
            </a:lvl7pPr>
            <a:lvl8pPr algn="l">
              <a:defRPr sz="1875" b="1">
                <a:solidFill>
                  <a:srgbClr val="142B3B"/>
                </a:solidFill>
                <a:latin typeface="Yu Gothic"/>
                <a:ea typeface="Yu Gothic"/>
                <a:cs typeface="Yu Gothic"/>
              </a:defRPr>
            </a:lvl8pPr>
            <a:lvl9pPr algn="l">
              <a:defRPr sz="1875" b="1">
                <a:solidFill>
                  <a:srgbClr val="142B3B"/>
                </a:solidFill>
                <a:latin typeface="Yu Gothic"/>
                <a:ea typeface="Yu Gothic"/>
                <a:cs typeface="Yu Gothic"/>
              </a:defRPr>
            </a:lvl9pPr>
          </a:lstStyle>
          <a:p xmlns:a="http://schemas.openxmlformats.org/drawingml/2006/main">
            <a:pPr algn="l">
              <a:defRPr sz="1875" b="1">
                <a:solidFill>
                  <a:srgbClr val="142B3B"/>
                </a:solidFill>
                <a:latin typeface="Yu Gothic"/>
                <a:ea typeface="Yu Gothic"/>
                <a:cs typeface="Yu Gothic"/>
              </a:defRPr>
            </a:pPr>
            <a:r>
              <a:rPr sz="1875" b="1">
                <a:solidFill>
                  <a:srgbClr val="142B3B"/>
                </a:solidFill>
                <a:latin typeface="Yu Gothic"/>
                <a:ea typeface="Yu Gothic"/>
                <a:cs typeface="Yu Gothic"/>
              </a:rPr>
              <a:t>4 件数 × 5 割合 × 2 モデル × 5 回 = 200 回</a:t>
            </a:r>
          </a:p>
        </p:txBody>
      </p:sp>
      <p:sp>
        <p:nvSpPr>
          <p:cNvPr id="23" name="">
            <a:extLst xmlns:a="http://schemas.openxmlformats.org/drawingml/2006/main">
              <a:ext uri="{FF2B5EF4-FFF2-40B4-BE49-F238E27FC236}">
                <a16:creationId xmlns:a16="http://schemas.microsoft.com/office/drawing/2014/main" id="{D6F7F4DF-DA7D-4412-AAB8-4685FC254EA7}"/>
              </a:ext>
            </a:extLst>
          </p:cNvPr>
          <p:cNvSpPr>
            <a:spLocks xmlns:a="http://schemas.openxmlformats.org/drawingml/2006/main" noGrp="1"/>
          </p:cNvSpPr>
          <p:nvPr/>
        </p:nvSpPr>
        <p:spPr>
          <a:xfrm xmlns:a="http://schemas.openxmlformats.org/drawingml/2006/main">
            <a:off x="723900" y="6200775"/>
            <a:ext cx="923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5B6D76"/>
                </a:solidFill>
                <a:latin typeface="Yu Gothic"/>
                <a:ea typeface="Yu Gothic"/>
                <a:cs typeface="Yu Gothic"/>
              </a:defRPr>
            </a:defPPr>
            <a:lvl1pPr algn="l">
              <a:defRPr sz="1125" b="0">
                <a:solidFill>
                  <a:srgbClr val="5B6D76"/>
                </a:solidFill>
                <a:latin typeface="Yu Gothic"/>
                <a:ea typeface="Yu Gothic"/>
                <a:cs typeface="Yu Gothic"/>
              </a:defRPr>
            </a:lvl1pPr>
            <a:lvl2pPr algn="l">
              <a:defRPr sz="1125" b="0">
                <a:solidFill>
                  <a:srgbClr val="5B6D76"/>
                </a:solidFill>
                <a:latin typeface="Yu Gothic"/>
                <a:ea typeface="Yu Gothic"/>
                <a:cs typeface="Yu Gothic"/>
              </a:defRPr>
            </a:lvl2pPr>
            <a:lvl3pPr algn="l">
              <a:defRPr sz="1125" b="0">
                <a:solidFill>
                  <a:srgbClr val="5B6D76"/>
                </a:solidFill>
                <a:latin typeface="Yu Gothic"/>
                <a:ea typeface="Yu Gothic"/>
                <a:cs typeface="Yu Gothic"/>
              </a:defRPr>
            </a:lvl3pPr>
            <a:lvl4pPr algn="l">
              <a:defRPr sz="1125" b="0">
                <a:solidFill>
                  <a:srgbClr val="5B6D76"/>
                </a:solidFill>
                <a:latin typeface="Yu Gothic"/>
                <a:ea typeface="Yu Gothic"/>
                <a:cs typeface="Yu Gothic"/>
              </a:defRPr>
            </a:lvl4pPr>
            <a:lvl5pPr algn="l">
              <a:defRPr sz="1125" b="0">
                <a:solidFill>
                  <a:srgbClr val="5B6D76"/>
                </a:solidFill>
                <a:latin typeface="Yu Gothic"/>
                <a:ea typeface="Yu Gothic"/>
                <a:cs typeface="Yu Gothic"/>
              </a:defRPr>
            </a:lvl5pPr>
            <a:lvl6pPr algn="l">
              <a:defRPr sz="1125" b="0">
                <a:solidFill>
                  <a:srgbClr val="5B6D76"/>
                </a:solidFill>
                <a:latin typeface="Yu Gothic"/>
                <a:ea typeface="Yu Gothic"/>
                <a:cs typeface="Yu Gothic"/>
              </a:defRPr>
            </a:lvl6pPr>
            <a:lvl7pPr algn="l">
              <a:defRPr sz="1125" b="0">
                <a:solidFill>
                  <a:srgbClr val="5B6D76"/>
                </a:solidFill>
                <a:latin typeface="Yu Gothic"/>
                <a:ea typeface="Yu Gothic"/>
                <a:cs typeface="Yu Gothic"/>
              </a:defRPr>
            </a:lvl7pPr>
            <a:lvl8pPr algn="l">
              <a:defRPr sz="1125" b="0">
                <a:solidFill>
                  <a:srgbClr val="5B6D76"/>
                </a:solidFill>
                <a:latin typeface="Yu Gothic"/>
                <a:ea typeface="Yu Gothic"/>
                <a:cs typeface="Yu Gothic"/>
              </a:defRPr>
            </a:lvl8pPr>
            <a:lvl9pPr algn="l">
              <a:defRPr sz="1125" b="0">
                <a:solidFill>
                  <a:srgbClr val="5B6D76"/>
                </a:solidFill>
                <a:latin typeface="Yu Gothic"/>
                <a:ea typeface="Yu Gothic"/>
                <a:cs typeface="Yu Gothic"/>
              </a:defRPr>
            </a:lvl9pPr>
          </a:lstStyle>
          <a:p xmlns:a="http://schemas.openxmlformats.org/drawingml/2006/main">
            <a:pPr algn="l">
              <a:defRPr sz="1125" b="0">
                <a:solidFill>
                  <a:srgbClr val="5B6D76"/>
                </a:solidFill>
                <a:latin typeface="Yu Gothic"/>
                <a:ea typeface="Yu Gothic"/>
                <a:cs typeface="Yu Gothic"/>
              </a:defRPr>
            </a:pPr>
            <a:r>
              <a:rPr sz="1125" b="0">
                <a:solidFill>
                  <a:srgbClr val="5B6D76"/>
                </a:solidFill>
                <a:latin typeface="Yu Gothic"/>
                <a:ea typeface="Yu Gothic"/>
                <a:cs typeface="Yu Gothic"/>
              </a:rPr>
              <a:t>架空のデータは作らず、公開記録から条件に合う件数を抽出</a:t>
            </a:r>
          </a:p>
        </p:txBody>
      </p:sp>
    </p:spTree>
    <p:extLst>
      <p:ext uri="{BB962C8B-B14F-4D97-AF65-F5344CB8AC3E}">
        <p14:creationId xmlns:p14="http://schemas.microsoft.com/office/powerpoint/2010/main" val="1317577997"/>
      </p:ext>
    </p:extLst>
  </p:cSld>
</p:sld>
</file>

<file path=ppt/slides/slide4.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7449E7D-C243-488B-A835-DDA76C3383AE}"/>
              </a:ext>
            </a:extLst>
          </p:cNvPr>
          <p:cNvSpPr>
            <a:spLocks xmlns:a="http://schemas.openxmlformats.org/drawingml/2006/main" noGrp="1"/>
          </p:cNvSpPr>
          <p:nvPr/>
        </p:nvSpPr>
        <p:spPr>
          <a:xfrm xmlns:a="http://schemas.openxmlformats.org/drawingml/2006/main">
            <a:off x="6858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47D78"/>
                </a:solidFill>
                <a:latin typeface="Yu Gothic"/>
                <a:ea typeface="Yu Gothic"/>
                <a:cs typeface="Yu Gothic"/>
              </a:defRPr>
            </a:defPPr>
            <a:lvl1pPr algn="l">
              <a:defRPr sz="975" b="1">
                <a:solidFill>
                  <a:srgbClr val="147D78"/>
                </a:solidFill>
                <a:latin typeface="Yu Gothic"/>
                <a:ea typeface="Yu Gothic"/>
                <a:cs typeface="Yu Gothic"/>
              </a:defRPr>
            </a:lvl1pPr>
            <a:lvl2pPr algn="l">
              <a:defRPr sz="975" b="1">
                <a:solidFill>
                  <a:srgbClr val="147D78"/>
                </a:solidFill>
                <a:latin typeface="Yu Gothic"/>
                <a:ea typeface="Yu Gothic"/>
                <a:cs typeface="Yu Gothic"/>
              </a:defRPr>
            </a:lvl2pPr>
            <a:lvl3pPr algn="l">
              <a:defRPr sz="975" b="1">
                <a:solidFill>
                  <a:srgbClr val="147D78"/>
                </a:solidFill>
                <a:latin typeface="Yu Gothic"/>
                <a:ea typeface="Yu Gothic"/>
                <a:cs typeface="Yu Gothic"/>
              </a:defRPr>
            </a:lvl3pPr>
            <a:lvl4pPr algn="l">
              <a:defRPr sz="975" b="1">
                <a:solidFill>
                  <a:srgbClr val="147D78"/>
                </a:solidFill>
                <a:latin typeface="Yu Gothic"/>
                <a:ea typeface="Yu Gothic"/>
                <a:cs typeface="Yu Gothic"/>
              </a:defRPr>
            </a:lvl4pPr>
            <a:lvl5pPr algn="l">
              <a:defRPr sz="975" b="1">
                <a:solidFill>
                  <a:srgbClr val="147D78"/>
                </a:solidFill>
                <a:latin typeface="Yu Gothic"/>
                <a:ea typeface="Yu Gothic"/>
                <a:cs typeface="Yu Gothic"/>
              </a:defRPr>
            </a:lvl5pPr>
            <a:lvl6pPr algn="l">
              <a:defRPr sz="975" b="1">
                <a:solidFill>
                  <a:srgbClr val="147D78"/>
                </a:solidFill>
                <a:latin typeface="Yu Gothic"/>
                <a:ea typeface="Yu Gothic"/>
                <a:cs typeface="Yu Gothic"/>
              </a:defRPr>
            </a:lvl6pPr>
            <a:lvl7pPr algn="l">
              <a:defRPr sz="975" b="1">
                <a:solidFill>
                  <a:srgbClr val="147D78"/>
                </a:solidFill>
                <a:latin typeface="Yu Gothic"/>
                <a:ea typeface="Yu Gothic"/>
                <a:cs typeface="Yu Gothic"/>
              </a:defRPr>
            </a:lvl7pPr>
            <a:lvl8pPr algn="l">
              <a:defRPr sz="975" b="1">
                <a:solidFill>
                  <a:srgbClr val="147D78"/>
                </a:solidFill>
                <a:latin typeface="Yu Gothic"/>
                <a:ea typeface="Yu Gothic"/>
                <a:cs typeface="Yu Gothic"/>
              </a:defRPr>
            </a:lvl8pPr>
            <a:lvl9pPr algn="l">
              <a:defRPr sz="975" b="1">
                <a:solidFill>
                  <a:srgbClr val="147D78"/>
                </a:solidFill>
                <a:latin typeface="Yu Gothic"/>
                <a:ea typeface="Yu Gothic"/>
                <a:cs typeface="Yu Gothic"/>
              </a:defRPr>
            </a:lvl9pPr>
          </a:lstStyle>
          <a:p xmlns:a="http://schemas.openxmlformats.org/drawingml/2006/main">
            <a:pPr algn="l">
              <a:defRPr sz="975" b="1">
                <a:solidFill>
                  <a:srgbClr val="147D78"/>
                </a:solidFill>
                <a:latin typeface="Yu Gothic"/>
                <a:ea typeface="Yu Gothic"/>
                <a:cs typeface="Yu Gothic"/>
              </a:defRPr>
            </a:pPr>
            <a:r>
              <a:rPr sz="975" b="1">
                <a:solidFill>
                  <a:srgbClr val="147D78"/>
                </a:solidFill>
                <a:latin typeface="Yu Gothic"/>
                <a:ea typeface="Yu Gothic"/>
                <a:cs typeface="Yu Gothic"/>
              </a:rPr>
              <a:t>データ</a:t>
            </a:r>
          </a:p>
        </p:txBody>
      </p:sp>
      <p:sp>
        <p:nvSpPr>
          <p:cNvPr id="2" name="">
            <a:extLst xmlns:a="http://schemas.openxmlformats.org/drawingml/2006/main">
              <a:ext uri="{FF2B5EF4-FFF2-40B4-BE49-F238E27FC236}">
                <a16:creationId xmlns:a16="http://schemas.microsoft.com/office/drawing/2014/main" id="{60AF0851-9CB2-44FF-BF33-0362B7CF3464}"/>
              </a:ext>
            </a:extLst>
          </p:cNvPr>
          <p:cNvSpPr>
            <a:spLocks xmlns:a="http://schemas.openxmlformats.org/drawingml/2006/main" noGrp="1"/>
          </p:cNvSpPr>
          <p:nvPr/>
        </p:nvSpPr>
        <p:spPr>
          <a:xfrm xmlns:a="http://schemas.openxmlformats.org/drawingml/2006/main">
            <a:off x="685800" y="6286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925" b="1">
                <a:solidFill>
                  <a:srgbClr val="142B3B"/>
                </a:solidFill>
                <a:latin typeface="Yu Gothic"/>
                <a:ea typeface="Yu Gothic"/>
                <a:cs typeface="Yu Gothic"/>
              </a:defRPr>
            </a:defPPr>
            <a:lvl1pPr algn="l">
              <a:defRPr sz="2925" b="1">
                <a:solidFill>
                  <a:srgbClr val="142B3B"/>
                </a:solidFill>
                <a:latin typeface="Yu Gothic"/>
                <a:ea typeface="Yu Gothic"/>
                <a:cs typeface="Yu Gothic"/>
              </a:defRPr>
            </a:lvl1pPr>
            <a:lvl2pPr algn="l">
              <a:defRPr sz="2925" b="1">
                <a:solidFill>
                  <a:srgbClr val="142B3B"/>
                </a:solidFill>
                <a:latin typeface="Yu Gothic"/>
                <a:ea typeface="Yu Gothic"/>
                <a:cs typeface="Yu Gothic"/>
              </a:defRPr>
            </a:lvl2pPr>
            <a:lvl3pPr algn="l">
              <a:defRPr sz="2925" b="1">
                <a:solidFill>
                  <a:srgbClr val="142B3B"/>
                </a:solidFill>
                <a:latin typeface="Yu Gothic"/>
                <a:ea typeface="Yu Gothic"/>
                <a:cs typeface="Yu Gothic"/>
              </a:defRPr>
            </a:lvl3pPr>
            <a:lvl4pPr algn="l">
              <a:defRPr sz="2925" b="1">
                <a:solidFill>
                  <a:srgbClr val="142B3B"/>
                </a:solidFill>
                <a:latin typeface="Yu Gothic"/>
                <a:ea typeface="Yu Gothic"/>
                <a:cs typeface="Yu Gothic"/>
              </a:defRPr>
            </a:lvl4pPr>
            <a:lvl5pPr algn="l">
              <a:defRPr sz="2925" b="1">
                <a:solidFill>
                  <a:srgbClr val="142B3B"/>
                </a:solidFill>
                <a:latin typeface="Yu Gothic"/>
                <a:ea typeface="Yu Gothic"/>
                <a:cs typeface="Yu Gothic"/>
              </a:defRPr>
            </a:lvl5pPr>
            <a:lvl6pPr algn="l">
              <a:defRPr sz="2925" b="1">
                <a:solidFill>
                  <a:srgbClr val="142B3B"/>
                </a:solidFill>
                <a:latin typeface="Yu Gothic"/>
                <a:ea typeface="Yu Gothic"/>
                <a:cs typeface="Yu Gothic"/>
              </a:defRPr>
            </a:lvl6pPr>
            <a:lvl7pPr algn="l">
              <a:defRPr sz="2925" b="1">
                <a:solidFill>
                  <a:srgbClr val="142B3B"/>
                </a:solidFill>
                <a:latin typeface="Yu Gothic"/>
                <a:ea typeface="Yu Gothic"/>
                <a:cs typeface="Yu Gothic"/>
              </a:defRPr>
            </a:lvl7pPr>
            <a:lvl8pPr algn="l">
              <a:defRPr sz="2925" b="1">
                <a:solidFill>
                  <a:srgbClr val="142B3B"/>
                </a:solidFill>
                <a:latin typeface="Yu Gothic"/>
                <a:ea typeface="Yu Gothic"/>
                <a:cs typeface="Yu Gothic"/>
              </a:defRPr>
            </a:lvl8pPr>
            <a:lvl9pPr algn="l">
              <a:defRPr sz="2925" b="1">
                <a:solidFill>
                  <a:srgbClr val="142B3B"/>
                </a:solidFill>
                <a:latin typeface="Yu Gothic"/>
                <a:ea typeface="Yu Gothic"/>
                <a:cs typeface="Yu Gothic"/>
              </a:defRPr>
            </a:lvl9pPr>
          </a:lstStyle>
          <a:p xmlns:a="http://schemas.openxmlformats.org/drawingml/2006/main">
            <a:pPr algn="l">
              <a:defRPr sz="2925" b="1">
                <a:solidFill>
                  <a:srgbClr val="142B3B"/>
                </a:solidFill>
                <a:latin typeface="Yu Gothic"/>
                <a:ea typeface="Yu Gothic"/>
                <a:cs typeface="Yu Gothic"/>
              </a:defRPr>
            </a:pPr>
            <a:r>
              <a:rPr sz="2925" b="1">
                <a:solidFill>
                  <a:srgbClr val="142B3B"/>
                </a:solidFill>
                <a:latin typeface="Yu Gothic"/>
                <a:ea typeface="Yu Gothic"/>
                <a:cs typeface="Yu Gothic"/>
              </a:rPr>
              <a:t>データと、最後まで固定したテスト</a:t>
            </a:r>
          </a:p>
        </p:txBody>
      </p:sp>
      <p:sp>
        <p:nvSpPr>
          <p:cNvPr id="3" name="">
            <a:extLst xmlns:a="http://schemas.openxmlformats.org/drawingml/2006/main">
              <a:ext uri="{FF2B5EF4-FFF2-40B4-BE49-F238E27FC236}">
                <a16:creationId xmlns:a16="http://schemas.microsoft.com/office/drawing/2014/main" id="{1E3982C7-9AF5-449F-8D96-D2D603A614C9}"/>
              </a:ext>
            </a:extLst>
          </p:cNvPr>
          <p:cNvSpPr>
            <a:spLocks xmlns:a="http://schemas.openxmlformats.org/drawingml/2006/main" noGrp="1"/>
          </p:cNvSpPr>
          <p:nvPr/>
        </p:nvSpPr>
        <p:spPr>
          <a:xfrm xmlns:a="http://schemas.openxmlformats.org/drawingml/2006/main">
            <a:off x="685800" y="1304925"/>
            <a:ext cx="10820400" cy="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4" name="">
            <a:extLst xmlns:a="http://schemas.openxmlformats.org/drawingml/2006/main">
              <a:ext uri="{FF2B5EF4-FFF2-40B4-BE49-F238E27FC236}">
                <a16:creationId xmlns:a16="http://schemas.microsoft.com/office/drawing/2014/main" id="{DD72A550-50D6-41C3-9B3F-8BD6A4EC72BC}"/>
              </a:ext>
            </a:extLst>
          </p:cNvPr>
          <p:cNvSpPr>
            <a:spLocks xmlns:a="http://schemas.openxmlformats.org/drawingml/2006/main" noGrp="1"/>
          </p:cNvSpPr>
          <p:nvPr/>
        </p:nvSpPr>
        <p:spPr>
          <a:xfrm xmlns:a="http://schemas.openxmlformats.org/drawingml/2006/main">
            <a:off x="11049000" y="63627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5B6D76"/>
                </a:solidFill>
                <a:latin typeface="Yu Gothic"/>
                <a:ea typeface="Yu Gothic"/>
                <a:cs typeface="Yu Gothic"/>
              </a:defRPr>
            </a:defPPr>
            <a:lvl1pPr algn="r">
              <a:defRPr sz="1050" b="1">
                <a:solidFill>
                  <a:srgbClr val="5B6D76"/>
                </a:solidFill>
                <a:latin typeface="Yu Gothic"/>
                <a:ea typeface="Yu Gothic"/>
                <a:cs typeface="Yu Gothic"/>
              </a:defRPr>
            </a:lvl1pPr>
            <a:lvl2pPr algn="r">
              <a:defRPr sz="1050" b="1">
                <a:solidFill>
                  <a:srgbClr val="5B6D76"/>
                </a:solidFill>
                <a:latin typeface="Yu Gothic"/>
                <a:ea typeface="Yu Gothic"/>
                <a:cs typeface="Yu Gothic"/>
              </a:defRPr>
            </a:lvl2pPr>
            <a:lvl3pPr algn="r">
              <a:defRPr sz="1050" b="1">
                <a:solidFill>
                  <a:srgbClr val="5B6D76"/>
                </a:solidFill>
                <a:latin typeface="Yu Gothic"/>
                <a:ea typeface="Yu Gothic"/>
                <a:cs typeface="Yu Gothic"/>
              </a:defRPr>
            </a:lvl3pPr>
            <a:lvl4pPr algn="r">
              <a:defRPr sz="1050" b="1">
                <a:solidFill>
                  <a:srgbClr val="5B6D76"/>
                </a:solidFill>
                <a:latin typeface="Yu Gothic"/>
                <a:ea typeface="Yu Gothic"/>
                <a:cs typeface="Yu Gothic"/>
              </a:defRPr>
            </a:lvl4pPr>
            <a:lvl5pPr algn="r">
              <a:defRPr sz="1050" b="1">
                <a:solidFill>
                  <a:srgbClr val="5B6D76"/>
                </a:solidFill>
                <a:latin typeface="Yu Gothic"/>
                <a:ea typeface="Yu Gothic"/>
                <a:cs typeface="Yu Gothic"/>
              </a:defRPr>
            </a:lvl5pPr>
            <a:lvl6pPr algn="r">
              <a:defRPr sz="1050" b="1">
                <a:solidFill>
                  <a:srgbClr val="5B6D76"/>
                </a:solidFill>
                <a:latin typeface="Yu Gothic"/>
                <a:ea typeface="Yu Gothic"/>
                <a:cs typeface="Yu Gothic"/>
              </a:defRPr>
            </a:lvl6pPr>
            <a:lvl7pPr algn="r">
              <a:defRPr sz="1050" b="1">
                <a:solidFill>
                  <a:srgbClr val="5B6D76"/>
                </a:solidFill>
                <a:latin typeface="Yu Gothic"/>
                <a:ea typeface="Yu Gothic"/>
                <a:cs typeface="Yu Gothic"/>
              </a:defRPr>
            </a:lvl7pPr>
            <a:lvl8pPr algn="r">
              <a:defRPr sz="1050" b="1">
                <a:solidFill>
                  <a:srgbClr val="5B6D76"/>
                </a:solidFill>
                <a:latin typeface="Yu Gothic"/>
                <a:ea typeface="Yu Gothic"/>
                <a:cs typeface="Yu Gothic"/>
              </a:defRPr>
            </a:lvl8pPr>
            <a:lvl9pPr algn="r">
              <a:defRPr sz="1050" b="1">
                <a:solidFill>
                  <a:srgbClr val="5B6D76"/>
                </a:solidFill>
                <a:latin typeface="Yu Gothic"/>
                <a:ea typeface="Yu Gothic"/>
                <a:cs typeface="Yu Gothic"/>
              </a:defRPr>
            </a:lvl9pPr>
          </a:lstStyle>
          <a:p xmlns:a="http://schemas.openxmlformats.org/drawingml/2006/main">
            <a:pPr algn="r">
              <a:defRPr sz="1050" b="1">
                <a:solidFill>
                  <a:srgbClr val="5B6D76"/>
                </a:solidFill>
                <a:latin typeface="Yu Gothic"/>
                <a:ea typeface="Yu Gothic"/>
                <a:cs typeface="Yu Gothic"/>
              </a:defRPr>
            </a:pPr>
            <a:r>
              <a:rPr sz="1050" b="1">
                <a:solidFill>
                  <a:srgbClr val="5B6D76"/>
                </a:solidFill>
                <a:latin typeface="Yu Gothic"/>
                <a:ea typeface="Yu Gothic"/>
                <a:cs typeface="Yu Gothic"/>
              </a:rPr>
              <a:t>04</a:t>
            </a:r>
          </a:p>
        </p:txBody>
      </p:sp>
      <p:sp>
        <p:nvSpPr>
          <p:cNvPr id="5" name="">
            <a:extLst xmlns:a="http://schemas.openxmlformats.org/drawingml/2006/main">
              <a:ext uri="{FF2B5EF4-FFF2-40B4-BE49-F238E27FC236}">
                <a16:creationId xmlns:a16="http://schemas.microsoft.com/office/drawing/2014/main" id="{2B358785-98E5-46AE-9AFA-F51DC768C849}"/>
              </a:ext>
            </a:extLst>
          </p:cNvPr>
          <p:cNvSpPr>
            <a:spLocks xmlns:a="http://schemas.openxmlformats.org/drawingml/2006/main" noGrp="1"/>
          </p:cNvSpPr>
          <p:nvPr/>
        </p:nvSpPr>
        <p:spPr>
          <a:xfrm xmlns:a="http://schemas.openxmlformats.org/drawingml/2006/main">
            <a:off x="723900" y="16002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250" b="1">
                <a:solidFill>
                  <a:srgbClr val="163A50"/>
                </a:solidFill>
                <a:latin typeface="Yu Gothic"/>
                <a:ea typeface="Yu Gothic"/>
                <a:cs typeface="Yu Gothic"/>
              </a:defRPr>
            </a:defPPr>
            <a:lvl1pPr algn="l">
              <a:defRPr sz="2250" b="1">
                <a:solidFill>
                  <a:srgbClr val="163A50"/>
                </a:solidFill>
                <a:latin typeface="Yu Gothic"/>
                <a:ea typeface="Yu Gothic"/>
                <a:cs typeface="Yu Gothic"/>
              </a:defRPr>
            </a:lvl1pPr>
            <a:lvl2pPr algn="l">
              <a:defRPr sz="2250" b="1">
                <a:solidFill>
                  <a:srgbClr val="163A50"/>
                </a:solidFill>
                <a:latin typeface="Yu Gothic"/>
                <a:ea typeface="Yu Gothic"/>
                <a:cs typeface="Yu Gothic"/>
              </a:defRPr>
            </a:lvl2pPr>
            <a:lvl3pPr algn="l">
              <a:defRPr sz="2250" b="1">
                <a:solidFill>
                  <a:srgbClr val="163A50"/>
                </a:solidFill>
                <a:latin typeface="Yu Gothic"/>
                <a:ea typeface="Yu Gothic"/>
                <a:cs typeface="Yu Gothic"/>
              </a:defRPr>
            </a:lvl3pPr>
            <a:lvl4pPr algn="l">
              <a:defRPr sz="2250" b="1">
                <a:solidFill>
                  <a:srgbClr val="163A50"/>
                </a:solidFill>
                <a:latin typeface="Yu Gothic"/>
                <a:ea typeface="Yu Gothic"/>
                <a:cs typeface="Yu Gothic"/>
              </a:defRPr>
            </a:lvl4pPr>
            <a:lvl5pPr algn="l">
              <a:defRPr sz="2250" b="1">
                <a:solidFill>
                  <a:srgbClr val="163A50"/>
                </a:solidFill>
                <a:latin typeface="Yu Gothic"/>
                <a:ea typeface="Yu Gothic"/>
                <a:cs typeface="Yu Gothic"/>
              </a:defRPr>
            </a:lvl5pPr>
            <a:lvl6pPr algn="l">
              <a:defRPr sz="2250" b="1">
                <a:solidFill>
                  <a:srgbClr val="163A50"/>
                </a:solidFill>
                <a:latin typeface="Yu Gothic"/>
                <a:ea typeface="Yu Gothic"/>
                <a:cs typeface="Yu Gothic"/>
              </a:defRPr>
            </a:lvl6pPr>
            <a:lvl7pPr algn="l">
              <a:defRPr sz="2250" b="1">
                <a:solidFill>
                  <a:srgbClr val="163A50"/>
                </a:solidFill>
                <a:latin typeface="Yu Gothic"/>
                <a:ea typeface="Yu Gothic"/>
                <a:cs typeface="Yu Gothic"/>
              </a:defRPr>
            </a:lvl7pPr>
            <a:lvl8pPr algn="l">
              <a:defRPr sz="2250" b="1">
                <a:solidFill>
                  <a:srgbClr val="163A50"/>
                </a:solidFill>
                <a:latin typeface="Yu Gothic"/>
                <a:ea typeface="Yu Gothic"/>
                <a:cs typeface="Yu Gothic"/>
              </a:defRPr>
            </a:lvl8pPr>
            <a:lvl9pPr algn="l">
              <a:defRPr sz="2250" b="1">
                <a:solidFill>
                  <a:srgbClr val="163A50"/>
                </a:solidFill>
                <a:latin typeface="Yu Gothic"/>
                <a:ea typeface="Yu Gothic"/>
                <a:cs typeface="Yu Gothic"/>
              </a:defRPr>
            </a:lvl9pPr>
          </a:lstStyle>
          <a:p xmlns:a="http://schemas.openxmlformats.org/drawingml/2006/main">
            <a:pPr algn="l">
              <a:defRPr sz="2250" b="1">
                <a:solidFill>
                  <a:srgbClr val="163A50"/>
                </a:solidFill>
                <a:latin typeface="Yu Gothic"/>
                <a:ea typeface="Yu Gothic"/>
                <a:cs typeface="Yu Gothic"/>
              </a:defRPr>
            </a:pPr>
            <a:r>
              <a:rPr sz="2250" b="1">
                <a:solidFill>
                  <a:srgbClr val="163A50"/>
                </a:solidFill>
                <a:latin typeface="Yu Gothic"/>
                <a:ea typeface="Yu Gothic"/>
                <a:cs typeface="Yu Gothic"/>
              </a:rPr>
              <a:t>UCI Bank Marketing</a:t>
            </a:r>
          </a:p>
        </p:txBody>
      </p:sp>
      <p:sp>
        <p:nvSpPr>
          <p:cNvPr id="6" name="">
            <a:extLst xmlns:a="http://schemas.openxmlformats.org/drawingml/2006/main">
              <a:ext uri="{FF2B5EF4-FFF2-40B4-BE49-F238E27FC236}">
                <a16:creationId xmlns:a16="http://schemas.microsoft.com/office/drawing/2014/main" id="{099E93DA-6EBE-4714-8AC3-5591CC5B72DE}"/>
              </a:ext>
            </a:extLst>
          </p:cNvPr>
          <p:cNvSpPr>
            <a:spLocks xmlns:a="http://schemas.openxmlformats.org/drawingml/2006/main" noGrp="1"/>
          </p:cNvSpPr>
          <p:nvPr/>
        </p:nvSpPr>
        <p:spPr>
          <a:xfrm xmlns:a="http://schemas.openxmlformats.org/drawingml/2006/main">
            <a:off x="723900" y="20193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0">
                <a:solidFill>
                  <a:srgbClr val="5B6D76"/>
                </a:solidFill>
                <a:latin typeface="Yu Gothic"/>
                <a:ea typeface="Yu Gothic"/>
                <a:cs typeface="Yu Gothic"/>
              </a:defRPr>
            </a:defPPr>
            <a:lvl1pPr algn="l">
              <a:defRPr sz="1500" b="0">
                <a:solidFill>
                  <a:srgbClr val="5B6D76"/>
                </a:solidFill>
                <a:latin typeface="Yu Gothic"/>
                <a:ea typeface="Yu Gothic"/>
                <a:cs typeface="Yu Gothic"/>
              </a:defRPr>
            </a:lvl1pPr>
            <a:lvl2pPr algn="l">
              <a:defRPr sz="1500" b="0">
                <a:solidFill>
                  <a:srgbClr val="5B6D76"/>
                </a:solidFill>
                <a:latin typeface="Yu Gothic"/>
                <a:ea typeface="Yu Gothic"/>
                <a:cs typeface="Yu Gothic"/>
              </a:defRPr>
            </a:lvl2pPr>
            <a:lvl3pPr algn="l">
              <a:defRPr sz="1500" b="0">
                <a:solidFill>
                  <a:srgbClr val="5B6D76"/>
                </a:solidFill>
                <a:latin typeface="Yu Gothic"/>
                <a:ea typeface="Yu Gothic"/>
                <a:cs typeface="Yu Gothic"/>
              </a:defRPr>
            </a:lvl3pPr>
            <a:lvl4pPr algn="l">
              <a:defRPr sz="1500" b="0">
                <a:solidFill>
                  <a:srgbClr val="5B6D76"/>
                </a:solidFill>
                <a:latin typeface="Yu Gothic"/>
                <a:ea typeface="Yu Gothic"/>
                <a:cs typeface="Yu Gothic"/>
              </a:defRPr>
            </a:lvl4pPr>
            <a:lvl5pPr algn="l">
              <a:defRPr sz="1500" b="0">
                <a:solidFill>
                  <a:srgbClr val="5B6D76"/>
                </a:solidFill>
                <a:latin typeface="Yu Gothic"/>
                <a:ea typeface="Yu Gothic"/>
                <a:cs typeface="Yu Gothic"/>
              </a:defRPr>
            </a:lvl5pPr>
            <a:lvl6pPr algn="l">
              <a:defRPr sz="1500" b="0">
                <a:solidFill>
                  <a:srgbClr val="5B6D76"/>
                </a:solidFill>
                <a:latin typeface="Yu Gothic"/>
                <a:ea typeface="Yu Gothic"/>
                <a:cs typeface="Yu Gothic"/>
              </a:defRPr>
            </a:lvl6pPr>
            <a:lvl7pPr algn="l">
              <a:defRPr sz="1500" b="0">
                <a:solidFill>
                  <a:srgbClr val="5B6D76"/>
                </a:solidFill>
                <a:latin typeface="Yu Gothic"/>
                <a:ea typeface="Yu Gothic"/>
                <a:cs typeface="Yu Gothic"/>
              </a:defRPr>
            </a:lvl7pPr>
            <a:lvl8pPr algn="l">
              <a:defRPr sz="1500" b="0">
                <a:solidFill>
                  <a:srgbClr val="5B6D76"/>
                </a:solidFill>
                <a:latin typeface="Yu Gothic"/>
                <a:ea typeface="Yu Gothic"/>
                <a:cs typeface="Yu Gothic"/>
              </a:defRPr>
            </a:lvl8pPr>
            <a:lvl9pPr algn="l">
              <a:defRPr sz="1500" b="0">
                <a:solidFill>
                  <a:srgbClr val="5B6D76"/>
                </a:solidFill>
                <a:latin typeface="Yu Gothic"/>
                <a:ea typeface="Yu Gothic"/>
                <a:cs typeface="Yu Gothic"/>
              </a:defRPr>
            </a:lvl9pPr>
          </a:lstStyle>
          <a:p xmlns:a="http://schemas.openxmlformats.org/drawingml/2006/main">
            <a:pPr algn="l">
              <a:defRPr sz="1500" b="0">
                <a:solidFill>
                  <a:srgbClr val="5B6D76"/>
                </a:solidFill>
                <a:latin typeface="Yu Gothic"/>
                <a:ea typeface="Yu Gothic"/>
                <a:cs typeface="Yu Gothic"/>
              </a:defRPr>
            </a:pPr>
            <a:r>
              <a:rPr sz="1500" b="0">
                <a:solidFill>
                  <a:srgbClr val="5B6D76"/>
                </a:solidFill>
                <a:latin typeface="Yu Gothic"/>
                <a:ea typeface="Yu Gothic"/>
                <a:cs typeface="Yu Gothic"/>
              </a:rPr>
              <a:t>銀行の電話勧誘記録</a:t>
            </a:r>
          </a:p>
        </p:txBody>
      </p:sp>
      <p:sp>
        <p:nvSpPr>
          <p:cNvPr id="7" name="">
            <a:extLst xmlns:a="http://schemas.openxmlformats.org/drawingml/2006/main">
              <a:ext uri="{FF2B5EF4-FFF2-40B4-BE49-F238E27FC236}">
                <a16:creationId xmlns:a16="http://schemas.microsoft.com/office/drawing/2014/main" id="{9C5C3602-7533-4FDF-879B-B4DD058203FC}"/>
              </a:ext>
            </a:extLst>
          </p:cNvPr>
          <p:cNvSpPr>
            <a:spLocks xmlns:a="http://schemas.openxmlformats.org/drawingml/2006/main" noGrp="1"/>
          </p:cNvSpPr>
          <p:nvPr/>
        </p:nvSpPr>
        <p:spPr>
          <a:xfrm xmlns:a="http://schemas.openxmlformats.org/drawingml/2006/main">
            <a:off x="723900" y="2724150"/>
            <a:ext cx="2428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4050" b="1">
                <a:solidFill>
                  <a:srgbClr val="142B3B"/>
                </a:solidFill>
                <a:latin typeface="Yu Gothic"/>
                <a:ea typeface="Yu Gothic"/>
                <a:cs typeface="Yu Gothic"/>
              </a:defRPr>
            </a:defPPr>
            <a:lvl1pPr algn="l">
              <a:defRPr sz="4050" b="1">
                <a:solidFill>
                  <a:srgbClr val="142B3B"/>
                </a:solidFill>
                <a:latin typeface="Yu Gothic"/>
                <a:ea typeface="Yu Gothic"/>
                <a:cs typeface="Yu Gothic"/>
              </a:defRPr>
            </a:lvl1pPr>
            <a:lvl2pPr algn="l">
              <a:defRPr sz="4050" b="1">
                <a:solidFill>
                  <a:srgbClr val="142B3B"/>
                </a:solidFill>
                <a:latin typeface="Yu Gothic"/>
                <a:ea typeface="Yu Gothic"/>
                <a:cs typeface="Yu Gothic"/>
              </a:defRPr>
            </a:lvl2pPr>
            <a:lvl3pPr algn="l">
              <a:defRPr sz="4050" b="1">
                <a:solidFill>
                  <a:srgbClr val="142B3B"/>
                </a:solidFill>
                <a:latin typeface="Yu Gothic"/>
                <a:ea typeface="Yu Gothic"/>
                <a:cs typeface="Yu Gothic"/>
              </a:defRPr>
            </a:lvl3pPr>
            <a:lvl4pPr algn="l">
              <a:defRPr sz="4050" b="1">
                <a:solidFill>
                  <a:srgbClr val="142B3B"/>
                </a:solidFill>
                <a:latin typeface="Yu Gothic"/>
                <a:ea typeface="Yu Gothic"/>
                <a:cs typeface="Yu Gothic"/>
              </a:defRPr>
            </a:lvl4pPr>
            <a:lvl5pPr algn="l">
              <a:defRPr sz="4050" b="1">
                <a:solidFill>
                  <a:srgbClr val="142B3B"/>
                </a:solidFill>
                <a:latin typeface="Yu Gothic"/>
                <a:ea typeface="Yu Gothic"/>
                <a:cs typeface="Yu Gothic"/>
              </a:defRPr>
            </a:lvl5pPr>
            <a:lvl6pPr algn="l">
              <a:defRPr sz="4050" b="1">
                <a:solidFill>
                  <a:srgbClr val="142B3B"/>
                </a:solidFill>
                <a:latin typeface="Yu Gothic"/>
                <a:ea typeface="Yu Gothic"/>
                <a:cs typeface="Yu Gothic"/>
              </a:defRPr>
            </a:lvl6pPr>
            <a:lvl7pPr algn="l">
              <a:defRPr sz="4050" b="1">
                <a:solidFill>
                  <a:srgbClr val="142B3B"/>
                </a:solidFill>
                <a:latin typeface="Yu Gothic"/>
                <a:ea typeface="Yu Gothic"/>
                <a:cs typeface="Yu Gothic"/>
              </a:defRPr>
            </a:lvl7pPr>
            <a:lvl8pPr algn="l">
              <a:defRPr sz="4050" b="1">
                <a:solidFill>
                  <a:srgbClr val="142B3B"/>
                </a:solidFill>
                <a:latin typeface="Yu Gothic"/>
                <a:ea typeface="Yu Gothic"/>
                <a:cs typeface="Yu Gothic"/>
              </a:defRPr>
            </a:lvl8pPr>
            <a:lvl9pPr algn="l">
              <a:defRPr sz="4050" b="1">
                <a:solidFill>
                  <a:srgbClr val="142B3B"/>
                </a:solidFill>
                <a:latin typeface="Yu Gothic"/>
                <a:ea typeface="Yu Gothic"/>
                <a:cs typeface="Yu Gothic"/>
              </a:defRPr>
            </a:lvl9pPr>
          </a:lstStyle>
          <a:p xmlns:a="http://schemas.openxmlformats.org/drawingml/2006/main">
            <a:pPr algn="l">
              <a:defRPr sz="4050" b="1">
                <a:solidFill>
                  <a:srgbClr val="142B3B"/>
                </a:solidFill>
                <a:latin typeface="Yu Gothic"/>
                <a:ea typeface="Yu Gothic"/>
                <a:cs typeface="Yu Gothic"/>
              </a:defRPr>
            </a:pPr>
            <a:r>
              <a:rPr sz="4050" b="1">
                <a:solidFill>
                  <a:srgbClr val="142B3B"/>
                </a:solidFill>
                <a:latin typeface="Yu Gothic"/>
                <a:ea typeface="Yu Gothic"/>
                <a:cs typeface="Yu Gothic"/>
              </a:rPr>
              <a:t>45,211</a:t>
            </a:r>
          </a:p>
        </p:txBody>
      </p:sp>
      <p:sp>
        <p:nvSpPr>
          <p:cNvPr id="8" name="">
            <a:extLst xmlns:a="http://schemas.openxmlformats.org/drawingml/2006/main">
              <a:ext uri="{FF2B5EF4-FFF2-40B4-BE49-F238E27FC236}">
                <a16:creationId xmlns:a16="http://schemas.microsoft.com/office/drawing/2014/main" id="{99EC33A5-8CDC-48D5-BA9D-93D2728980E4}"/>
              </a:ext>
            </a:extLst>
          </p:cNvPr>
          <p:cNvSpPr>
            <a:spLocks xmlns:a="http://schemas.openxmlformats.org/drawingml/2006/main" noGrp="1"/>
          </p:cNvSpPr>
          <p:nvPr/>
        </p:nvSpPr>
        <p:spPr>
          <a:xfrm xmlns:a="http://schemas.openxmlformats.org/drawingml/2006/main">
            <a:off x="2905125" y="2943225"/>
            <a:ext cx="523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00" b="1">
                <a:solidFill>
                  <a:srgbClr val="5B6D76"/>
                </a:solidFill>
                <a:latin typeface="Yu Gothic"/>
                <a:ea typeface="Yu Gothic"/>
                <a:cs typeface="Yu Gothic"/>
              </a:defRPr>
            </a:defPPr>
            <a:lvl1pPr algn="l">
              <a:defRPr sz="1500" b="1">
                <a:solidFill>
                  <a:srgbClr val="5B6D76"/>
                </a:solidFill>
                <a:latin typeface="Yu Gothic"/>
                <a:ea typeface="Yu Gothic"/>
                <a:cs typeface="Yu Gothic"/>
              </a:defRPr>
            </a:lvl1pPr>
            <a:lvl2pPr algn="l">
              <a:defRPr sz="1500" b="1">
                <a:solidFill>
                  <a:srgbClr val="5B6D76"/>
                </a:solidFill>
                <a:latin typeface="Yu Gothic"/>
                <a:ea typeface="Yu Gothic"/>
                <a:cs typeface="Yu Gothic"/>
              </a:defRPr>
            </a:lvl2pPr>
            <a:lvl3pPr algn="l">
              <a:defRPr sz="1500" b="1">
                <a:solidFill>
                  <a:srgbClr val="5B6D76"/>
                </a:solidFill>
                <a:latin typeface="Yu Gothic"/>
                <a:ea typeface="Yu Gothic"/>
                <a:cs typeface="Yu Gothic"/>
              </a:defRPr>
            </a:lvl3pPr>
            <a:lvl4pPr algn="l">
              <a:defRPr sz="1500" b="1">
                <a:solidFill>
                  <a:srgbClr val="5B6D76"/>
                </a:solidFill>
                <a:latin typeface="Yu Gothic"/>
                <a:ea typeface="Yu Gothic"/>
                <a:cs typeface="Yu Gothic"/>
              </a:defRPr>
            </a:lvl4pPr>
            <a:lvl5pPr algn="l">
              <a:defRPr sz="1500" b="1">
                <a:solidFill>
                  <a:srgbClr val="5B6D76"/>
                </a:solidFill>
                <a:latin typeface="Yu Gothic"/>
                <a:ea typeface="Yu Gothic"/>
                <a:cs typeface="Yu Gothic"/>
              </a:defRPr>
            </a:lvl5pPr>
            <a:lvl6pPr algn="l">
              <a:defRPr sz="1500" b="1">
                <a:solidFill>
                  <a:srgbClr val="5B6D76"/>
                </a:solidFill>
                <a:latin typeface="Yu Gothic"/>
                <a:ea typeface="Yu Gothic"/>
                <a:cs typeface="Yu Gothic"/>
              </a:defRPr>
            </a:lvl6pPr>
            <a:lvl7pPr algn="l">
              <a:defRPr sz="1500" b="1">
                <a:solidFill>
                  <a:srgbClr val="5B6D76"/>
                </a:solidFill>
                <a:latin typeface="Yu Gothic"/>
                <a:ea typeface="Yu Gothic"/>
                <a:cs typeface="Yu Gothic"/>
              </a:defRPr>
            </a:lvl7pPr>
            <a:lvl8pPr algn="l">
              <a:defRPr sz="1500" b="1">
                <a:solidFill>
                  <a:srgbClr val="5B6D76"/>
                </a:solidFill>
                <a:latin typeface="Yu Gothic"/>
                <a:ea typeface="Yu Gothic"/>
                <a:cs typeface="Yu Gothic"/>
              </a:defRPr>
            </a:lvl8pPr>
            <a:lvl9pPr algn="l">
              <a:defRPr sz="1500" b="1">
                <a:solidFill>
                  <a:srgbClr val="5B6D76"/>
                </a:solidFill>
                <a:latin typeface="Yu Gothic"/>
                <a:ea typeface="Yu Gothic"/>
                <a:cs typeface="Yu Gothic"/>
              </a:defRPr>
            </a:lvl9pPr>
          </a:lstStyle>
          <a:p xmlns:a="http://schemas.openxmlformats.org/drawingml/2006/main">
            <a:pPr algn="l">
              <a:defRPr sz="1500" b="1">
                <a:solidFill>
                  <a:srgbClr val="5B6D76"/>
                </a:solidFill>
                <a:latin typeface="Yu Gothic"/>
                <a:ea typeface="Yu Gothic"/>
                <a:cs typeface="Yu Gothic"/>
              </a:defRPr>
            </a:pPr>
            <a:r>
              <a:rPr sz="1500" b="1">
                <a:solidFill>
                  <a:srgbClr val="5B6D76"/>
                </a:solidFill>
                <a:latin typeface="Yu Gothic"/>
                <a:ea typeface="Yu Gothic"/>
                <a:cs typeface="Yu Gothic"/>
              </a:rPr>
              <a:t>件</a:t>
            </a:r>
          </a:p>
        </p:txBody>
      </p:sp>
      <p:sp>
        <p:nvSpPr>
          <p:cNvPr id="9" name="">
            <a:extLst xmlns:a="http://schemas.openxmlformats.org/drawingml/2006/main">
              <a:ext uri="{FF2B5EF4-FFF2-40B4-BE49-F238E27FC236}">
                <a16:creationId xmlns:a16="http://schemas.microsoft.com/office/drawing/2014/main" id="{E7EF228D-4FEE-4850-94D8-D1F28D1E738A}"/>
              </a:ext>
            </a:extLst>
          </p:cNvPr>
          <p:cNvSpPr>
            <a:spLocks xmlns:a="http://schemas.openxmlformats.org/drawingml/2006/main" noGrp="1"/>
          </p:cNvSpPr>
          <p:nvPr/>
        </p:nvSpPr>
        <p:spPr>
          <a:xfrm xmlns:a="http://schemas.openxmlformats.org/drawingml/2006/main">
            <a:off x="723900" y="3686175"/>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D66B57"/>
                </a:solidFill>
                <a:latin typeface="Yu Gothic"/>
                <a:ea typeface="Yu Gothic"/>
                <a:cs typeface="Yu Gothic"/>
              </a:defRPr>
            </a:defPPr>
            <a:lvl1pPr algn="l">
              <a:defRPr sz="1275" b="1">
                <a:solidFill>
                  <a:srgbClr val="D66B57"/>
                </a:solidFill>
                <a:latin typeface="Yu Gothic"/>
                <a:ea typeface="Yu Gothic"/>
                <a:cs typeface="Yu Gothic"/>
              </a:defRPr>
            </a:lvl1pPr>
            <a:lvl2pPr algn="l">
              <a:defRPr sz="1275" b="1">
                <a:solidFill>
                  <a:srgbClr val="D66B57"/>
                </a:solidFill>
                <a:latin typeface="Yu Gothic"/>
                <a:ea typeface="Yu Gothic"/>
                <a:cs typeface="Yu Gothic"/>
              </a:defRPr>
            </a:lvl2pPr>
            <a:lvl3pPr algn="l">
              <a:defRPr sz="1275" b="1">
                <a:solidFill>
                  <a:srgbClr val="D66B57"/>
                </a:solidFill>
                <a:latin typeface="Yu Gothic"/>
                <a:ea typeface="Yu Gothic"/>
                <a:cs typeface="Yu Gothic"/>
              </a:defRPr>
            </a:lvl3pPr>
            <a:lvl4pPr algn="l">
              <a:defRPr sz="1275" b="1">
                <a:solidFill>
                  <a:srgbClr val="D66B57"/>
                </a:solidFill>
                <a:latin typeface="Yu Gothic"/>
                <a:ea typeface="Yu Gothic"/>
                <a:cs typeface="Yu Gothic"/>
              </a:defRPr>
            </a:lvl4pPr>
            <a:lvl5pPr algn="l">
              <a:defRPr sz="1275" b="1">
                <a:solidFill>
                  <a:srgbClr val="D66B57"/>
                </a:solidFill>
                <a:latin typeface="Yu Gothic"/>
                <a:ea typeface="Yu Gothic"/>
                <a:cs typeface="Yu Gothic"/>
              </a:defRPr>
            </a:lvl5pPr>
            <a:lvl6pPr algn="l">
              <a:defRPr sz="1275" b="1">
                <a:solidFill>
                  <a:srgbClr val="D66B57"/>
                </a:solidFill>
                <a:latin typeface="Yu Gothic"/>
                <a:ea typeface="Yu Gothic"/>
                <a:cs typeface="Yu Gothic"/>
              </a:defRPr>
            </a:lvl6pPr>
            <a:lvl7pPr algn="l">
              <a:defRPr sz="1275" b="1">
                <a:solidFill>
                  <a:srgbClr val="D66B57"/>
                </a:solidFill>
                <a:latin typeface="Yu Gothic"/>
                <a:ea typeface="Yu Gothic"/>
                <a:cs typeface="Yu Gothic"/>
              </a:defRPr>
            </a:lvl7pPr>
            <a:lvl8pPr algn="l">
              <a:defRPr sz="1275" b="1">
                <a:solidFill>
                  <a:srgbClr val="D66B57"/>
                </a:solidFill>
                <a:latin typeface="Yu Gothic"/>
                <a:ea typeface="Yu Gothic"/>
                <a:cs typeface="Yu Gothic"/>
              </a:defRPr>
            </a:lvl8pPr>
            <a:lvl9pPr algn="l">
              <a:defRPr sz="1275" b="1">
                <a:solidFill>
                  <a:srgbClr val="D66B57"/>
                </a:solidFill>
                <a:latin typeface="Yu Gothic"/>
                <a:ea typeface="Yu Gothic"/>
                <a:cs typeface="Yu Gothic"/>
              </a:defRPr>
            </a:lvl9pPr>
          </a:lstStyle>
          <a:p xmlns:a="http://schemas.openxmlformats.org/drawingml/2006/main">
            <a:pPr algn="l">
              <a:defRPr sz="1275" b="1">
                <a:solidFill>
                  <a:srgbClr val="D66B57"/>
                </a:solidFill>
                <a:latin typeface="Yu Gothic"/>
                <a:ea typeface="Yu Gothic"/>
                <a:cs typeface="Yu Gothic"/>
              </a:defRPr>
            </a:pPr>
            <a:r>
              <a:rPr sz="1275" b="1">
                <a:solidFill>
                  <a:srgbClr val="D66B57"/>
                </a:solidFill>
                <a:latin typeface="Yu Gothic"/>
                <a:ea typeface="Yu Gothic"/>
                <a:cs typeface="Yu Gothic"/>
              </a:rPr>
              <a:t>申し込み yes</a:t>
            </a:r>
          </a:p>
        </p:txBody>
      </p:sp>
      <p:sp>
        <p:nvSpPr>
          <p:cNvPr id="10" name="">
            <a:extLst xmlns:a="http://schemas.openxmlformats.org/drawingml/2006/main">
              <a:ext uri="{FF2B5EF4-FFF2-40B4-BE49-F238E27FC236}">
                <a16:creationId xmlns:a16="http://schemas.microsoft.com/office/drawing/2014/main" id="{9A40C849-72BF-43B1-B9F6-E4EB6819AEB0}"/>
              </a:ext>
            </a:extLst>
          </p:cNvPr>
          <p:cNvSpPr>
            <a:spLocks xmlns:a="http://schemas.openxmlformats.org/drawingml/2006/main" noGrp="1"/>
          </p:cNvSpPr>
          <p:nvPr/>
        </p:nvSpPr>
        <p:spPr>
          <a:xfrm xmlns:a="http://schemas.openxmlformats.org/drawingml/2006/main">
            <a:off x="723900" y="4029075"/>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400" b="1">
                <a:solidFill>
                  <a:srgbClr val="D66B57"/>
                </a:solidFill>
                <a:latin typeface="Yu Gothic"/>
                <a:ea typeface="Yu Gothic"/>
                <a:cs typeface="Yu Gothic"/>
              </a:defRPr>
            </a:defPPr>
            <a:lvl1pPr algn="l">
              <a:defRPr sz="2400" b="1">
                <a:solidFill>
                  <a:srgbClr val="D66B57"/>
                </a:solidFill>
                <a:latin typeface="Yu Gothic"/>
                <a:ea typeface="Yu Gothic"/>
                <a:cs typeface="Yu Gothic"/>
              </a:defRPr>
            </a:lvl1pPr>
            <a:lvl2pPr algn="l">
              <a:defRPr sz="2400" b="1">
                <a:solidFill>
                  <a:srgbClr val="D66B57"/>
                </a:solidFill>
                <a:latin typeface="Yu Gothic"/>
                <a:ea typeface="Yu Gothic"/>
                <a:cs typeface="Yu Gothic"/>
              </a:defRPr>
            </a:lvl2pPr>
            <a:lvl3pPr algn="l">
              <a:defRPr sz="2400" b="1">
                <a:solidFill>
                  <a:srgbClr val="D66B57"/>
                </a:solidFill>
                <a:latin typeface="Yu Gothic"/>
                <a:ea typeface="Yu Gothic"/>
                <a:cs typeface="Yu Gothic"/>
              </a:defRPr>
            </a:lvl3pPr>
            <a:lvl4pPr algn="l">
              <a:defRPr sz="2400" b="1">
                <a:solidFill>
                  <a:srgbClr val="D66B57"/>
                </a:solidFill>
                <a:latin typeface="Yu Gothic"/>
                <a:ea typeface="Yu Gothic"/>
                <a:cs typeface="Yu Gothic"/>
              </a:defRPr>
            </a:lvl4pPr>
            <a:lvl5pPr algn="l">
              <a:defRPr sz="2400" b="1">
                <a:solidFill>
                  <a:srgbClr val="D66B57"/>
                </a:solidFill>
                <a:latin typeface="Yu Gothic"/>
                <a:ea typeface="Yu Gothic"/>
                <a:cs typeface="Yu Gothic"/>
              </a:defRPr>
            </a:lvl5pPr>
            <a:lvl6pPr algn="l">
              <a:defRPr sz="2400" b="1">
                <a:solidFill>
                  <a:srgbClr val="D66B57"/>
                </a:solidFill>
                <a:latin typeface="Yu Gothic"/>
                <a:ea typeface="Yu Gothic"/>
                <a:cs typeface="Yu Gothic"/>
              </a:defRPr>
            </a:lvl6pPr>
            <a:lvl7pPr algn="l">
              <a:defRPr sz="2400" b="1">
                <a:solidFill>
                  <a:srgbClr val="D66B57"/>
                </a:solidFill>
                <a:latin typeface="Yu Gothic"/>
                <a:ea typeface="Yu Gothic"/>
                <a:cs typeface="Yu Gothic"/>
              </a:defRPr>
            </a:lvl7pPr>
            <a:lvl8pPr algn="l">
              <a:defRPr sz="2400" b="1">
                <a:solidFill>
                  <a:srgbClr val="D66B57"/>
                </a:solidFill>
                <a:latin typeface="Yu Gothic"/>
                <a:ea typeface="Yu Gothic"/>
                <a:cs typeface="Yu Gothic"/>
              </a:defRPr>
            </a:lvl8pPr>
            <a:lvl9pPr algn="l">
              <a:defRPr sz="2400" b="1">
                <a:solidFill>
                  <a:srgbClr val="D66B57"/>
                </a:solidFill>
                <a:latin typeface="Yu Gothic"/>
                <a:ea typeface="Yu Gothic"/>
                <a:cs typeface="Yu Gothic"/>
              </a:defRPr>
            </a:lvl9pPr>
          </a:lstStyle>
          <a:p xmlns:a="http://schemas.openxmlformats.org/drawingml/2006/main">
            <a:pPr algn="l">
              <a:defRPr sz="2400" b="1">
                <a:solidFill>
                  <a:srgbClr val="D66B57"/>
                </a:solidFill>
                <a:latin typeface="Yu Gothic"/>
                <a:ea typeface="Yu Gothic"/>
                <a:cs typeface="Yu Gothic"/>
              </a:defRPr>
            </a:pPr>
            <a:r>
              <a:rPr sz="2400" b="1">
                <a:solidFill>
                  <a:srgbClr val="D66B57"/>
                </a:solidFill>
                <a:latin typeface="Yu Gothic"/>
                <a:ea typeface="Yu Gothic"/>
                <a:cs typeface="Yu Gothic"/>
              </a:rPr>
              <a:t>5,289 件</a:t>
            </a:r>
          </a:p>
        </p:txBody>
      </p:sp>
      <p:sp>
        <p:nvSpPr>
          <p:cNvPr id="11" name="">
            <a:extLst xmlns:a="http://schemas.openxmlformats.org/drawingml/2006/main">
              <a:ext uri="{FF2B5EF4-FFF2-40B4-BE49-F238E27FC236}">
                <a16:creationId xmlns:a16="http://schemas.microsoft.com/office/drawing/2014/main" id="{AE14F022-1F57-4FC6-97B0-484526346F8B}"/>
              </a:ext>
            </a:extLst>
          </p:cNvPr>
          <p:cNvSpPr>
            <a:spLocks xmlns:a="http://schemas.openxmlformats.org/drawingml/2006/main" noGrp="1"/>
          </p:cNvSpPr>
          <p:nvPr/>
        </p:nvSpPr>
        <p:spPr>
          <a:xfrm xmlns:a="http://schemas.openxmlformats.org/drawingml/2006/main">
            <a:off x="3581400" y="3686175"/>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5B6D76"/>
                </a:solidFill>
                <a:latin typeface="Yu Gothic"/>
                <a:ea typeface="Yu Gothic"/>
                <a:cs typeface="Yu Gothic"/>
              </a:defRPr>
            </a:defPPr>
            <a:lvl1pPr algn="l">
              <a:defRPr sz="1275" b="1">
                <a:solidFill>
                  <a:srgbClr val="5B6D76"/>
                </a:solidFill>
                <a:latin typeface="Yu Gothic"/>
                <a:ea typeface="Yu Gothic"/>
                <a:cs typeface="Yu Gothic"/>
              </a:defRPr>
            </a:lvl1pPr>
            <a:lvl2pPr algn="l">
              <a:defRPr sz="1275" b="1">
                <a:solidFill>
                  <a:srgbClr val="5B6D76"/>
                </a:solidFill>
                <a:latin typeface="Yu Gothic"/>
                <a:ea typeface="Yu Gothic"/>
                <a:cs typeface="Yu Gothic"/>
              </a:defRPr>
            </a:lvl2pPr>
            <a:lvl3pPr algn="l">
              <a:defRPr sz="1275" b="1">
                <a:solidFill>
                  <a:srgbClr val="5B6D76"/>
                </a:solidFill>
                <a:latin typeface="Yu Gothic"/>
                <a:ea typeface="Yu Gothic"/>
                <a:cs typeface="Yu Gothic"/>
              </a:defRPr>
            </a:lvl3pPr>
            <a:lvl4pPr algn="l">
              <a:defRPr sz="1275" b="1">
                <a:solidFill>
                  <a:srgbClr val="5B6D76"/>
                </a:solidFill>
                <a:latin typeface="Yu Gothic"/>
                <a:ea typeface="Yu Gothic"/>
                <a:cs typeface="Yu Gothic"/>
              </a:defRPr>
            </a:lvl4pPr>
            <a:lvl5pPr algn="l">
              <a:defRPr sz="1275" b="1">
                <a:solidFill>
                  <a:srgbClr val="5B6D76"/>
                </a:solidFill>
                <a:latin typeface="Yu Gothic"/>
                <a:ea typeface="Yu Gothic"/>
                <a:cs typeface="Yu Gothic"/>
              </a:defRPr>
            </a:lvl5pPr>
            <a:lvl6pPr algn="l">
              <a:defRPr sz="1275" b="1">
                <a:solidFill>
                  <a:srgbClr val="5B6D76"/>
                </a:solidFill>
                <a:latin typeface="Yu Gothic"/>
                <a:ea typeface="Yu Gothic"/>
                <a:cs typeface="Yu Gothic"/>
              </a:defRPr>
            </a:lvl6pPr>
            <a:lvl7pPr algn="l">
              <a:defRPr sz="1275" b="1">
                <a:solidFill>
                  <a:srgbClr val="5B6D76"/>
                </a:solidFill>
                <a:latin typeface="Yu Gothic"/>
                <a:ea typeface="Yu Gothic"/>
                <a:cs typeface="Yu Gothic"/>
              </a:defRPr>
            </a:lvl7pPr>
            <a:lvl8pPr algn="l">
              <a:defRPr sz="1275" b="1">
                <a:solidFill>
                  <a:srgbClr val="5B6D76"/>
                </a:solidFill>
                <a:latin typeface="Yu Gothic"/>
                <a:ea typeface="Yu Gothic"/>
                <a:cs typeface="Yu Gothic"/>
              </a:defRPr>
            </a:lvl8pPr>
            <a:lvl9pPr algn="l">
              <a:defRPr sz="1275" b="1">
                <a:solidFill>
                  <a:srgbClr val="5B6D76"/>
                </a:solidFill>
                <a:latin typeface="Yu Gothic"/>
                <a:ea typeface="Yu Gothic"/>
                <a:cs typeface="Yu Gothic"/>
              </a:defRPr>
            </a:lvl9pPr>
          </a:lstStyle>
          <a:p xmlns:a="http://schemas.openxmlformats.org/drawingml/2006/main">
            <a:pPr algn="l">
              <a:defRPr sz="1275" b="1">
                <a:solidFill>
                  <a:srgbClr val="5B6D76"/>
                </a:solidFill>
                <a:latin typeface="Yu Gothic"/>
                <a:ea typeface="Yu Gothic"/>
                <a:cs typeface="Yu Gothic"/>
              </a:defRPr>
            </a:pPr>
            <a:r>
              <a:rPr sz="1275" b="1">
                <a:solidFill>
                  <a:srgbClr val="5B6D76"/>
                </a:solidFill>
                <a:latin typeface="Yu Gothic"/>
                <a:ea typeface="Yu Gothic"/>
                <a:cs typeface="Yu Gothic"/>
              </a:rPr>
              <a:t>申し込み no</a:t>
            </a:r>
          </a:p>
        </p:txBody>
      </p:sp>
      <p:sp>
        <p:nvSpPr>
          <p:cNvPr id="12" name="">
            <a:extLst xmlns:a="http://schemas.openxmlformats.org/drawingml/2006/main">
              <a:ext uri="{FF2B5EF4-FFF2-40B4-BE49-F238E27FC236}">
                <a16:creationId xmlns:a16="http://schemas.microsoft.com/office/drawing/2014/main" id="{4BBD9F54-F903-400E-9B5F-1DF34A27FDB4}"/>
              </a:ext>
            </a:extLst>
          </p:cNvPr>
          <p:cNvSpPr>
            <a:spLocks xmlns:a="http://schemas.openxmlformats.org/drawingml/2006/main" noGrp="1"/>
          </p:cNvSpPr>
          <p:nvPr/>
        </p:nvSpPr>
        <p:spPr>
          <a:xfrm xmlns:a="http://schemas.openxmlformats.org/drawingml/2006/main">
            <a:off x="3581400" y="402907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400" b="1">
                <a:solidFill>
                  <a:srgbClr val="163A50"/>
                </a:solidFill>
                <a:latin typeface="Yu Gothic"/>
                <a:ea typeface="Yu Gothic"/>
                <a:cs typeface="Yu Gothic"/>
              </a:defRPr>
            </a:defPPr>
            <a:lvl1pPr algn="l">
              <a:defRPr sz="2400" b="1">
                <a:solidFill>
                  <a:srgbClr val="163A50"/>
                </a:solidFill>
                <a:latin typeface="Yu Gothic"/>
                <a:ea typeface="Yu Gothic"/>
                <a:cs typeface="Yu Gothic"/>
              </a:defRPr>
            </a:lvl1pPr>
            <a:lvl2pPr algn="l">
              <a:defRPr sz="2400" b="1">
                <a:solidFill>
                  <a:srgbClr val="163A50"/>
                </a:solidFill>
                <a:latin typeface="Yu Gothic"/>
                <a:ea typeface="Yu Gothic"/>
                <a:cs typeface="Yu Gothic"/>
              </a:defRPr>
            </a:lvl2pPr>
            <a:lvl3pPr algn="l">
              <a:defRPr sz="2400" b="1">
                <a:solidFill>
                  <a:srgbClr val="163A50"/>
                </a:solidFill>
                <a:latin typeface="Yu Gothic"/>
                <a:ea typeface="Yu Gothic"/>
                <a:cs typeface="Yu Gothic"/>
              </a:defRPr>
            </a:lvl3pPr>
            <a:lvl4pPr algn="l">
              <a:defRPr sz="2400" b="1">
                <a:solidFill>
                  <a:srgbClr val="163A50"/>
                </a:solidFill>
                <a:latin typeface="Yu Gothic"/>
                <a:ea typeface="Yu Gothic"/>
                <a:cs typeface="Yu Gothic"/>
              </a:defRPr>
            </a:lvl4pPr>
            <a:lvl5pPr algn="l">
              <a:defRPr sz="2400" b="1">
                <a:solidFill>
                  <a:srgbClr val="163A50"/>
                </a:solidFill>
                <a:latin typeface="Yu Gothic"/>
                <a:ea typeface="Yu Gothic"/>
                <a:cs typeface="Yu Gothic"/>
              </a:defRPr>
            </a:lvl5pPr>
            <a:lvl6pPr algn="l">
              <a:defRPr sz="2400" b="1">
                <a:solidFill>
                  <a:srgbClr val="163A50"/>
                </a:solidFill>
                <a:latin typeface="Yu Gothic"/>
                <a:ea typeface="Yu Gothic"/>
                <a:cs typeface="Yu Gothic"/>
              </a:defRPr>
            </a:lvl6pPr>
            <a:lvl7pPr algn="l">
              <a:defRPr sz="2400" b="1">
                <a:solidFill>
                  <a:srgbClr val="163A50"/>
                </a:solidFill>
                <a:latin typeface="Yu Gothic"/>
                <a:ea typeface="Yu Gothic"/>
                <a:cs typeface="Yu Gothic"/>
              </a:defRPr>
            </a:lvl7pPr>
            <a:lvl8pPr algn="l">
              <a:defRPr sz="2400" b="1">
                <a:solidFill>
                  <a:srgbClr val="163A50"/>
                </a:solidFill>
                <a:latin typeface="Yu Gothic"/>
                <a:ea typeface="Yu Gothic"/>
                <a:cs typeface="Yu Gothic"/>
              </a:defRPr>
            </a:lvl8pPr>
            <a:lvl9pPr algn="l">
              <a:defRPr sz="2400" b="1">
                <a:solidFill>
                  <a:srgbClr val="163A50"/>
                </a:solidFill>
                <a:latin typeface="Yu Gothic"/>
                <a:ea typeface="Yu Gothic"/>
                <a:cs typeface="Yu Gothic"/>
              </a:defRPr>
            </a:lvl9pPr>
          </a:lstStyle>
          <a:p xmlns:a="http://schemas.openxmlformats.org/drawingml/2006/main">
            <a:pPr algn="l">
              <a:defRPr sz="2400" b="1">
                <a:solidFill>
                  <a:srgbClr val="163A50"/>
                </a:solidFill>
                <a:latin typeface="Yu Gothic"/>
                <a:ea typeface="Yu Gothic"/>
                <a:cs typeface="Yu Gothic"/>
              </a:defRPr>
            </a:pPr>
            <a:r>
              <a:rPr sz="2400" b="1">
                <a:solidFill>
                  <a:srgbClr val="163A50"/>
                </a:solidFill>
                <a:latin typeface="Yu Gothic"/>
                <a:ea typeface="Yu Gothic"/>
                <a:cs typeface="Yu Gothic"/>
              </a:rPr>
              <a:t>39,922 件</a:t>
            </a:r>
          </a:p>
        </p:txBody>
      </p:sp>
      <p:sp>
        <p:nvSpPr>
          <p:cNvPr id="13" name="">
            <a:extLst xmlns:a="http://schemas.openxmlformats.org/drawingml/2006/main">
              <a:ext uri="{FF2B5EF4-FFF2-40B4-BE49-F238E27FC236}">
                <a16:creationId xmlns:a16="http://schemas.microsoft.com/office/drawing/2014/main" id="{A715BA4D-847D-44C7-AE90-AF12720379EC}"/>
              </a:ext>
            </a:extLst>
          </p:cNvPr>
          <p:cNvSpPr>
            <a:spLocks xmlns:a="http://schemas.openxmlformats.org/drawingml/2006/main" noGrp="1"/>
          </p:cNvSpPr>
          <p:nvPr/>
        </p:nvSpPr>
        <p:spPr>
          <a:xfrm xmlns:a="http://schemas.openxmlformats.org/drawingml/2006/main">
            <a:off x="6715125" y="1657350"/>
            <a:ext cx="0" cy="361950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14" name="">
            <a:extLst xmlns:a="http://schemas.openxmlformats.org/drawingml/2006/main">
              <a:ext uri="{FF2B5EF4-FFF2-40B4-BE49-F238E27FC236}">
                <a16:creationId xmlns:a16="http://schemas.microsoft.com/office/drawing/2014/main" id="{9C057863-7A52-41D6-A91B-18BC40779BAE}"/>
              </a:ext>
            </a:extLst>
          </p:cNvPr>
          <p:cNvSpPr>
            <a:spLocks xmlns:a="http://schemas.openxmlformats.org/drawingml/2006/main" noGrp="1"/>
          </p:cNvSpPr>
          <p:nvPr/>
        </p:nvSpPr>
        <p:spPr>
          <a:xfrm xmlns:a="http://schemas.openxmlformats.org/drawingml/2006/main">
            <a:off x="7334250" y="172402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1">
                <a:solidFill>
                  <a:srgbClr val="5B6D76"/>
                </a:solidFill>
                <a:latin typeface="Yu Gothic"/>
                <a:ea typeface="Yu Gothic"/>
                <a:cs typeface="Yu Gothic"/>
              </a:defRPr>
            </a:defPPr>
            <a:lvl1pPr algn="ctr">
              <a:defRPr sz="1350" b="1">
                <a:solidFill>
                  <a:srgbClr val="5B6D76"/>
                </a:solidFill>
                <a:latin typeface="Yu Gothic"/>
                <a:ea typeface="Yu Gothic"/>
                <a:cs typeface="Yu Gothic"/>
              </a:defRPr>
            </a:lvl1pPr>
            <a:lvl2pPr algn="ctr">
              <a:defRPr sz="1350" b="1">
                <a:solidFill>
                  <a:srgbClr val="5B6D76"/>
                </a:solidFill>
                <a:latin typeface="Yu Gothic"/>
                <a:ea typeface="Yu Gothic"/>
                <a:cs typeface="Yu Gothic"/>
              </a:defRPr>
            </a:lvl2pPr>
            <a:lvl3pPr algn="ctr">
              <a:defRPr sz="1350" b="1">
                <a:solidFill>
                  <a:srgbClr val="5B6D76"/>
                </a:solidFill>
                <a:latin typeface="Yu Gothic"/>
                <a:ea typeface="Yu Gothic"/>
                <a:cs typeface="Yu Gothic"/>
              </a:defRPr>
            </a:lvl3pPr>
            <a:lvl4pPr algn="ctr">
              <a:defRPr sz="1350" b="1">
                <a:solidFill>
                  <a:srgbClr val="5B6D76"/>
                </a:solidFill>
                <a:latin typeface="Yu Gothic"/>
                <a:ea typeface="Yu Gothic"/>
                <a:cs typeface="Yu Gothic"/>
              </a:defRPr>
            </a:lvl4pPr>
            <a:lvl5pPr algn="ctr">
              <a:defRPr sz="1350" b="1">
                <a:solidFill>
                  <a:srgbClr val="5B6D76"/>
                </a:solidFill>
                <a:latin typeface="Yu Gothic"/>
                <a:ea typeface="Yu Gothic"/>
                <a:cs typeface="Yu Gothic"/>
              </a:defRPr>
            </a:lvl5pPr>
            <a:lvl6pPr algn="ctr">
              <a:defRPr sz="1350" b="1">
                <a:solidFill>
                  <a:srgbClr val="5B6D76"/>
                </a:solidFill>
                <a:latin typeface="Yu Gothic"/>
                <a:ea typeface="Yu Gothic"/>
                <a:cs typeface="Yu Gothic"/>
              </a:defRPr>
            </a:lvl6pPr>
            <a:lvl7pPr algn="ctr">
              <a:defRPr sz="1350" b="1">
                <a:solidFill>
                  <a:srgbClr val="5B6D76"/>
                </a:solidFill>
                <a:latin typeface="Yu Gothic"/>
                <a:ea typeface="Yu Gothic"/>
                <a:cs typeface="Yu Gothic"/>
              </a:defRPr>
            </a:lvl7pPr>
            <a:lvl8pPr algn="ctr">
              <a:defRPr sz="1350" b="1">
                <a:solidFill>
                  <a:srgbClr val="5B6D76"/>
                </a:solidFill>
                <a:latin typeface="Yu Gothic"/>
                <a:ea typeface="Yu Gothic"/>
                <a:cs typeface="Yu Gothic"/>
              </a:defRPr>
            </a:lvl8pPr>
            <a:lvl9pPr algn="ctr">
              <a:defRPr sz="1350" b="1">
                <a:solidFill>
                  <a:srgbClr val="5B6D76"/>
                </a:solidFill>
                <a:latin typeface="Yu Gothic"/>
                <a:ea typeface="Yu Gothic"/>
                <a:cs typeface="Yu Gothic"/>
              </a:defRPr>
            </a:lvl9pPr>
          </a:lstStyle>
          <a:p xmlns:a="http://schemas.openxmlformats.org/drawingml/2006/main">
            <a:pPr algn="ctr">
              <a:defRPr sz="1350" b="1">
                <a:solidFill>
                  <a:srgbClr val="5B6D76"/>
                </a:solidFill>
                <a:latin typeface="Yu Gothic"/>
                <a:ea typeface="Yu Gothic"/>
                <a:cs typeface="Yu Gothic"/>
              </a:defRPr>
            </a:pPr>
            <a:r>
              <a:rPr sz="1350" b="1">
                <a:solidFill>
                  <a:srgbClr val="5B6D76"/>
                </a:solidFill>
                <a:latin typeface="Yu Gothic"/>
                <a:ea typeface="Yu Gothic"/>
                <a:cs typeface="Yu Gothic"/>
              </a:rPr>
              <a:t>全データ</a:t>
            </a:r>
          </a:p>
        </p:txBody>
      </p:sp>
      <p:sp>
        <p:nvSpPr>
          <p:cNvPr id="15" name="">
            <a:extLst xmlns:a="http://schemas.openxmlformats.org/drawingml/2006/main">
              <a:ext uri="{FF2B5EF4-FFF2-40B4-BE49-F238E27FC236}">
                <a16:creationId xmlns:a16="http://schemas.microsoft.com/office/drawing/2014/main" id="{5709CBC8-33EA-41E9-9B4A-6C5EDC0B9D41}"/>
              </a:ext>
            </a:extLst>
          </p:cNvPr>
          <p:cNvSpPr>
            <a:spLocks xmlns:a="http://schemas.openxmlformats.org/drawingml/2006/main" noGrp="1"/>
          </p:cNvSpPr>
          <p:nvPr/>
        </p:nvSpPr>
        <p:spPr>
          <a:xfrm xmlns:a="http://schemas.openxmlformats.org/drawingml/2006/main">
            <a:off x="7334250" y="2190750"/>
            <a:ext cx="3619500" cy="666750"/>
          </a:xfrm>
          <a:prstGeom xmlns:a="http://schemas.openxmlformats.org/drawingml/2006/main" prst="rect">
            <a:avLst/>
          </a:prstGeom>
          <a:solidFill xmlns:a="http://schemas.openxmlformats.org/drawingml/2006/main">
            <a:srgbClr val="E5E9E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F9ED043-421D-418F-8EBF-8215E687ACC6}"/>
              </a:ext>
            </a:extLst>
          </p:cNvPr>
          <p:cNvSpPr>
            <a:spLocks xmlns:a="http://schemas.openxmlformats.org/drawingml/2006/main" noGrp="1"/>
          </p:cNvSpPr>
          <p:nvPr/>
        </p:nvSpPr>
        <p:spPr>
          <a:xfrm xmlns:a="http://schemas.openxmlformats.org/drawingml/2006/main">
            <a:off x="7334250" y="2324100"/>
            <a:ext cx="361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800" b="1">
                <a:solidFill>
                  <a:srgbClr val="142B3B"/>
                </a:solidFill>
                <a:latin typeface="Yu Gothic"/>
                <a:ea typeface="Yu Gothic"/>
                <a:cs typeface="Yu Gothic"/>
              </a:defRPr>
            </a:defPPr>
            <a:lvl1pPr algn="ctr">
              <a:defRPr sz="1800" b="1">
                <a:solidFill>
                  <a:srgbClr val="142B3B"/>
                </a:solidFill>
                <a:latin typeface="Yu Gothic"/>
                <a:ea typeface="Yu Gothic"/>
                <a:cs typeface="Yu Gothic"/>
              </a:defRPr>
            </a:lvl1pPr>
            <a:lvl2pPr algn="ctr">
              <a:defRPr sz="1800" b="1">
                <a:solidFill>
                  <a:srgbClr val="142B3B"/>
                </a:solidFill>
                <a:latin typeface="Yu Gothic"/>
                <a:ea typeface="Yu Gothic"/>
                <a:cs typeface="Yu Gothic"/>
              </a:defRPr>
            </a:lvl2pPr>
            <a:lvl3pPr algn="ctr">
              <a:defRPr sz="1800" b="1">
                <a:solidFill>
                  <a:srgbClr val="142B3B"/>
                </a:solidFill>
                <a:latin typeface="Yu Gothic"/>
                <a:ea typeface="Yu Gothic"/>
                <a:cs typeface="Yu Gothic"/>
              </a:defRPr>
            </a:lvl3pPr>
            <a:lvl4pPr algn="ctr">
              <a:defRPr sz="1800" b="1">
                <a:solidFill>
                  <a:srgbClr val="142B3B"/>
                </a:solidFill>
                <a:latin typeface="Yu Gothic"/>
                <a:ea typeface="Yu Gothic"/>
                <a:cs typeface="Yu Gothic"/>
              </a:defRPr>
            </a:lvl4pPr>
            <a:lvl5pPr algn="ctr">
              <a:defRPr sz="1800" b="1">
                <a:solidFill>
                  <a:srgbClr val="142B3B"/>
                </a:solidFill>
                <a:latin typeface="Yu Gothic"/>
                <a:ea typeface="Yu Gothic"/>
                <a:cs typeface="Yu Gothic"/>
              </a:defRPr>
            </a:lvl5pPr>
            <a:lvl6pPr algn="ctr">
              <a:defRPr sz="1800" b="1">
                <a:solidFill>
                  <a:srgbClr val="142B3B"/>
                </a:solidFill>
                <a:latin typeface="Yu Gothic"/>
                <a:ea typeface="Yu Gothic"/>
                <a:cs typeface="Yu Gothic"/>
              </a:defRPr>
            </a:lvl6pPr>
            <a:lvl7pPr algn="ctr">
              <a:defRPr sz="1800" b="1">
                <a:solidFill>
                  <a:srgbClr val="142B3B"/>
                </a:solidFill>
                <a:latin typeface="Yu Gothic"/>
                <a:ea typeface="Yu Gothic"/>
                <a:cs typeface="Yu Gothic"/>
              </a:defRPr>
            </a:lvl7pPr>
            <a:lvl8pPr algn="ctr">
              <a:defRPr sz="1800" b="1">
                <a:solidFill>
                  <a:srgbClr val="142B3B"/>
                </a:solidFill>
                <a:latin typeface="Yu Gothic"/>
                <a:ea typeface="Yu Gothic"/>
                <a:cs typeface="Yu Gothic"/>
              </a:defRPr>
            </a:lvl8pPr>
            <a:lvl9pPr algn="ctr">
              <a:defRPr sz="1800" b="1">
                <a:solidFill>
                  <a:srgbClr val="142B3B"/>
                </a:solidFill>
                <a:latin typeface="Yu Gothic"/>
                <a:ea typeface="Yu Gothic"/>
                <a:cs typeface="Yu Gothic"/>
              </a:defRPr>
            </a:lvl9pPr>
          </a:lstStyle>
          <a:p xmlns:a="http://schemas.openxmlformats.org/drawingml/2006/main">
            <a:pPr algn="ctr">
              <a:defRPr sz="1800" b="1">
                <a:solidFill>
                  <a:srgbClr val="142B3B"/>
                </a:solidFill>
                <a:latin typeface="Yu Gothic"/>
                <a:ea typeface="Yu Gothic"/>
                <a:cs typeface="Yu Gothic"/>
              </a:defRPr>
            </a:pPr>
            <a:r>
              <a:rPr sz="1800" b="1">
                <a:solidFill>
                  <a:srgbClr val="142B3B"/>
                </a:solidFill>
                <a:latin typeface="Yu Gothic"/>
                <a:ea typeface="Yu Gothic"/>
                <a:cs typeface="Yu Gothic"/>
              </a:rPr>
              <a:t>45,211件</a:t>
            </a:r>
          </a:p>
        </p:txBody>
      </p:sp>
      <p:sp>
        <p:nvSpPr>
          <p:cNvPr id="17" name="">
            <a:extLst xmlns:a="http://schemas.openxmlformats.org/drawingml/2006/main">
              <a:ext uri="{FF2B5EF4-FFF2-40B4-BE49-F238E27FC236}">
                <a16:creationId xmlns:a16="http://schemas.microsoft.com/office/drawing/2014/main" id="{181CFCE6-F27D-42A1-A424-1CC3E13467F0}"/>
              </a:ext>
            </a:extLst>
          </p:cNvPr>
          <p:cNvSpPr>
            <a:spLocks xmlns:a="http://schemas.openxmlformats.org/drawingml/2006/main" noGrp="1"/>
          </p:cNvSpPr>
          <p:nvPr/>
        </p:nvSpPr>
        <p:spPr>
          <a:xfrm xmlns:a="http://schemas.openxmlformats.org/drawingml/2006/main">
            <a:off x="7334250" y="3286125"/>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325" b="1">
                <a:solidFill>
                  <a:srgbClr val="147D78"/>
                </a:solidFill>
                <a:latin typeface="Yu Gothic"/>
                <a:ea typeface="Yu Gothic"/>
                <a:cs typeface="Yu Gothic"/>
              </a:defRPr>
            </a:defPPr>
            <a:lvl1pPr algn="ctr">
              <a:defRPr sz="2325" b="1">
                <a:solidFill>
                  <a:srgbClr val="147D78"/>
                </a:solidFill>
                <a:latin typeface="Yu Gothic"/>
                <a:ea typeface="Yu Gothic"/>
                <a:cs typeface="Yu Gothic"/>
              </a:defRPr>
            </a:lvl1pPr>
            <a:lvl2pPr algn="ctr">
              <a:defRPr sz="2325" b="1">
                <a:solidFill>
                  <a:srgbClr val="147D78"/>
                </a:solidFill>
                <a:latin typeface="Yu Gothic"/>
                <a:ea typeface="Yu Gothic"/>
                <a:cs typeface="Yu Gothic"/>
              </a:defRPr>
            </a:lvl2pPr>
            <a:lvl3pPr algn="ctr">
              <a:defRPr sz="2325" b="1">
                <a:solidFill>
                  <a:srgbClr val="147D78"/>
                </a:solidFill>
                <a:latin typeface="Yu Gothic"/>
                <a:ea typeface="Yu Gothic"/>
                <a:cs typeface="Yu Gothic"/>
              </a:defRPr>
            </a:lvl3pPr>
            <a:lvl4pPr algn="ctr">
              <a:defRPr sz="2325" b="1">
                <a:solidFill>
                  <a:srgbClr val="147D78"/>
                </a:solidFill>
                <a:latin typeface="Yu Gothic"/>
                <a:ea typeface="Yu Gothic"/>
                <a:cs typeface="Yu Gothic"/>
              </a:defRPr>
            </a:lvl4pPr>
            <a:lvl5pPr algn="ctr">
              <a:defRPr sz="2325" b="1">
                <a:solidFill>
                  <a:srgbClr val="147D78"/>
                </a:solidFill>
                <a:latin typeface="Yu Gothic"/>
                <a:ea typeface="Yu Gothic"/>
                <a:cs typeface="Yu Gothic"/>
              </a:defRPr>
            </a:lvl5pPr>
            <a:lvl6pPr algn="ctr">
              <a:defRPr sz="2325" b="1">
                <a:solidFill>
                  <a:srgbClr val="147D78"/>
                </a:solidFill>
                <a:latin typeface="Yu Gothic"/>
                <a:ea typeface="Yu Gothic"/>
                <a:cs typeface="Yu Gothic"/>
              </a:defRPr>
            </a:lvl6pPr>
            <a:lvl7pPr algn="ctr">
              <a:defRPr sz="2325" b="1">
                <a:solidFill>
                  <a:srgbClr val="147D78"/>
                </a:solidFill>
                <a:latin typeface="Yu Gothic"/>
                <a:ea typeface="Yu Gothic"/>
                <a:cs typeface="Yu Gothic"/>
              </a:defRPr>
            </a:lvl7pPr>
            <a:lvl8pPr algn="ctr">
              <a:defRPr sz="2325" b="1">
                <a:solidFill>
                  <a:srgbClr val="147D78"/>
                </a:solidFill>
                <a:latin typeface="Yu Gothic"/>
                <a:ea typeface="Yu Gothic"/>
                <a:cs typeface="Yu Gothic"/>
              </a:defRPr>
            </a:lvl8pPr>
            <a:lvl9pPr algn="ctr">
              <a:defRPr sz="2325" b="1">
                <a:solidFill>
                  <a:srgbClr val="147D78"/>
                </a:solidFill>
                <a:latin typeface="Yu Gothic"/>
                <a:ea typeface="Yu Gothic"/>
                <a:cs typeface="Yu Gothic"/>
              </a:defRPr>
            </a:lvl9pPr>
          </a:lstStyle>
          <a:p xmlns:a="http://schemas.openxmlformats.org/drawingml/2006/main">
            <a:pPr algn="ctr">
              <a:defRPr sz="2325" b="1">
                <a:solidFill>
                  <a:srgbClr val="147D78"/>
                </a:solidFill>
                <a:latin typeface="Yu Gothic"/>
                <a:ea typeface="Yu Gothic"/>
                <a:cs typeface="Yu Gothic"/>
              </a:defRPr>
            </a:pPr>
            <a:r>
              <a:rPr sz="2325" b="1">
                <a:solidFill>
                  <a:srgbClr val="147D78"/>
                </a:solidFill>
                <a:latin typeface="Yu Gothic"/>
                <a:ea typeface="Yu Gothic"/>
                <a:cs typeface="Yu Gothic"/>
              </a:rPr>
              <a:t>70%</a:t>
            </a:r>
          </a:p>
        </p:txBody>
      </p:sp>
      <p:sp>
        <p:nvSpPr>
          <p:cNvPr id="18" name="">
            <a:extLst xmlns:a="http://schemas.openxmlformats.org/drawingml/2006/main">
              <a:ext uri="{FF2B5EF4-FFF2-40B4-BE49-F238E27FC236}">
                <a16:creationId xmlns:a16="http://schemas.microsoft.com/office/drawing/2014/main" id="{40A0D9E7-6A45-435D-8934-8B7BCEB88BA3}"/>
              </a:ext>
            </a:extLst>
          </p:cNvPr>
          <p:cNvSpPr>
            <a:spLocks xmlns:a="http://schemas.openxmlformats.org/drawingml/2006/main" noGrp="1"/>
          </p:cNvSpPr>
          <p:nvPr/>
        </p:nvSpPr>
        <p:spPr>
          <a:xfrm xmlns:a="http://schemas.openxmlformats.org/drawingml/2006/main">
            <a:off x="7334250" y="3705225"/>
            <a:ext cx="152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75" b="0">
                <a:solidFill>
                  <a:srgbClr val="5B6D76"/>
                </a:solidFill>
                <a:latin typeface="Yu Gothic"/>
                <a:ea typeface="Yu Gothic"/>
                <a:cs typeface="Yu Gothic"/>
              </a:defRPr>
            </a:defPPr>
            <a:lvl1pPr algn="ctr">
              <a:defRPr sz="1275" b="0">
                <a:solidFill>
                  <a:srgbClr val="5B6D76"/>
                </a:solidFill>
                <a:latin typeface="Yu Gothic"/>
                <a:ea typeface="Yu Gothic"/>
                <a:cs typeface="Yu Gothic"/>
              </a:defRPr>
            </a:lvl1pPr>
            <a:lvl2pPr algn="ctr">
              <a:defRPr sz="1275" b="0">
                <a:solidFill>
                  <a:srgbClr val="5B6D76"/>
                </a:solidFill>
                <a:latin typeface="Yu Gothic"/>
                <a:ea typeface="Yu Gothic"/>
                <a:cs typeface="Yu Gothic"/>
              </a:defRPr>
            </a:lvl2pPr>
            <a:lvl3pPr algn="ctr">
              <a:defRPr sz="1275" b="0">
                <a:solidFill>
                  <a:srgbClr val="5B6D76"/>
                </a:solidFill>
                <a:latin typeface="Yu Gothic"/>
                <a:ea typeface="Yu Gothic"/>
                <a:cs typeface="Yu Gothic"/>
              </a:defRPr>
            </a:lvl3pPr>
            <a:lvl4pPr algn="ctr">
              <a:defRPr sz="1275" b="0">
                <a:solidFill>
                  <a:srgbClr val="5B6D76"/>
                </a:solidFill>
                <a:latin typeface="Yu Gothic"/>
                <a:ea typeface="Yu Gothic"/>
                <a:cs typeface="Yu Gothic"/>
              </a:defRPr>
            </a:lvl4pPr>
            <a:lvl5pPr algn="ctr">
              <a:defRPr sz="1275" b="0">
                <a:solidFill>
                  <a:srgbClr val="5B6D76"/>
                </a:solidFill>
                <a:latin typeface="Yu Gothic"/>
                <a:ea typeface="Yu Gothic"/>
                <a:cs typeface="Yu Gothic"/>
              </a:defRPr>
            </a:lvl5pPr>
            <a:lvl6pPr algn="ctr">
              <a:defRPr sz="1275" b="0">
                <a:solidFill>
                  <a:srgbClr val="5B6D76"/>
                </a:solidFill>
                <a:latin typeface="Yu Gothic"/>
                <a:ea typeface="Yu Gothic"/>
                <a:cs typeface="Yu Gothic"/>
              </a:defRPr>
            </a:lvl6pPr>
            <a:lvl7pPr algn="ctr">
              <a:defRPr sz="1275" b="0">
                <a:solidFill>
                  <a:srgbClr val="5B6D76"/>
                </a:solidFill>
                <a:latin typeface="Yu Gothic"/>
                <a:ea typeface="Yu Gothic"/>
                <a:cs typeface="Yu Gothic"/>
              </a:defRPr>
            </a:lvl7pPr>
            <a:lvl8pPr algn="ctr">
              <a:defRPr sz="1275" b="0">
                <a:solidFill>
                  <a:srgbClr val="5B6D76"/>
                </a:solidFill>
                <a:latin typeface="Yu Gothic"/>
                <a:ea typeface="Yu Gothic"/>
                <a:cs typeface="Yu Gothic"/>
              </a:defRPr>
            </a:lvl8pPr>
            <a:lvl9pPr algn="ctr">
              <a:defRPr sz="1275" b="0">
                <a:solidFill>
                  <a:srgbClr val="5B6D76"/>
                </a:solidFill>
                <a:latin typeface="Yu Gothic"/>
                <a:ea typeface="Yu Gothic"/>
                <a:cs typeface="Yu Gothic"/>
              </a:defRPr>
            </a:lvl9pPr>
          </a:lstStyle>
          <a:p xmlns:a="http://schemas.openxmlformats.org/drawingml/2006/main">
            <a:pPr algn="ctr">
              <a:defRPr sz="1275" b="0">
                <a:solidFill>
                  <a:srgbClr val="5B6D76"/>
                </a:solidFill>
                <a:latin typeface="Yu Gothic"/>
                <a:ea typeface="Yu Gothic"/>
                <a:cs typeface="Yu Gothic"/>
              </a:defRPr>
            </a:pPr>
            <a:r>
              <a:rPr sz="1275" b="0">
                <a:solidFill>
                  <a:srgbClr val="5B6D76"/>
                </a:solidFill>
                <a:latin typeface="Yu Gothic"/>
                <a:ea typeface="Yu Gothic"/>
                <a:cs typeface="Yu Gothic"/>
              </a:rPr>
              <a:t>学習データの候補</a:t>
            </a:r>
          </a:p>
        </p:txBody>
      </p:sp>
      <p:sp>
        <p:nvSpPr>
          <p:cNvPr id="19" name="">
            <a:extLst xmlns:a="http://schemas.openxmlformats.org/drawingml/2006/main">
              <a:ext uri="{FF2B5EF4-FFF2-40B4-BE49-F238E27FC236}">
                <a16:creationId xmlns:a16="http://schemas.microsoft.com/office/drawing/2014/main" id="{8F3F53FA-031C-4381-93D0-DCD9D0590221}"/>
              </a:ext>
            </a:extLst>
          </p:cNvPr>
          <p:cNvSpPr>
            <a:spLocks xmlns:a="http://schemas.openxmlformats.org/drawingml/2006/main" noGrp="1"/>
          </p:cNvSpPr>
          <p:nvPr/>
        </p:nvSpPr>
        <p:spPr>
          <a:xfrm xmlns:a="http://schemas.openxmlformats.org/drawingml/2006/main">
            <a:off x="9429750" y="3286125"/>
            <a:ext cx="1524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2325" b="1">
                <a:solidFill>
                  <a:srgbClr val="D66B57"/>
                </a:solidFill>
                <a:latin typeface="Yu Gothic"/>
                <a:ea typeface="Yu Gothic"/>
                <a:cs typeface="Yu Gothic"/>
              </a:defRPr>
            </a:defPPr>
            <a:lvl1pPr algn="ctr">
              <a:defRPr sz="2325" b="1">
                <a:solidFill>
                  <a:srgbClr val="D66B57"/>
                </a:solidFill>
                <a:latin typeface="Yu Gothic"/>
                <a:ea typeface="Yu Gothic"/>
                <a:cs typeface="Yu Gothic"/>
              </a:defRPr>
            </a:lvl1pPr>
            <a:lvl2pPr algn="ctr">
              <a:defRPr sz="2325" b="1">
                <a:solidFill>
                  <a:srgbClr val="D66B57"/>
                </a:solidFill>
                <a:latin typeface="Yu Gothic"/>
                <a:ea typeface="Yu Gothic"/>
                <a:cs typeface="Yu Gothic"/>
              </a:defRPr>
            </a:lvl2pPr>
            <a:lvl3pPr algn="ctr">
              <a:defRPr sz="2325" b="1">
                <a:solidFill>
                  <a:srgbClr val="D66B57"/>
                </a:solidFill>
                <a:latin typeface="Yu Gothic"/>
                <a:ea typeface="Yu Gothic"/>
                <a:cs typeface="Yu Gothic"/>
              </a:defRPr>
            </a:lvl3pPr>
            <a:lvl4pPr algn="ctr">
              <a:defRPr sz="2325" b="1">
                <a:solidFill>
                  <a:srgbClr val="D66B57"/>
                </a:solidFill>
                <a:latin typeface="Yu Gothic"/>
                <a:ea typeface="Yu Gothic"/>
                <a:cs typeface="Yu Gothic"/>
              </a:defRPr>
            </a:lvl4pPr>
            <a:lvl5pPr algn="ctr">
              <a:defRPr sz="2325" b="1">
                <a:solidFill>
                  <a:srgbClr val="D66B57"/>
                </a:solidFill>
                <a:latin typeface="Yu Gothic"/>
                <a:ea typeface="Yu Gothic"/>
                <a:cs typeface="Yu Gothic"/>
              </a:defRPr>
            </a:lvl5pPr>
            <a:lvl6pPr algn="ctr">
              <a:defRPr sz="2325" b="1">
                <a:solidFill>
                  <a:srgbClr val="D66B57"/>
                </a:solidFill>
                <a:latin typeface="Yu Gothic"/>
                <a:ea typeface="Yu Gothic"/>
                <a:cs typeface="Yu Gothic"/>
              </a:defRPr>
            </a:lvl6pPr>
            <a:lvl7pPr algn="ctr">
              <a:defRPr sz="2325" b="1">
                <a:solidFill>
                  <a:srgbClr val="D66B57"/>
                </a:solidFill>
                <a:latin typeface="Yu Gothic"/>
                <a:ea typeface="Yu Gothic"/>
                <a:cs typeface="Yu Gothic"/>
              </a:defRPr>
            </a:lvl7pPr>
            <a:lvl8pPr algn="ctr">
              <a:defRPr sz="2325" b="1">
                <a:solidFill>
                  <a:srgbClr val="D66B57"/>
                </a:solidFill>
                <a:latin typeface="Yu Gothic"/>
                <a:ea typeface="Yu Gothic"/>
                <a:cs typeface="Yu Gothic"/>
              </a:defRPr>
            </a:lvl8pPr>
            <a:lvl9pPr algn="ctr">
              <a:defRPr sz="2325" b="1">
                <a:solidFill>
                  <a:srgbClr val="D66B57"/>
                </a:solidFill>
                <a:latin typeface="Yu Gothic"/>
                <a:ea typeface="Yu Gothic"/>
                <a:cs typeface="Yu Gothic"/>
              </a:defRPr>
            </a:lvl9pPr>
          </a:lstStyle>
          <a:p xmlns:a="http://schemas.openxmlformats.org/drawingml/2006/main">
            <a:pPr algn="ctr">
              <a:defRPr sz="2325" b="1">
                <a:solidFill>
                  <a:srgbClr val="D66B57"/>
                </a:solidFill>
                <a:latin typeface="Yu Gothic"/>
                <a:ea typeface="Yu Gothic"/>
                <a:cs typeface="Yu Gothic"/>
              </a:defRPr>
            </a:pPr>
            <a:r>
              <a:rPr sz="2325" b="1">
                <a:solidFill>
                  <a:srgbClr val="D66B57"/>
                </a:solidFill>
                <a:latin typeface="Yu Gothic"/>
                <a:ea typeface="Yu Gothic"/>
                <a:cs typeface="Yu Gothic"/>
              </a:rPr>
              <a:t>30%</a:t>
            </a:r>
          </a:p>
        </p:txBody>
      </p:sp>
      <p:sp>
        <p:nvSpPr>
          <p:cNvPr id="20" name="">
            <a:extLst xmlns:a="http://schemas.openxmlformats.org/drawingml/2006/main">
              <a:ext uri="{FF2B5EF4-FFF2-40B4-BE49-F238E27FC236}">
                <a16:creationId xmlns:a16="http://schemas.microsoft.com/office/drawing/2014/main" id="{0A0D2929-E0AE-4182-9C1E-93F29BD086CB}"/>
              </a:ext>
            </a:extLst>
          </p:cNvPr>
          <p:cNvSpPr>
            <a:spLocks xmlns:a="http://schemas.openxmlformats.org/drawingml/2006/main" noGrp="1"/>
          </p:cNvSpPr>
          <p:nvPr/>
        </p:nvSpPr>
        <p:spPr>
          <a:xfrm xmlns:a="http://schemas.openxmlformats.org/drawingml/2006/main">
            <a:off x="9429750" y="3705225"/>
            <a:ext cx="152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275" b="0">
                <a:solidFill>
                  <a:srgbClr val="5B6D76"/>
                </a:solidFill>
                <a:latin typeface="Yu Gothic"/>
                <a:ea typeface="Yu Gothic"/>
                <a:cs typeface="Yu Gothic"/>
              </a:defRPr>
            </a:defPPr>
            <a:lvl1pPr algn="ctr">
              <a:defRPr sz="1275" b="0">
                <a:solidFill>
                  <a:srgbClr val="5B6D76"/>
                </a:solidFill>
                <a:latin typeface="Yu Gothic"/>
                <a:ea typeface="Yu Gothic"/>
                <a:cs typeface="Yu Gothic"/>
              </a:defRPr>
            </a:lvl1pPr>
            <a:lvl2pPr algn="ctr">
              <a:defRPr sz="1275" b="0">
                <a:solidFill>
                  <a:srgbClr val="5B6D76"/>
                </a:solidFill>
                <a:latin typeface="Yu Gothic"/>
                <a:ea typeface="Yu Gothic"/>
                <a:cs typeface="Yu Gothic"/>
              </a:defRPr>
            </a:lvl2pPr>
            <a:lvl3pPr algn="ctr">
              <a:defRPr sz="1275" b="0">
                <a:solidFill>
                  <a:srgbClr val="5B6D76"/>
                </a:solidFill>
                <a:latin typeface="Yu Gothic"/>
                <a:ea typeface="Yu Gothic"/>
                <a:cs typeface="Yu Gothic"/>
              </a:defRPr>
            </a:lvl3pPr>
            <a:lvl4pPr algn="ctr">
              <a:defRPr sz="1275" b="0">
                <a:solidFill>
                  <a:srgbClr val="5B6D76"/>
                </a:solidFill>
                <a:latin typeface="Yu Gothic"/>
                <a:ea typeface="Yu Gothic"/>
                <a:cs typeface="Yu Gothic"/>
              </a:defRPr>
            </a:lvl4pPr>
            <a:lvl5pPr algn="ctr">
              <a:defRPr sz="1275" b="0">
                <a:solidFill>
                  <a:srgbClr val="5B6D76"/>
                </a:solidFill>
                <a:latin typeface="Yu Gothic"/>
                <a:ea typeface="Yu Gothic"/>
                <a:cs typeface="Yu Gothic"/>
              </a:defRPr>
            </a:lvl5pPr>
            <a:lvl6pPr algn="ctr">
              <a:defRPr sz="1275" b="0">
                <a:solidFill>
                  <a:srgbClr val="5B6D76"/>
                </a:solidFill>
                <a:latin typeface="Yu Gothic"/>
                <a:ea typeface="Yu Gothic"/>
                <a:cs typeface="Yu Gothic"/>
              </a:defRPr>
            </a:lvl6pPr>
            <a:lvl7pPr algn="ctr">
              <a:defRPr sz="1275" b="0">
                <a:solidFill>
                  <a:srgbClr val="5B6D76"/>
                </a:solidFill>
                <a:latin typeface="Yu Gothic"/>
                <a:ea typeface="Yu Gothic"/>
                <a:cs typeface="Yu Gothic"/>
              </a:defRPr>
            </a:lvl7pPr>
            <a:lvl8pPr algn="ctr">
              <a:defRPr sz="1275" b="0">
                <a:solidFill>
                  <a:srgbClr val="5B6D76"/>
                </a:solidFill>
                <a:latin typeface="Yu Gothic"/>
                <a:ea typeface="Yu Gothic"/>
                <a:cs typeface="Yu Gothic"/>
              </a:defRPr>
            </a:lvl8pPr>
            <a:lvl9pPr algn="ctr">
              <a:defRPr sz="1275" b="0">
                <a:solidFill>
                  <a:srgbClr val="5B6D76"/>
                </a:solidFill>
                <a:latin typeface="Yu Gothic"/>
                <a:ea typeface="Yu Gothic"/>
                <a:cs typeface="Yu Gothic"/>
              </a:defRPr>
            </a:lvl9pPr>
          </a:lstStyle>
          <a:p xmlns:a="http://schemas.openxmlformats.org/drawingml/2006/main">
            <a:pPr algn="ctr">
              <a:defRPr sz="1275" b="0">
                <a:solidFill>
                  <a:srgbClr val="5B6D76"/>
                </a:solidFill>
                <a:latin typeface="Yu Gothic"/>
                <a:ea typeface="Yu Gothic"/>
                <a:cs typeface="Yu Gothic"/>
              </a:defRPr>
            </a:pPr>
            <a:r>
              <a:rPr sz="1275" b="0">
                <a:solidFill>
                  <a:srgbClr val="5B6D76"/>
                </a:solidFill>
                <a:latin typeface="Yu Gothic"/>
                <a:ea typeface="Yu Gothic"/>
                <a:cs typeface="Yu Gothic"/>
              </a:rPr>
              <a:t>固定テスト</a:t>
            </a:r>
          </a:p>
        </p:txBody>
      </p:sp>
      <p:sp>
        <p:nvSpPr>
          <p:cNvPr id="21" name="">
            <a:extLst xmlns:a="http://schemas.openxmlformats.org/drawingml/2006/main">
              <a:ext uri="{FF2B5EF4-FFF2-40B4-BE49-F238E27FC236}">
                <a16:creationId xmlns:a16="http://schemas.microsoft.com/office/drawing/2014/main" id="{9E087689-1B9A-41CB-B980-719F97AE566B}"/>
              </a:ext>
            </a:extLst>
          </p:cNvPr>
          <p:cNvSpPr>
            <a:spLocks xmlns:a="http://schemas.openxmlformats.org/drawingml/2006/main" noGrp="1"/>
          </p:cNvSpPr>
          <p:nvPr/>
        </p:nvSpPr>
        <p:spPr>
          <a:xfrm xmlns:a="http://schemas.openxmlformats.org/drawingml/2006/main">
            <a:off x="9048750" y="3219450"/>
            <a:ext cx="0" cy="97155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22" name="">
            <a:extLst xmlns:a="http://schemas.openxmlformats.org/drawingml/2006/main">
              <a:ext uri="{FF2B5EF4-FFF2-40B4-BE49-F238E27FC236}">
                <a16:creationId xmlns:a16="http://schemas.microsoft.com/office/drawing/2014/main" id="{A1D5C087-9064-4DDE-B6D5-B889D05CA1D6}"/>
              </a:ext>
            </a:extLst>
          </p:cNvPr>
          <p:cNvSpPr>
            <a:spLocks xmlns:a="http://schemas.openxmlformats.org/drawingml/2006/main" noGrp="1"/>
          </p:cNvSpPr>
          <p:nvPr/>
        </p:nvSpPr>
        <p:spPr>
          <a:xfrm xmlns:a="http://schemas.openxmlformats.org/drawingml/2006/main">
            <a:off x="7524750" y="455295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75" b="1">
                <a:solidFill>
                  <a:srgbClr val="142B3B"/>
                </a:solidFill>
                <a:latin typeface="Yu Gothic"/>
                <a:ea typeface="Yu Gothic"/>
                <a:cs typeface="Yu Gothic"/>
              </a:defRPr>
            </a:defPPr>
            <a:lvl1pPr algn="ctr">
              <a:defRPr sz="1575" b="1">
                <a:solidFill>
                  <a:srgbClr val="142B3B"/>
                </a:solidFill>
                <a:latin typeface="Yu Gothic"/>
                <a:ea typeface="Yu Gothic"/>
                <a:cs typeface="Yu Gothic"/>
              </a:defRPr>
            </a:lvl1pPr>
            <a:lvl2pPr algn="ctr">
              <a:defRPr sz="1575" b="1">
                <a:solidFill>
                  <a:srgbClr val="142B3B"/>
                </a:solidFill>
                <a:latin typeface="Yu Gothic"/>
                <a:ea typeface="Yu Gothic"/>
                <a:cs typeface="Yu Gothic"/>
              </a:defRPr>
            </a:lvl2pPr>
            <a:lvl3pPr algn="ctr">
              <a:defRPr sz="1575" b="1">
                <a:solidFill>
                  <a:srgbClr val="142B3B"/>
                </a:solidFill>
                <a:latin typeface="Yu Gothic"/>
                <a:ea typeface="Yu Gothic"/>
                <a:cs typeface="Yu Gothic"/>
              </a:defRPr>
            </a:lvl3pPr>
            <a:lvl4pPr algn="ctr">
              <a:defRPr sz="1575" b="1">
                <a:solidFill>
                  <a:srgbClr val="142B3B"/>
                </a:solidFill>
                <a:latin typeface="Yu Gothic"/>
                <a:ea typeface="Yu Gothic"/>
                <a:cs typeface="Yu Gothic"/>
              </a:defRPr>
            </a:lvl4pPr>
            <a:lvl5pPr algn="ctr">
              <a:defRPr sz="1575" b="1">
                <a:solidFill>
                  <a:srgbClr val="142B3B"/>
                </a:solidFill>
                <a:latin typeface="Yu Gothic"/>
                <a:ea typeface="Yu Gothic"/>
                <a:cs typeface="Yu Gothic"/>
              </a:defRPr>
            </a:lvl5pPr>
            <a:lvl6pPr algn="ctr">
              <a:defRPr sz="1575" b="1">
                <a:solidFill>
                  <a:srgbClr val="142B3B"/>
                </a:solidFill>
                <a:latin typeface="Yu Gothic"/>
                <a:ea typeface="Yu Gothic"/>
                <a:cs typeface="Yu Gothic"/>
              </a:defRPr>
            </a:lvl6pPr>
            <a:lvl7pPr algn="ctr">
              <a:defRPr sz="1575" b="1">
                <a:solidFill>
                  <a:srgbClr val="142B3B"/>
                </a:solidFill>
                <a:latin typeface="Yu Gothic"/>
                <a:ea typeface="Yu Gothic"/>
                <a:cs typeface="Yu Gothic"/>
              </a:defRPr>
            </a:lvl7pPr>
            <a:lvl8pPr algn="ctr">
              <a:defRPr sz="1575" b="1">
                <a:solidFill>
                  <a:srgbClr val="142B3B"/>
                </a:solidFill>
                <a:latin typeface="Yu Gothic"/>
                <a:ea typeface="Yu Gothic"/>
                <a:cs typeface="Yu Gothic"/>
              </a:defRPr>
            </a:lvl8pPr>
            <a:lvl9pPr algn="ctr">
              <a:defRPr sz="1575" b="1">
                <a:solidFill>
                  <a:srgbClr val="142B3B"/>
                </a:solidFill>
                <a:latin typeface="Yu Gothic"/>
                <a:ea typeface="Yu Gothic"/>
                <a:cs typeface="Yu Gothic"/>
              </a:defRPr>
            </a:lvl9pPr>
          </a:lstStyle>
          <a:p xmlns:a="http://schemas.openxmlformats.org/drawingml/2006/main">
            <a:pPr algn="ctr">
              <a:defRPr sz="1575" b="1">
                <a:solidFill>
                  <a:srgbClr val="142B3B"/>
                </a:solidFill>
                <a:latin typeface="Yu Gothic"/>
                <a:ea typeface="Yu Gothic"/>
                <a:cs typeface="Yu Gothic"/>
              </a:defRPr>
            </a:pPr>
            <a:r>
              <a:rPr sz="1575" b="1">
                <a:solidFill>
                  <a:srgbClr val="142B3B"/>
                </a:solidFill>
                <a:latin typeface="Yu Gothic"/>
                <a:ea typeface="Yu Gothic"/>
                <a:cs typeface="Yu Gothic"/>
              </a:rPr>
              <a:t>全条件で同じテストデータを使用</a:t>
            </a:r>
          </a:p>
        </p:txBody>
      </p:sp>
      <p:sp>
        <p:nvSpPr>
          <p:cNvPr id="23" name="">
            <a:extLst xmlns:a="http://schemas.openxmlformats.org/drawingml/2006/main">
              <a:ext uri="{FF2B5EF4-FFF2-40B4-BE49-F238E27FC236}">
                <a16:creationId xmlns:a16="http://schemas.microsoft.com/office/drawing/2014/main" id="{33EE178A-F3CD-4FD6-A343-D65690AB50FB}"/>
              </a:ext>
            </a:extLst>
          </p:cNvPr>
          <p:cNvSpPr>
            <a:spLocks xmlns:a="http://schemas.openxmlformats.org/drawingml/2006/main" noGrp="1"/>
          </p:cNvSpPr>
          <p:nvPr/>
        </p:nvSpPr>
        <p:spPr>
          <a:xfrm xmlns:a="http://schemas.openxmlformats.org/drawingml/2006/main">
            <a:off x="723900" y="4953000"/>
            <a:ext cx="704850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0">
                <a:solidFill>
                  <a:srgbClr val="5B6D76"/>
                </a:solidFill>
                <a:latin typeface="Yu Gothic"/>
                <a:ea typeface="Yu Gothic"/>
                <a:cs typeface="Yu Gothic"/>
              </a:defRPr>
            </a:defPPr>
            <a:lvl1pPr algn="l">
              <a:defRPr sz="1425" b="0">
                <a:solidFill>
                  <a:srgbClr val="5B6D76"/>
                </a:solidFill>
                <a:latin typeface="Yu Gothic"/>
                <a:ea typeface="Yu Gothic"/>
                <a:cs typeface="Yu Gothic"/>
              </a:defRPr>
            </a:lvl1pPr>
            <a:lvl2pPr algn="l">
              <a:defRPr sz="1425" b="0">
                <a:solidFill>
                  <a:srgbClr val="5B6D76"/>
                </a:solidFill>
                <a:latin typeface="Yu Gothic"/>
                <a:ea typeface="Yu Gothic"/>
                <a:cs typeface="Yu Gothic"/>
              </a:defRPr>
            </a:lvl2pPr>
            <a:lvl3pPr algn="l">
              <a:defRPr sz="1425" b="0">
                <a:solidFill>
                  <a:srgbClr val="5B6D76"/>
                </a:solidFill>
                <a:latin typeface="Yu Gothic"/>
                <a:ea typeface="Yu Gothic"/>
                <a:cs typeface="Yu Gothic"/>
              </a:defRPr>
            </a:lvl3pPr>
            <a:lvl4pPr algn="l">
              <a:defRPr sz="1425" b="0">
                <a:solidFill>
                  <a:srgbClr val="5B6D76"/>
                </a:solidFill>
                <a:latin typeface="Yu Gothic"/>
                <a:ea typeface="Yu Gothic"/>
                <a:cs typeface="Yu Gothic"/>
              </a:defRPr>
            </a:lvl4pPr>
            <a:lvl5pPr algn="l">
              <a:defRPr sz="1425" b="0">
                <a:solidFill>
                  <a:srgbClr val="5B6D76"/>
                </a:solidFill>
                <a:latin typeface="Yu Gothic"/>
                <a:ea typeface="Yu Gothic"/>
                <a:cs typeface="Yu Gothic"/>
              </a:defRPr>
            </a:lvl5pPr>
            <a:lvl6pPr algn="l">
              <a:defRPr sz="1425" b="0">
                <a:solidFill>
                  <a:srgbClr val="5B6D76"/>
                </a:solidFill>
                <a:latin typeface="Yu Gothic"/>
                <a:ea typeface="Yu Gothic"/>
                <a:cs typeface="Yu Gothic"/>
              </a:defRPr>
            </a:lvl6pPr>
            <a:lvl7pPr algn="l">
              <a:defRPr sz="1425" b="0">
                <a:solidFill>
                  <a:srgbClr val="5B6D76"/>
                </a:solidFill>
                <a:latin typeface="Yu Gothic"/>
                <a:ea typeface="Yu Gothic"/>
                <a:cs typeface="Yu Gothic"/>
              </a:defRPr>
            </a:lvl7pPr>
            <a:lvl8pPr algn="l">
              <a:defRPr sz="1425" b="0">
                <a:solidFill>
                  <a:srgbClr val="5B6D76"/>
                </a:solidFill>
                <a:latin typeface="Yu Gothic"/>
                <a:ea typeface="Yu Gothic"/>
                <a:cs typeface="Yu Gothic"/>
              </a:defRPr>
            </a:lvl8pPr>
            <a:lvl9pPr algn="l">
              <a:defRPr sz="1425" b="0">
                <a:solidFill>
                  <a:srgbClr val="5B6D76"/>
                </a:solidFill>
                <a:latin typeface="Yu Gothic"/>
                <a:ea typeface="Yu Gothic"/>
                <a:cs typeface="Yu Gothic"/>
              </a:defRPr>
            </a:lvl9pPr>
          </a:lstStyle>
          <a:p xmlns:a="http://schemas.openxmlformats.org/drawingml/2006/main">
            <a:pPr algn="l">
              <a:defRPr sz="1425" b="0">
                <a:solidFill>
                  <a:srgbClr val="5B6D76"/>
                </a:solidFill>
                <a:latin typeface="Yu Gothic"/>
                <a:ea typeface="Yu Gothic"/>
                <a:cs typeface="Yu Gothic"/>
              </a:defRPr>
            </a:pPr>
            <a:r>
              <a:rPr sz="1425" b="0">
                <a:solidFill>
                  <a:srgbClr val="5B6D76"/>
                </a:solidFill>
                <a:latin typeface="Yu Gothic"/>
                <a:ea typeface="Yu Gothic"/>
                <a:cs typeface="Yu Gothic"/>
              </a:rPr>
              <a:t>通話時間 duration は除外</a:t>
            </a:r>
          </a:p>
          <a:p xmlns:a="http://schemas.openxmlformats.org/drawingml/2006/main">
            <a:pPr algn="l">
              <a:defRPr sz="1425" b="0">
                <a:solidFill>
                  <a:srgbClr val="5B6D76"/>
                </a:solidFill>
                <a:latin typeface="Yu Gothic"/>
                <a:ea typeface="Yu Gothic"/>
                <a:cs typeface="Yu Gothic"/>
              </a:defRPr>
            </a:pPr>
            <a:r>
              <a:rPr sz="1425" b="0">
                <a:solidFill>
                  <a:srgbClr val="5B6D76"/>
                </a:solidFill>
                <a:latin typeface="Yu Gothic"/>
                <a:ea typeface="Yu Gothic"/>
                <a:cs typeface="Yu Gothic"/>
              </a:rPr>
              <a:t>勧誘後に分かる情報の混入を避ける</a:t>
            </a:r>
          </a:p>
        </p:txBody>
      </p:sp>
      <p:sp>
        <p:nvSpPr>
          <p:cNvPr id="24" name="">
            <a:extLst xmlns:a="http://schemas.openxmlformats.org/drawingml/2006/main">
              <a:ext uri="{FF2B5EF4-FFF2-40B4-BE49-F238E27FC236}">
                <a16:creationId xmlns:a16="http://schemas.microsoft.com/office/drawing/2014/main" id="{6F4C34AD-9198-41CF-82F9-C08EA0A64FAE}"/>
              </a:ext>
            </a:extLst>
          </p:cNvPr>
          <p:cNvSpPr>
            <a:spLocks xmlns:a="http://schemas.openxmlformats.org/drawingml/2006/main" noGrp="1"/>
          </p:cNvSpPr>
          <p:nvPr/>
        </p:nvSpPr>
        <p:spPr>
          <a:xfrm xmlns:a="http://schemas.openxmlformats.org/drawingml/2006/main">
            <a:off x="723900" y="5962650"/>
            <a:ext cx="9048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0">
                <a:solidFill>
                  <a:srgbClr val="5B6D76"/>
                </a:solidFill>
                <a:latin typeface="Yu Gothic"/>
                <a:ea typeface="Yu Gothic"/>
                <a:cs typeface="Yu Gothic"/>
              </a:defRPr>
            </a:defPPr>
            <a:lvl1pPr algn="l">
              <a:defRPr sz="1050" b="0">
                <a:solidFill>
                  <a:srgbClr val="5B6D76"/>
                </a:solidFill>
                <a:latin typeface="Yu Gothic"/>
                <a:ea typeface="Yu Gothic"/>
                <a:cs typeface="Yu Gothic"/>
              </a:defRPr>
            </a:lvl1pPr>
            <a:lvl2pPr algn="l">
              <a:defRPr sz="1050" b="0">
                <a:solidFill>
                  <a:srgbClr val="5B6D76"/>
                </a:solidFill>
                <a:latin typeface="Yu Gothic"/>
                <a:ea typeface="Yu Gothic"/>
                <a:cs typeface="Yu Gothic"/>
              </a:defRPr>
            </a:lvl2pPr>
            <a:lvl3pPr algn="l">
              <a:defRPr sz="1050" b="0">
                <a:solidFill>
                  <a:srgbClr val="5B6D76"/>
                </a:solidFill>
                <a:latin typeface="Yu Gothic"/>
                <a:ea typeface="Yu Gothic"/>
                <a:cs typeface="Yu Gothic"/>
              </a:defRPr>
            </a:lvl3pPr>
            <a:lvl4pPr algn="l">
              <a:defRPr sz="1050" b="0">
                <a:solidFill>
                  <a:srgbClr val="5B6D76"/>
                </a:solidFill>
                <a:latin typeface="Yu Gothic"/>
                <a:ea typeface="Yu Gothic"/>
                <a:cs typeface="Yu Gothic"/>
              </a:defRPr>
            </a:lvl4pPr>
            <a:lvl5pPr algn="l">
              <a:defRPr sz="1050" b="0">
                <a:solidFill>
                  <a:srgbClr val="5B6D76"/>
                </a:solidFill>
                <a:latin typeface="Yu Gothic"/>
                <a:ea typeface="Yu Gothic"/>
                <a:cs typeface="Yu Gothic"/>
              </a:defRPr>
            </a:lvl5pPr>
            <a:lvl6pPr algn="l">
              <a:defRPr sz="1050" b="0">
                <a:solidFill>
                  <a:srgbClr val="5B6D76"/>
                </a:solidFill>
                <a:latin typeface="Yu Gothic"/>
                <a:ea typeface="Yu Gothic"/>
                <a:cs typeface="Yu Gothic"/>
              </a:defRPr>
            </a:lvl6pPr>
            <a:lvl7pPr algn="l">
              <a:defRPr sz="1050" b="0">
                <a:solidFill>
                  <a:srgbClr val="5B6D76"/>
                </a:solidFill>
                <a:latin typeface="Yu Gothic"/>
                <a:ea typeface="Yu Gothic"/>
                <a:cs typeface="Yu Gothic"/>
              </a:defRPr>
            </a:lvl7pPr>
            <a:lvl8pPr algn="l">
              <a:defRPr sz="1050" b="0">
                <a:solidFill>
                  <a:srgbClr val="5B6D76"/>
                </a:solidFill>
                <a:latin typeface="Yu Gothic"/>
                <a:ea typeface="Yu Gothic"/>
                <a:cs typeface="Yu Gothic"/>
              </a:defRPr>
            </a:lvl8pPr>
            <a:lvl9pPr algn="l">
              <a:defRPr sz="1050" b="0">
                <a:solidFill>
                  <a:srgbClr val="5B6D76"/>
                </a:solidFill>
                <a:latin typeface="Yu Gothic"/>
                <a:ea typeface="Yu Gothic"/>
                <a:cs typeface="Yu Gothic"/>
              </a:defRPr>
            </a:lvl9pPr>
          </a:lstStyle>
          <a:p xmlns:a="http://schemas.openxmlformats.org/drawingml/2006/main">
            <a:pPr algn="l">
              <a:defRPr sz="1050" b="0">
                <a:solidFill>
                  <a:srgbClr val="5B6D76"/>
                </a:solidFill>
                <a:latin typeface="Yu Gothic"/>
                <a:ea typeface="Yu Gothic"/>
                <a:cs typeface="Yu Gothic"/>
              </a:defRPr>
            </a:pPr>
            <a:r>
              <a:rPr sz="1050" b="0">
                <a:solidFill>
                  <a:srgbClr val="5B6D76"/>
                </a:solidFill>
                <a:latin typeface="Yu Gothic"/>
                <a:ea typeface="Yu Gothic"/>
                <a:cs typeface="Yu Gothic"/>
              </a:rPr>
              <a:t>出典：UCI Machine Learning Repository, Bank Marketing (ID 222)</a:t>
            </a:r>
          </a:p>
        </p:txBody>
      </p:sp>
    </p:spTree>
    <p:extLst>
      <p:ext uri="{BB962C8B-B14F-4D97-AF65-F5344CB8AC3E}">
        <p14:creationId xmlns:p14="http://schemas.microsoft.com/office/powerpoint/2010/main" val="687939807"/>
      </p:ext>
    </p:extLst>
  </p:cSld>
</p:sld>
</file>

<file path=ppt/slides/slide5.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B4513A41-B486-4B1E-9615-CAEB700884F2}"/>
              </a:ext>
            </a:extLst>
          </p:cNvPr>
          <p:cNvSpPr>
            <a:spLocks xmlns:a="http://schemas.openxmlformats.org/drawingml/2006/main" noGrp="1"/>
          </p:cNvSpPr>
          <p:nvPr/>
        </p:nvSpPr>
        <p:spPr>
          <a:xfrm xmlns:a="http://schemas.openxmlformats.org/drawingml/2006/main">
            <a:off x="6858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47D78"/>
                </a:solidFill>
                <a:latin typeface="Yu Gothic"/>
                <a:ea typeface="Yu Gothic"/>
                <a:cs typeface="Yu Gothic"/>
              </a:defRPr>
            </a:defPPr>
            <a:lvl1pPr algn="l">
              <a:defRPr sz="975" b="1">
                <a:solidFill>
                  <a:srgbClr val="147D78"/>
                </a:solidFill>
                <a:latin typeface="Yu Gothic"/>
                <a:ea typeface="Yu Gothic"/>
                <a:cs typeface="Yu Gothic"/>
              </a:defRPr>
            </a:lvl1pPr>
            <a:lvl2pPr algn="l">
              <a:defRPr sz="975" b="1">
                <a:solidFill>
                  <a:srgbClr val="147D78"/>
                </a:solidFill>
                <a:latin typeface="Yu Gothic"/>
                <a:ea typeface="Yu Gothic"/>
                <a:cs typeface="Yu Gothic"/>
              </a:defRPr>
            </a:lvl2pPr>
            <a:lvl3pPr algn="l">
              <a:defRPr sz="975" b="1">
                <a:solidFill>
                  <a:srgbClr val="147D78"/>
                </a:solidFill>
                <a:latin typeface="Yu Gothic"/>
                <a:ea typeface="Yu Gothic"/>
                <a:cs typeface="Yu Gothic"/>
              </a:defRPr>
            </a:lvl3pPr>
            <a:lvl4pPr algn="l">
              <a:defRPr sz="975" b="1">
                <a:solidFill>
                  <a:srgbClr val="147D78"/>
                </a:solidFill>
                <a:latin typeface="Yu Gothic"/>
                <a:ea typeface="Yu Gothic"/>
                <a:cs typeface="Yu Gothic"/>
              </a:defRPr>
            </a:lvl4pPr>
            <a:lvl5pPr algn="l">
              <a:defRPr sz="975" b="1">
                <a:solidFill>
                  <a:srgbClr val="147D78"/>
                </a:solidFill>
                <a:latin typeface="Yu Gothic"/>
                <a:ea typeface="Yu Gothic"/>
                <a:cs typeface="Yu Gothic"/>
              </a:defRPr>
            </a:lvl5pPr>
            <a:lvl6pPr algn="l">
              <a:defRPr sz="975" b="1">
                <a:solidFill>
                  <a:srgbClr val="147D78"/>
                </a:solidFill>
                <a:latin typeface="Yu Gothic"/>
                <a:ea typeface="Yu Gothic"/>
                <a:cs typeface="Yu Gothic"/>
              </a:defRPr>
            </a:lvl6pPr>
            <a:lvl7pPr algn="l">
              <a:defRPr sz="975" b="1">
                <a:solidFill>
                  <a:srgbClr val="147D78"/>
                </a:solidFill>
                <a:latin typeface="Yu Gothic"/>
                <a:ea typeface="Yu Gothic"/>
                <a:cs typeface="Yu Gothic"/>
              </a:defRPr>
            </a:lvl7pPr>
            <a:lvl8pPr algn="l">
              <a:defRPr sz="975" b="1">
                <a:solidFill>
                  <a:srgbClr val="147D78"/>
                </a:solidFill>
                <a:latin typeface="Yu Gothic"/>
                <a:ea typeface="Yu Gothic"/>
                <a:cs typeface="Yu Gothic"/>
              </a:defRPr>
            </a:lvl8pPr>
            <a:lvl9pPr algn="l">
              <a:defRPr sz="975" b="1">
                <a:solidFill>
                  <a:srgbClr val="147D78"/>
                </a:solidFill>
                <a:latin typeface="Yu Gothic"/>
                <a:ea typeface="Yu Gothic"/>
                <a:cs typeface="Yu Gothic"/>
              </a:defRPr>
            </a:lvl9pPr>
          </a:lstStyle>
          <a:p xmlns:a="http://schemas.openxmlformats.org/drawingml/2006/main">
            <a:pPr algn="l">
              <a:defRPr sz="975" b="1">
                <a:solidFill>
                  <a:srgbClr val="147D78"/>
                </a:solidFill>
                <a:latin typeface="Yu Gothic"/>
                <a:ea typeface="Yu Gothic"/>
                <a:cs typeface="Yu Gothic"/>
              </a:defRPr>
            </a:pPr>
            <a:r>
              <a:rPr sz="975" b="1">
                <a:solidFill>
                  <a:srgbClr val="147D78"/>
                </a:solidFill>
                <a:latin typeface="Yu Gothic"/>
                <a:ea typeface="Yu Gothic"/>
                <a:cs typeface="Yu Gothic"/>
              </a:rPr>
              <a:t>実験方法</a:t>
            </a:r>
          </a:p>
        </p:txBody>
      </p:sp>
      <p:sp>
        <p:nvSpPr>
          <p:cNvPr id="2" name="">
            <a:extLst xmlns:a="http://schemas.openxmlformats.org/drawingml/2006/main">
              <a:ext uri="{FF2B5EF4-FFF2-40B4-BE49-F238E27FC236}">
                <a16:creationId xmlns:a16="http://schemas.microsoft.com/office/drawing/2014/main" id="{68A42974-5E7A-4F06-A0A3-AE8FE54D2CB2}"/>
              </a:ext>
            </a:extLst>
          </p:cNvPr>
          <p:cNvSpPr>
            <a:spLocks xmlns:a="http://schemas.openxmlformats.org/drawingml/2006/main" noGrp="1"/>
          </p:cNvSpPr>
          <p:nvPr/>
        </p:nvSpPr>
        <p:spPr>
          <a:xfrm xmlns:a="http://schemas.openxmlformats.org/drawingml/2006/main">
            <a:off x="685800" y="6286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925" b="1">
                <a:solidFill>
                  <a:srgbClr val="142B3B"/>
                </a:solidFill>
                <a:latin typeface="Yu Gothic"/>
                <a:ea typeface="Yu Gothic"/>
                <a:cs typeface="Yu Gothic"/>
              </a:defRPr>
            </a:defPPr>
            <a:lvl1pPr algn="l">
              <a:defRPr sz="2925" b="1">
                <a:solidFill>
                  <a:srgbClr val="142B3B"/>
                </a:solidFill>
                <a:latin typeface="Yu Gothic"/>
                <a:ea typeface="Yu Gothic"/>
                <a:cs typeface="Yu Gothic"/>
              </a:defRPr>
            </a:lvl1pPr>
            <a:lvl2pPr algn="l">
              <a:defRPr sz="2925" b="1">
                <a:solidFill>
                  <a:srgbClr val="142B3B"/>
                </a:solidFill>
                <a:latin typeface="Yu Gothic"/>
                <a:ea typeface="Yu Gothic"/>
                <a:cs typeface="Yu Gothic"/>
              </a:defRPr>
            </a:lvl2pPr>
            <a:lvl3pPr algn="l">
              <a:defRPr sz="2925" b="1">
                <a:solidFill>
                  <a:srgbClr val="142B3B"/>
                </a:solidFill>
                <a:latin typeface="Yu Gothic"/>
                <a:ea typeface="Yu Gothic"/>
                <a:cs typeface="Yu Gothic"/>
              </a:defRPr>
            </a:lvl3pPr>
            <a:lvl4pPr algn="l">
              <a:defRPr sz="2925" b="1">
                <a:solidFill>
                  <a:srgbClr val="142B3B"/>
                </a:solidFill>
                <a:latin typeface="Yu Gothic"/>
                <a:ea typeface="Yu Gothic"/>
                <a:cs typeface="Yu Gothic"/>
              </a:defRPr>
            </a:lvl4pPr>
            <a:lvl5pPr algn="l">
              <a:defRPr sz="2925" b="1">
                <a:solidFill>
                  <a:srgbClr val="142B3B"/>
                </a:solidFill>
                <a:latin typeface="Yu Gothic"/>
                <a:ea typeface="Yu Gothic"/>
                <a:cs typeface="Yu Gothic"/>
              </a:defRPr>
            </a:lvl5pPr>
            <a:lvl6pPr algn="l">
              <a:defRPr sz="2925" b="1">
                <a:solidFill>
                  <a:srgbClr val="142B3B"/>
                </a:solidFill>
                <a:latin typeface="Yu Gothic"/>
                <a:ea typeface="Yu Gothic"/>
                <a:cs typeface="Yu Gothic"/>
              </a:defRPr>
            </a:lvl6pPr>
            <a:lvl7pPr algn="l">
              <a:defRPr sz="2925" b="1">
                <a:solidFill>
                  <a:srgbClr val="142B3B"/>
                </a:solidFill>
                <a:latin typeface="Yu Gothic"/>
                <a:ea typeface="Yu Gothic"/>
                <a:cs typeface="Yu Gothic"/>
              </a:defRPr>
            </a:lvl7pPr>
            <a:lvl8pPr algn="l">
              <a:defRPr sz="2925" b="1">
                <a:solidFill>
                  <a:srgbClr val="142B3B"/>
                </a:solidFill>
                <a:latin typeface="Yu Gothic"/>
                <a:ea typeface="Yu Gothic"/>
                <a:cs typeface="Yu Gothic"/>
              </a:defRPr>
            </a:lvl8pPr>
            <a:lvl9pPr algn="l">
              <a:defRPr sz="2925" b="1">
                <a:solidFill>
                  <a:srgbClr val="142B3B"/>
                </a:solidFill>
                <a:latin typeface="Yu Gothic"/>
                <a:ea typeface="Yu Gothic"/>
                <a:cs typeface="Yu Gothic"/>
              </a:defRPr>
            </a:lvl9pPr>
          </a:lstStyle>
          <a:p xmlns:a="http://schemas.openxmlformats.org/drawingml/2006/main">
            <a:pPr algn="l">
              <a:defRPr sz="2925" b="1">
                <a:solidFill>
                  <a:srgbClr val="142B3B"/>
                </a:solidFill>
                <a:latin typeface="Yu Gothic"/>
                <a:ea typeface="Yu Gothic"/>
                <a:cs typeface="Yu Gothic"/>
              </a:defRPr>
            </a:pPr>
            <a:r>
              <a:rPr sz="2925" b="1">
                <a:solidFill>
                  <a:srgbClr val="142B3B"/>
                </a:solidFill>
                <a:latin typeface="Yu Gothic"/>
                <a:ea typeface="Yu Gothic"/>
                <a:cs typeface="Yu Gothic"/>
              </a:rPr>
              <a:t>200回の比較で、条件の影響を確認</a:t>
            </a:r>
          </a:p>
        </p:txBody>
      </p:sp>
      <p:sp>
        <p:nvSpPr>
          <p:cNvPr id="3" name="">
            <a:extLst xmlns:a="http://schemas.openxmlformats.org/drawingml/2006/main">
              <a:ext uri="{FF2B5EF4-FFF2-40B4-BE49-F238E27FC236}">
                <a16:creationId xmlns:a16="http://schemas.microsoft.com/office/drawing/2014/main" id="{AF0C4160-D06C-4AC6-90BE-06D5392D9796}"/>
              </a:ext>
            </a:extLst>
          </p:cNvPr>
          <p:cNvSpPr>
            <a:spLocks xmlns:a="http://schemas.openxmlformats.org/drawingml/2006/main" noGrp="1"/>
          </p:cNvSpPr>
          <p:nvPr/>
        </p:nvSpPr>
        <p:spPr>
          <a:xfrm xmlns:a="http://schemas.openxmlformats.org/drawingml/2006/main">
            <a:off x="685800" y="1304925"/>
            <a:ext cx="10820400" cy="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4" name="">
            <a:extLst xmlns:a="http://schemas.openxmlformats.org/drawingml/2006/main">
              <a:ext uri="{FF2B5EF4-FFF2-40B4-BE49-F238E27FC236}">
                <a16:creationId xmlns:a16="http://schemas.microsoft.com/office/drawing/2014/main" id="{3872276E-F083-45C9-9085-CF1352FDDC9D}"/>
              </a:ext>
            </a:extLst>
          </p:cNvPr>
          <p:cNvSpPr>
            <a:spLocks xmlns:a="http://schemas.openxmlformats.org/drawingml/2006/main" noGrp="1"/>
          </p:cNvSpPr>
          <p:nvPr/>
        </p:nvSpPr>
        <p:spPr>
          <a:xfrm xmlns:a="http://schemas.openxmlformats.org/drawingml/2006/main">
            <a:off x="11049000" y="63627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5B6D76"/>
                </a:solidFill>
                <a:latin typeface="Yu Gothic"/>
                <a:ea typeface="Yu Gothic"/>
                <a:cs typeface="Yu Gothic"/>
              </a:defRPr>
            </a:defPPr>
            <a:lvl1pPr algn="r">
              <a:defRPr sz="1050" b="1">
                <a:solidFill>
                  <a:srgbClr val="5B6D76"/>
                </a:solidFill>
                <a:latin typeface="Yu Gothic"/>
                <a:ea typeface="Yu Gothic"/>
                <a:cs typeface="Yu Gothic"/>
              </a:defRPr>
            </a:lvl1pPr>
            <a:lvl2pPr algn="r">
              <a:defRPr sz="1050" b="1">
                <a:solidFill>
                  <a:srgbClr val="5B6D76"/>
                </a:solidFill>
                <a:latin typeface="Yu Gothic"/>
                <a:ea typeface="Yu Gothic"/>
                <a:cs typeface="Yu Gothic"/>
              </a:defRPr>
            </a:lvl2pPr>
            <a:lvl3pPr algn="r">
              <a:defRPr sz="1050" b="1">
                <a:solidFill>
                  <a:srgbClr val="5B6D76"/>
                </a:solidFill>
                <a:latin typeface="Yu Gothic"/>
                <a:ea typeface="Yu Gothic"/>
                <a:cs typeface="Yu Gothic"/>
              </a:defRPr>
            </a:lvl3pPr>
            <a:lvl4pPr algn="r">
              <a:defRPr sz="1050" b="1">
                <a:solidFill>
                  <a:srgbClr val="5B6D76"/>
                </a:solidFill>
                <a:latin typeface="Yu Gothic"/>
                <a:ea typeface="Yu Gothic"/>
                <a:cs typeface="Yu Gothic"/>
              </a:defRPr>
            </a:lvl4pPr>
            <a:lvl5pPr algn="r">
              <a:defRPr sz="1050" b="1">
                <a:solidFill>
                  <a:srgbClr val="5B6D76"/>
                </a:solidFill>
                <a:latin typeface="Yu Gothic"/>
                <a:ea typeface="Yu Gothic"/>
                <a:cs typeface="Yu Gothic"/>
              </a:defRPr>
            </a:lvl5pPr>
            <a:lvl6pPr algn="r">
              <a:defRPr sz="1050" b="1">
                <a:solidFill>
                  <a:srgbClr val="5B6D76"/>
                </a:solidFill>
                <a:latin typeface="Yu Gothic"/>
                <a:ea typeface="Yu Gothic"/>
                <a:cs typeface="Yu Gothic"/>
              </a:defRPr>
            </a:lvl6pPr>
            <a:lvl7pPr algn="r">
              <a:defRPr sz="1050" b="1">
                <a:solidFill>
                  <a:srgbClr val="5B6D76"/>
                </a:solidFill>
                <a:latin typeface="Yu Gothic"/>
                <a:ea typeface="Yu Gothic"/>
                <a:cs typeface="Yu Gothic"/>
              </a:defRPr>
            </a:lvl7pPr>
            <a:lvl8pPr algn="r">
              <a:defRPr sz="1050" b="1">
                <a:solidFill>
                  <a:srgbClr val="5B6D76"/>
                </a:solidFill>
                <a:latin typeface="Yu Gothic"/>
                <a:ea typeface="Yu Gothic"/>
                <a:cs typeface="Yu Gothic"/>
              </a:defRPr>
            </a:lvl8pPr>
            <a:lvl9pPr algn="r">
              <a:defRPr sz="1050" b="1">
                <a:solidFill>
                  <a:srgbClr val="5B6D76"/>
                </a:solidFill>
                <a:latin typeface="Yu Gothic"/>
                <a:ea typeface="Yu Gothic"/>
                <a:cs typeface="Yu Gothic"/>
              </a:defRPr>
            </a:lvl9pPr>
          </a:lstStyle>
          <a:p xmlns:a="http://schemas.openxmlformats.org/drawingml/2006/main">
            <a:pPr algn="r">
              <a:defRPr sz="1050" b="1">
                <a:solidFill>
                  <a:srgbClr val="5B6D76"/>
                </a:solidFill>
                <a:latin typeface="Yu Gothic"/>
                <a:ea typeface="Yu Gothic"/>
                <a:cs typeface="Yu Gothic"/>
              </a:defRPr>
            </a:pPr>
            <a:r>
              <a:rPr sz="1050" b="1">
                <a:solidFill>
                  <a:srgbClr val="5B6D76"/>
                </a:solidFill>
                <a:latin typeface="Yu Gothic"/>
                <a:ea typeface="Yu Gothic"/>
                <a:cs typeface="Yu Gothic"/>
              </a:rPr>
              <a:t>05</a:t>
            </a:r>
          </a:p>
        </p:txBody>
      </p:sp>
      <p:sp>
        <p:nvSpPr>
          <p:cNvPr id="5" name="">
            <a:extLst xmlns:a="http://schemas.openxmlformats.org/drawingml/2006/main">
              <a:ext uri="{FF2B5EF4-FFF2-40B4-BE49-F238E27FC236}">
                <a16:creationId xmlns:a16="http://schemas.microsoft.com/office/drawing/2014/main" id="{9B3C33FF-90B1-49C8-A0BF-086FEDE3882D}"/>
              </a:ext>
            </a:extLst>
          </p:cNvPr>
          <p:cNvSpPr>
            <a:spLocks xmlns:a="http://schemas.openxmlformats.org/drawingml/2006/main" noGrp="1"/>
          </p:cNvSpPr>
          <p:nvPr/>
        </p:nvSpPr>
        <p:spPr>
          <a:xfrm xmlns:a="http://schemas.openxmlformats.org/drawingml/2006/main">
            <a:off x="1447800" y="1809750"/>
            <a:ext cx="628650" cy="628650"/>
          </a:xfrm>
          <a:prstGeom xmlns:a="http://schemas.openxmlformats.org/drawingml/2006/main" prst="ellipse">
            <a:avLst/>
          </a:prstGeom>
          <a:solidFill xmlns:a="http://schemas.openxmlformats.org/drawingml/2006/main">
            <a:srgbClr val="163A5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B35544B-DF3B-4C37-8648-9BFC7D304FC5}"/>
              </a:ext>
            </a:extLst>
          </p:cNvPr>
          <p:cNvSpPr>
            <a:spLocks xmlns:a="http://schemas.openxmlformats.org/drawingml/2006/main" noGrp="1"/>
          </p:cNvSpPr>
          <p:nvPr/>
        </p:nvSpPr>
        <p:spPr>
          <a:xfrm xmlns:a="http://schemas.openxmlformats.org/drawingml/2006/main">
            <a:off x="1447800" y="1924050"/>
            <a:ext cx="628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875" b="1">
                <a:solidFill>
                  <a:srgbClr val="FFFFFF"/>
                </a:solidFill>
                <a:latin typeface="Yu Gothic"/>
                <a:ea typeface="Yu Gothic"/>
                <a:cs typeface="Yu Gothic"/>
              </a:defRPr>
            </a:defPPr>
            <a:lvl1pPr algn="ctr">
              <a:defRPr sz="1875" b="1">
                <a:solidFill>
                  <a:srgbClr val="FFFFFF"/>
                </a:solidFill>
                <a:latin typeface="Yu Gothic"/>
                <a:ea typeface="Yu Gothic"/>
                <a:cs typeface="Yu Gothic"/>
              </a:defRPr>
            </a:lvl1pPr>
            <a:lvl2pPr algn="ctr">
              <a:defRPr sz="1875" b="1">
                <a:solidFill>
                  <a:srgbClr val="FFFFFF"/>
                </a:solidFill>
                <a:latin typeface="Yu Gothic"/>
                <a:ea typeface="Yu Gothic"/>
                <a:cs typeface="Yu Gothic"/>
              </a:defRPr>
            </a:lvl2pPr>
            <a:lvl3pPr algn="ctr">
              <a:defRPr sz="1875" b="1">
                <a:solidFill>
                  <a:srgbClr val="FFFFFF"/>
                </a:solidFill>
                <a:latin typeface="Yu Gothic"/>
                <a:ea typeface="Yu Gothic"/>
                <a:cs typeface="Yu Gothic"/>
              </a:defRPr>
            </a:lvl3pPr>
            <a:lvl4pPr algn="ctr">
              <a:defRPr sz="1875" b="1">
                <a:solidFill>
                  <a:srgbClr val="FFFFFF"/>
                </a:solidFill>
                <a:latin typeface="Yu Gothic"/>
                <a:ea typeface="Yu Gothic"/>
                <a:cs typeface="Yu Gothic"/>
              </a:defRPr>
            </a:lvl4pPr>
            <a:lvl5pPr algn="ctr">
              <a:defRPr sz="1875" b="1">
                <a:solidFill>
                  <a:srgbClr val="FFFFFF"/>
                </a:solidFill>
                <a:latin typeface="Yu Gothic"/>
                <a:ea typeface="Yu Gothic"/>
                <a:cs typeface="Yu Gothic"/>
              </a:defRPr>
            </a:lvl5pPr>
            <a:lvl6pPr algn="ctr">
              <a:defRPr sz="1875" b="1">
                <a:solidFill>
                  <a:srgbClr val="FFFFFF"/>
                </a:solidFill>
                <a:latin typeface="Yu Gothic"/>
                <a:ea typeface="Yu Gothic"/>
                <a:cs typeface="Yu Gothic"/>
              </a:defRPr>
            </a:lvl6pPr>
            <a:lvl7pPr algn="ctr">
              <a:defRPr sz="1875" b="1">
                <a:solidFill>
                  <a:srgbClr val="FFFFFF"/>
                </a:solidFill>
                <a:latin typeface="Yu Gothic"/>
                <a:ea typeface="Yu Gothic"/>
                <a:cs typeface="Yu Gothic"/>
              </a:defRPr>
            </a:lvl7pPr>
            <a:lvl8pPr algn="ctr">
              <a:defRPr sz="1875" b="1">
                <a:solidFill>
                  <a:srgbClr val="FFFFFF"/>
                </a:solidFill>
                <a:latin typeface="Yu Gothic"/>
                <a:ea typeface="Yu Gothic"/>
                <a:cs typeface="Yu Gothic"/>
              </a:defRPr>
            </a:lvl8pPr>
            <a:lvl9pPr algn="ctr">
              <a:defRPr sz="1875" b="1">
                <a:solidFill>
                  <a:srgbClr val="FFFFFF"/>
                </a:solidFill>
                <a:latin typeface="Yu Gothic"/>
                <a:ea typeface="Yu Gothic"/>
                <a:cs typeface="Yu Gothic"/>
              </a:defRPr>
            </a:lvl9pPr>
          </a:lstStyle>
          <a:p xmlns:a="http://schemas.openxmlformats.org/drawingml/2006/main">
            <a:pPr algn="ctr">
              <a:defRPr sz="1875" b="1">
                <a:solidFill>
                  <a:srgbClr val="FFFFFF"/>
                </a:solidFill>
                <a:latin typeface="Yu Gothic"/>
                <a:ea typeface="Yu Gothic"/>
                <a:cs typeface="Yu Gothic"/>
              </a:defRPr>
            </a:pPr>
            <a:r>
              <a:rPr sz="1875" b="1">
                <a:solidFill>
                  <a:srgbClr val="FFFFFF"/>
                </a:solidFill>
                <a:latin typeface="Yu Gothic"/>
                <a:ea typeface="Yu Gothic"/>
                <a:cs typeface="Yu Gothic"/>
              </a:rPr>
              <a:t>1</a:t>
            </a:r>
          </a:p>
        </p:txBody>
      </p:sp>
      <p:sp>
        <p:nvSpPr>
          <p:cNvPr id="7" name="">
            <a:extLst xmlns:a="http://schemas.openxmlformats.org/drawingml/2006/main">
              <a:ext uri="{FF2B5EF4-FFF2-40B4-BE49-F238E27FC236}">
                <a16:creationId xmlns:a16="http://schemas.microsoft.com/office/drawing/2014/main" id="{532FD23D-6969-467F-BD13-3332CBC9078F}"/>
              </a:ext>
            </a:extLst>
          </p:cNvPr>
          <p:cNvSpPr>
            <a:spLocks xmlns:a="http://schemas.openxmlformats.org/drawingml/2006/main" noGrp="1"/>
          </p:cNvSpPr>
          <p:nvPr/>
        </p:nvSpPr>
        <p:spPr>
          <a:xfrm xmlns:a="http://schemas.openxmlformats.org/drawingml/2006/main">
            <a:off x="762000" y="27051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800" b="1">
                <a:solidFill>
                  <a:srgbClr val="142B3B"/>
                </a:solidFill>
                <a:latin typeface="Yu Gothic"/>
                <a:ea typeface="Yu Gothic"/>
                <a:cs typeface="Yu Gothic"/>
              </a:defRPr>
            </a:defPPr>
            <a:lvl1pPr algn="ctr">
              <a:defRPr sz="1800" b="1">
                <a:solidFill>
                  <a:srgbClr val="142B3B"/>
                </a:solidFill>
                <a:latin typeface="Yu Gothic"/>
                <a:ea typeface="Yu Gothic"/>
                <a:cs typeface="Yu Gothic"/>
              </a:defRPr>
            </a:lvl1pPr>
            <a:lvl2pPr algn="ctr">
              <a:defRPr sz="1800" b="1">
                <a:solidFill>
                  <a:srgbClr val="142B3B"/>
                </a:solidFill>
                <a:latin typeface="Yu Gothic"/>
                <a:ea typeface="Yu Gothic"/>
                <a:cs typeface="Yu Gothic"/>
              </a:defRPr>
            </a:lvl2pPr>
            <a:lvl3pPr algn="ctr">
              <a:defRPr sz="1800" b="1">
                <a:solidFill>
                  <a:srgbClr val="142B3B"/>
                </a:solidFill>
                <a:latin typeface="Yu Gothic"/>
                <a:ea typeface="Yu Gothic"/>
                <a:cs typeface="Yu Gothic"/>
              </a:defRPr>
            </a:lvl3pPr>
            <a:lvl4pPr algn="ctr">
              <a:defRPr sz="1800" b="1">
                <a:solidFill>
                  <a:srgbClr val="142B3B"/>
                </a:solidFill>
                <a:latin typeface="Yu Gothic"/>
                <a:ea typeface="Yu Gothic"/>
                <a:cs typeface="Yu Gothic"/>
              </a:defRPr>
            </a:lvl4pPr>
            <a:lvl5pPr algn="ctr">
              <a:defRPr sz="1800" b="1">
                <a:solidFill>
                  <a:srgbClr val="142B3B"/>
                </a:solidFill>
                <a:latin typeface="Yu Gothic"/>
                <a:ea typeface="Yu Gothic"/>
                <a:cs typeface="Yu Gothic"/>
              </a:defRPr>
            </a:lvl5pPr>
            <a:lvl6pPr algn="ctr">
              <a:defRPr sz="1800" b="1">
                <a:solidFill>
                  <a:srgbClr val="142B3B"/>
                </a:solidFill>
                <a:latin typeface="Yu Gothic"/>
                <a:ea typeface="Yu Gothic"/>
                <a:cs typeface="Yu Gothic"/>
              </a:defRPr>
            </a:lvl6pPr>
            <a:lvl7pPr algn="ctr">
              <a:defRPr sz="1800" b="1">
                <a:solidFill>
                  <a:srgbClr val="142B3B"/>
                </a:solidFill>
                <a:latin typeface="Yu Gothic"/>
                <a:ea typeface="Yu Gothic"/>
                <a:cs typeface="Yu Gothic"/>
              </a:defRPr>
            </a:lvl7pPr>
            <a:lvl8pPr algn="ctr">
              <a:defRPr sz="1800" b="1">
                <a:solidFill>
                  <a:srgbClr val="142B3B"/>
                </a:solidFill>
                <a:latin typeface="Yu Gothic"/>
                <a:ea typeface="Yu Gothic"/>
                <a:cs typeface="Yu Gothic"/>
              </a:defRPr>
            </a:lvl8pPr>
            <a:lvl9pPr algn="ctr">
              <a:defRPr sz="1800" b="1">
                <a:solidFill>
                  <a:srgbClr val="142B3B"/>
                </a:solidFill>
                <a:latin typeface="Yu Gothic"/>
                <a:ea typeface="Yu Gothic"/>
                <a:cs typeface="Yu Gothic"/>
              </a:defRPr>
            </a:lvl9pPr>
          </a:lstStyle>
          <a:p xmlns:a="http://schemas.openxmlformats.org/drawingml/2006/main">
            <a:pPr algn="ctr">
              <a:defRPr sz="1800" b="1">
                <a:solidFill>
                  <a:srgbClr val="142B3B"/>
                </a:solidFill>
                <a:latin typeface="Yu Gothic"/>
                <a:ea typeface="Yu Gothic"/>
                <a:cs typeface="Yu Gothic"/>
              </a:defRPr>
            </a:pPr>
            <a:r>
              <a:rPr sz="1800" b="1">
                <a:solidFill>
                  <a:srgbClr val="142B3B"/>
                </a:solidFill>
                <a:latin typeface="Yu Gothic"/>
                <a:ea typeface="Yu Gothic"/>
                <a:cs typeface="Yu Gothic"/>
              </a:rPr>
              <a:t>公開記録</a:t>
            </a:r>
          </a:p>
        </p:txBody>
      </p:sp>
      <p:sp>
        <p:nvSpPr>
          <p:cNvPr id="8" name="">
            <a:extLst xmlns:a="http://schemas.openxmlformats.org/drawingml/2006/main">
              <a:ext uri="{FF2B5EF4-FFF2-40B4-BE49-F238E27FC236}">
                <a16:creationId xmlns:a16="http://schemas.microsoft.com/office/drawing/2014/main" id="{1399DD8B-8F3A-4D46-A394-BD06CC2F259A}"/>
              </a:ext>
            </a:extLst>
          </p:cNvPr>
          <p:cNvSpPr>
            <a:spLocks xmlns:a="http://schemas.openxmlformats.org/drawingml/2006/main" noGrp="1"/>
          </p:cNvSpPr>
          <p:nvPr/>
        </p:nvSpPr>
        <p:spPr>
          <a:xfrm xmlns:a="http://schemas.openxmlformats.org/drawingml/2006/main">
            <a:off x="762000" y="3124200"/>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0">
                <a:solidFill>
                  <a:srgbClr val="5B6D76"/>
                </a:solidFill>
                <a:latin typeface="Yu Gothic"/>
                <a:ea typeface="Yu Gothic"/>
                <a:cs typeface="Yu Gothic"/>
              </a:defRPr>
            </a:defPPr>
            <a:lvl1pPr algn="ctr">
              <a:defRPr sz="1350" b="0">
                <a:solidFill>
                  <a:srgbClr val="5B6D76"/>
                </a:solidFill>
                <a:latin typeface="Yu Gothic"/>
                <a:ea typeface="Yu Gothic"/>
                <a:cs typeface="Yu Gothic"/>
              </a:defRPr>
            </a:lvl1pPr>
            <a:lvl2pPr algn="ctr">
              <a:defRPr sz="1350" b="0">
                <a:solidFill>
                  <a:srgbClr val="5B6D76"/>
                </a:solidFill>
                <a:latin typeface="Yu Gothic"/>
                <a:ea typeface="Yu Gothic"/>
                <a:cs typeface="Yu Gothic"/>
              </a:defRPr>
            </a:lvl2pPr>
            <a:lvl3pPr algn="ctr">
              <a:defRPr sz="1350" b="0">
                <a:solidFill>
                  <a:srgbClr val="5B6D76"/>
                </a:solidFill>
                <a:latin typeface="Yu Gothic"/>
                <a:ea typeface="Yu Gothic"/>
                <a:cs typeface="Yu Gothic"/>
              </a:defRPr>
            </a:lvl3pPr>
            <a:lvl4pPr algn="ctr">
              <a:defRPr sz="1350" b="0">
                <a:solidFill>
                  <a:srgbClr val="5B6D76"/>
                </a:solidFill>
                <a:latin typeface="Yu Gothic"/>
                <a:ea typeface="Yu Gothic"/>
                <a:cs typeface="Yu Gothic"/>
              </a:defRPr>
            </a:lvl4pPr>
            <a:lvl5pPr algn="ctr">
              <a:defRPr sz="1350" b="0">
                <a:solidFill>
                  <a:srgbClr val="5B6D76"/>
                </a:solidFill>
                <a:latin typeface="Yu Gothic"/>
                <a:ea typeface="Yu Gothic"/>
                <a:cs typeface="Yu Gothic"/>
              </a:defRPr>
            </a:lvl5pPr>
            <a:lvl6pPr algn="ctr">
              <a:defRPr sz="1350" b="0">
                <a:solidFill>
                  <a:srgbClr val="5B6D76"/>
                </a:solidFill>
                <a:latin typeface="Yu Gothic"/>
                <a:ea typeface="Yu Gothic"/>
                <a:cs typeface="Yu Gothic"/>
              </a:defRPr>
            </a:lvl6pPr>
            <a:lvl7pPr algn="ctr">
              <a:defRPr sz="1350" b="0">
                <a:solidFill>
                  <a:srgbClr val="5B6D76"/>
                </a:solidFill>
                <a:latin typeface="Yu Gothic"/>
                <a:ea typeface="Yu Gothic"/>
                <a:cs typeface="Yu Gothic"/>
              </a:defRPr>
            </a:lvl7pPr>
            <a:lvl8pPr algn="ctr">
              <a:defRPr sz="1350" b="0">
                <a:solidFill>
                  <a:srgbClr val="5B6D76"/>
                </a:solidFill>
                <a:latin typeface="Yu Gothic"/>
                <a:ea typeface="Yu Gothic"/>
                <a:cs typeface="Yu Gothic"/>
              </a:defRPr>
            </a:lvl8pPr>
            <a:lvl9pPr algn="ctr">
              <a:defRPr sz="1350" b="0">
                <a:solidFill>
                  <a:srgbClr val="5B6D76"/>
                </a:solidFill>
                <a:latin typeface="Yu Gothic"/>
                <a:ea typeface="Yu Gothic"/>
                <a:cs typeface="Yu Gothic"/>
              </a:defRPr>
            </a:lvl9pPr>
          </a:lstStyle>
          <a:p xmlns:a="http://schemas.openxmlformats.org/drawingml/2006/main">
            <a:pPr algn="ctr">
              <a:defRPr sz="1350" b="0">
                <a:solidFill>
                  <a:srgbClr val="5B6D76"/>
                </a:solidFill>
                <a:latin typeface="Yu Gothic"/>
                <a:ea typeface="Yu Gothic"/>
                <a:cs typeface="Yu Gothic"/>
              </a:defRPr>
            </a:pPr>
            <a:r>
              <a:rPr sz="1350" b="0">
                <a:solidFill>
                  <a:srgbClr val="5B6D76"/>
                </a:solidFill>
                <a:latin typeface="Yu Gothic"/>
                <a:ea typeface="Yu Gothic"/>
                <a:cs typeface="Yu Gothic"/>
              </a:rPr>
              <a:t>UCIの45,211件</a:t>
            </a:r>
          </a:p>
        </p:txBody>
      </p:sp>
      <p:sp>
        <p:nvSpPr>
          <p:cNvPr id="9" name="">
            <a:extLst xmlns:a="http://schemas.openxmlformats.org/drawingml/2006/main">
              <a:ext uri="{FF2B5EF4-FFF2-40B4-BE49-F238E27FC236}">
                <a16:creationId xmlns:a16="http://schemas.microsoft.com/office/drawing/2014/main" id="{E4D90B9D-04B6-4E03-AA7F-74199E760A01}"/>
              </a:ext>
            </a:extLst>
          </p:cNvPr>
          <p:cNvSpPr>
            <a:spLocks xmlns:a="http://schemas.openxmlformats.org/drawingml/2006/main" noGrp="1"/>
          </p:cNvSpPr>
          <p:nvPr/>
        </p:nvSpPr>
        <p:spPr>
          <a:xfrm xmlns:a="http://schemas.openxmlformats.org/drawingml/2006/main">
            <a:off x="2219325" y="2124075"/>
            <a:ext cx="1238250" cy="0"/>
          </a:xfrm>
          <a:prstGeom xmlns:a="http://schemas.openxmlformats.org/drawingml/2006/main" prst="line">
            <a:avLst/>
          </a:prstGeom>
          <a:noFill xmlns:a="http://schemas.openxmlformats.org/drawingml/2006/main"/>
          <a:ln xmlns:a="http://schemas.openxmlformats.org/drawingml/2006/main" w="19050">
            <a:solidFill>
              <a:srgbClr val="AEB9BC"/>
            </a:solidFill>
            <a:prstDash val="solid"/>
          </a:ln>
        </p:spPr>
      </p:sp>
      <p:sp>
        <p:nvSpPr>
          <p:cNvPr id="10" name="">
            <a:extLst xmlns:a="http://schemas.openxmlformats.org/drawingml/2006/main">
              <a:ext uri="{FF2B5EF4-FFF2-40B4-BE49-F238E27FC236}">
                <a16:creationId xmlns:a16="http://schemas.microsoft.com/office/drawing/2014/main" id="{C3551698-7A39-427A-B983-177EE68D1FE5}"/>
              </a:ext>
            </a:extLst>
          </p:cNvPr>
          <p:cNvSpPr>
            <a:spLocks xmlns:a="http://schemas.openxmlformats.org/drawingml/2006/main" noGrp="1"/>
          </p:cNvSpPr>
          <p:nvPr/>
        </p:nvSpPr>
        <p:spPr>
          <a:xfrm xmlns:a="http://schemas.openxmlformats.org/drawingml/2006/main">
            <a:off x="3371850" y="2057400"/>
            <a:ext cx="152400" cy="152400"/>
          </a:xfrm>
          <a:prstGeom xmlns:a="http://schemas.openxmlformats.org/drawingml/2006/main" prst="triangle">
            <a:avLst/>
          </a:prstGeom>
          <a:solidFill xmlns:a="http://schemas.openxmlformats.org/drawingml/2006/main">
            <a:srgbClr val="AEB9B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E0C227A-C7F7-431D-9096-886A85CA20C3}"/>
              </a:ext>
            </a:extLst>
          </p:cNvPr>
          <p:cNvSpPr>
            <a:spLocks xmlns:a="http://schemas.openxmlformats.org/drawingml/2006/main" noGrp="1"/>
          </p:cNvSpPr>
          <p:nvPr/>
        </p:nvSpPr>
        <p:spPr>
          <a:xfrm xmlns:a="http://schemas.openxmlformats.org/drawingml/2006/main">
            <a:off x="4162425" y="1809750"/>
            <a:ext cx="628650" cy="628650"/>
          </a:xfrm>
          <a:prstGeom xmlns:a="http://schemas.openxmlformats.org/drawingml/2006/main" prst="ellipse">
            <a:avLst/>
          </a:prstGeom>
          <a:solidFill xmlns:a="http://schemas.openxmlformats.org/drawingml/2006/main">
            <a:srgbClr val="147D7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AAFCF94-A798-44FF-B5AA-29F26B569D93}"/>
              </a:ext>
            </a:extLst>
          </p:cNvPr>
          <p:cNvSpPr>
            <a:spLocks xmlns:a="http://schemas.openxmlformats.org/drawingml/2006/main" noGrp="1"/>
          </p:cNvSpPr>
          <p:nvPr/>
        </p:nvSpPr>
        <p:spPr>
          <a:xfrm xmlns:a="http://schemas.openxmlformats.org/drawingml/2006/main">
            <a:off x="4162425" y="1924050"/>
            <a:ext cx="628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875" b="1">
                <a:solidFill>
                  <a:srgbClr val="FFFFFF"/>
                </a:solidFill>
                <a:latin typeface="Yu Gothic"/>
                <a:ea typeface="Yu Gothic"/>
                <a:cs typeface="Yu Gothic"/>
              </a:defRPr>
            </a:defPPr>
            <a:lvl1pPr algn="ctr">
              <a:defRPr sz="1875" b="1">
                <a:solidFill>
                  <a:srgbClr val="FFFFFF"/>
                </a:solidFill>
                <a:latin typeface="Yu Gothic"/>
                <a:ea typeface="Yu Gothic"/>
                <a:cs typeface="Yu Gothic"/>
              </a:defRPr>
            </a:lvl1pPr>
            <a:lvl2pPr algn="ctr">
              <a:defRPr sz="1875" b="1">
                <a:solidFill>
                  <a:srgbClr val="FFFFFF"/>
                </a:solidFill>
                <a:latin typeface="Yu Gothic"/>
                <a:ea typeface="Yu Gothic"/>
                <a:cs typeface="Yu Gothic"/>
              </a:defRPr>
            </a:lvl2pPr>
            <a:lvl3pPr algn="ctr">
              <a:defRPr sz="1875" b="1">
                <a:solidFill>
                  <a:srgbClr val="FFFFFF"/>
                </a:solidFill>
                <a:latin typeface="Yu Gothic"/>
                <a:ea typeface="Yu Gothic"/>
                <a:cs typeface="Yu Gothic"/>
              </a:defRPr>
            </a:lvl3pPr>
            <a:lvl4pPr algn="ctr">
              <a:defRPr sz="1875" b="1">
                <a:solidFill>
                  <a:srgbClr val="FFFFFF"/>
                </a:solidFill>
                <a:latin typeface="Yu Gothic"/>
                <a:ea typeface="Yu Gothic"/>
                <a:cs typeface="Yu Gothic"/>
              </a:defRPr>
            </a:lvl4pPr>
            <a:lvl5pPr algn="ctr">
              <a:defRPr sz="1875" b="1">
                <a:solidFill>
                  <a:srgbClr val="FFFFFF"/>
                </a:solidFill>
                <a:latin typeface="Yu Gothic"/>
                <a:ea typeface="Yu Gothic"/>
                <a:cs typeface="Yu Gothic"/>
              </a:defRPr>
            </a:lvl5pPr>
            <a:lvl6pPr algn="ctr">
              <a:defRPr sz="1875" b="1">
                <a:solidFill>
                  <a:srgbClr val="FFFFFF"/>
                </a:solidFill>
                <a:latin typeface="Yu Gothic"/>
                <a:ea typeface="Yu Gothic"/>
                <a:cs typeface="Yu Gothic"/>
              </a:defRPr>
            </a:lvl6pPr>
            <a:lvl7pPr algn="ctr">
              <a:defRPr sz="1875" b="1">
                <a:solidFill>
                  <a:srgbClr val="FFFFFF"/>
                </a:solidFill>
                <a:latin typeface="Yu Gothic"/>
                <a:ea typeface="Yu Gothic"/>
                <a:cs typeface="Yu Gothic"/>
              </a:defRPr>
            </a:lvl7pPr>
            <a:lvl8pPr algn="ctr">
              <a:defRPr sz="1875" b="1">
                <a:solidFill>
                  <a:srgbClr val="FFFFFF"/>
                </a:solidFill>
                <a:latin typeface="Yu Gothic"/>
                <a:ea typeface="Yu Gothic"/>
                <a:cs typeface="Yu Gothic"/>
              </a:defRPr>
            </a:lvl8pPr>
            <a:lvl9pPr algn="ctr">
              <a:defRPr sz="1875" b="1">
                <a:solidFill>
                  <a:srgbClr val="FFFFFF"/>
                </a:solidFill>
                <a:latin typeface="Yu Gothic"/>
                <a:ea typeface="Yu Gothic"/>
                <a:cs typeface="Yu Gothic"/>
              </a:defRPr>
            </a:lvl9pPr>
          </a:lstStyle>
          <a:p xmlns:a="http://schemas.openxmlformats.org/drawingml/2006/main">
            <a:pPr algn="ctr">
              <a:defRPr sz="1875" b="1">
                <a:solidFill>
                  <a:srgbClr val="FFFFFF"/>
                </a:solidFill>
                <a:latin typeface="Yu Gothic"/>
                <a:ea typeface="Yu Gothic"/>
                <a:cs typeface="Yu Gothic"/>
              </a:defRPr>
            </a:pPr>
            <a:r>
              <a:rPr sz="1875" b="1">
                <a:solidFill>
                  <a:srgbClr val="FFFFFF"/>
                </a:solidFill>
                <a:latin typeface="Yu Gothic"/>
                <a:ea typeface="Yu Gothic"/>
                <a:cs typeface="Yu Gothic"/>
              </a:rPr>
              <a:t>2</a:t>
            </a:r>
          </a:p>
        </p:txBody>
      </p:sp>
      <p:sp>
        <p:nvSpPr>
          <p:cNvPr id="13" name="">
            <a:extLst xmlns:a="http://schemas.openxmlformats.org/drawingml/2006/main">
              <a:ext uri="{FF2B5EF4-FFF2-40B4-BE49-F238E27FC236}">
                <a16:creationId xmlns:a16="http://schemas.microsoft.com/office/drawing/2014/main" id="{A953BF10-A38B-4B62-8CA5-C0B0529202C3}"/>
              </a:ext>
            </a:extLst>
          </p:cNvPr>
          <p:cNvSpPr>
            <a:spLocks xmlns:a="http://schemas.openxmlformats.org/drawingml/2006/main" noGrp="1"/>
          </p:cNvSpPr>
          <p:nvPr/>
        </p:nvSpPr>
        <p:spPr>
          <a:xfrm xmlns:a="http://schemas.openxmlformats.org/drawingml/2006/main">
            <a:off x="3476625" y="27051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800" b="1">
                <a:solidFill>
                  <a:srgbClr val="142B3B"/>
                </a:solidFill>
                <a:latin typeface="Yu Gothic"/>
                <a:ea typeface="Yu Gothic"/>
                <a:cs typeface="Yu Gothic"/>
              </a:defRPr>
            </a:defPPr>
            <a:lvl1pPr algn="ctr">
              <a:defRPr sz="1800" b="1">
                <a:solidFill>
                  <a:srgbClr val="142B3B"/>
                </a:solidFill>
                <a:latin typeface="Yu Gothic"/>
                <a:ea typeface="Yu Gothic"/>
                <a:cs typeface="Yu Gothic"/>
              </a:defRPr>
            </a:lvl1pPr>
            <a:lvl2pPr algn="ctr">
              <a:defRPr sz="1800" b="1">
                <a:solidFill>
                  <a:srgbClr val="142B3B"/>
                </a:solidFill>
                <a:latin typeface="Yu Gothic"/>
                <a:ea typeface="Yu Gothic"/>
                <a:cs typeface="Yu Gothic"/>
              </a:defRPr>
            </a:lvl2pPr>
            <a:lvl3pPr algn="ctr">
              <a:defRPr sz="1800" b="1">
                <a:solidFill>
                  <a:srgbClr val="142B3B"/>
                </a:solidFill>
                <a:latin typeface="Yu Gothic"/>
                <a:ea typeface="Yu Gothic"/>
                <a:cs typeface="Yu Gothic"/>
              </a:defRPr>
            </a:lvl3pPr>
            <a:lvl4pPr algn="ctr">
              <a:defRPr sz="1800" b="1">
                <a:solidFill>
                  <a:srgbClr val="142B3B"/>
                </a:solidFill>
                <a:latin typeface="Yu Gothic"/>
                <a:ea typeface="Yu Gothic"/>
                <a:cs typeface="Yu Gothic"/>
              </a:defRPr>
            </a:lvl4pPr>
            <a:lvl5pPr algn="ctr">
              <a:defRPr sz="1800" b="1">
                <a:solidFill>
                  <a:srgbClr val="142B3B"/>
                </a:solidFill>
                <a:latin typeface="Yu Gothic"/>
                <a:ea typeface="Yu Gothic"/>
                <a:cs typeface="Yu Gothic"/>
              </a:defRPr>
            </a:lvl5pPr>
            <a:lvl6pPr algn="ctr">
              <a:defRPr sz="1800" b="1">
                <a:solidFill>
                  <a:srgbClr val="142B3B"/>
                </a:solidFill>
                <a:latin typeface="Yu Gothic"/>
                <a:ea typeface="Yu Gothic"/>
                <a:cs typeface="Yu Gothic"/>
              </a:defRPr>
            </a:lvl6pPr>
            <a:lvl7pPr algn="ctr">
              <a:defRPr sz="1800" b="1">
                <a:solidFill>
                  <a:srgbClr val="142B3B"/>
                </a:solidFill>
                <a:latin typeface="Yu Gothic"/>
                <a:ea typeface="Yu Gothic"/>
                <a:cs typeface="Yu Gothic"/>
              </a:defRPr>
            </a:lvl7pPr>
            <a:lvl8pPr algn="ctr">
              <a:defRPr sz="1800" b="1">
                <a:solidFill>
                  <a:srgbClr val="142B3B"/>
                </a:solidFill>
                <a:latin typeface="Yu Gothic"/>
                <a:ea typeface="Yu Gothic"/>
                <a:cs typeface="Yu Gothic"/>
              </a:defRPr>
            </a:lvl8pPr>
            <a:lvl9pPr algn="ctr">
              <a:defRPr sz="1800" b="1">
                <a:solidFill>
                  <a:srgbClr val="142B3B"/>
                </a:solidFill>
                <a:latin typeface="Yu Gothic"/>
                <a:ea typeface="Yu Gothic"/>
                <a:cs typeface="Yu Gothic"/>
              </a:defRPr>
            </a:lvl9pPr>
          </a:lstStyle>
          <a:p xmlns:a="http://schemas.openxmlformats.org/drawingml/2006/main">
            <a:pPr algn="ctr">
              <a:defRPr sz="1800" b="1">
                <a:solidFill>
                  <a:srgbClr val="142B3B"/>
                </a:solidFill>
                <a:latin typeface="Yu Gothic"/>
                <a:ea typeface="Yu Gothic"/>
                <a:cs typeface="Yu Gothic"/>
              </a:defRPr>
            </a:pPr>
            <a:r>
              <a:rPr sz="1800" b="1">
                <a:solidFill>
                  <a:srgbClr val="142B3B"/>
                </a:solidFill>
                <a:latin typeface="Yu Gothic"/>
                <a:ea typeface="Yu Gothic"/>
                <a:cs typeface="Yu Gothic"/>
              </a:rPr>
              <a:t>条件を設定</a:t>
            </a:r>
          </a:p>
        </p:txBody>
      </p:sp>
      <p:sp>
        <p:nvSpPr>
          <p:cNvPr id="14" name="">
            <a:extLst xmlns:a="http://schemas.openxmlformats.org/drawingml/2006/main">
              <a:ext uri="{FF2B5EF4-FFF2-40B4-BE49-F238E27FC236}">
                <a16:creationId xmlns:a16="http://schemas.microsoft.com/office/drawing/2014/main" id="{17F08348-0886-465C-9590-E1902C4B6CBD}"/>
              </a:ext>
            </a:extLst>
          </p:cNvPr>
          <p:cNvSpPr>
            <a:spLocks xmlns:a="http://schemas.openxmlformats.org/drawingml/2006/main" noGrp="1"/>
          </p:cNvSpPr>
          <p:nvPr/>
        </p:nvSpPr>
        <p:spPr>
          <a:xfrm xmlns:a="http://schemas.openxmlformats.org/drawingml/2006/main">
            <a:off x="3476625" y="3124200"/>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0">
                <a:solidFill>
                  <a:srgbClr val="5B6D76"/>
                </a:solidFill>
                <a:latin typeface="Yu Gothic"/>
                <a:ea typeface="Yu Gothic"/>
                <a:cs typeface="Yu Gothic"/>
              </a:defRPr>
            </a:defPPr>
            <a:lvl1pPr algn="ctr">
              <a:defRPr sz="1350" b="0">
                <a:solidFill>
                  <a:srgbClr val="5B6D76"/>
                </a:solidFill>
                <a:latin typeface="Yu Gothic"/>
                <a:ea typeface="Yu Gothic"/>
                <a:cs typeface="Yu Gothic"/>
              </a:defRPr>
            </a:lvl1pPr>
            <a:lvl2pPr algn="ctr">
              <a:defRPr sz="1350" b="0">
                <a:solidFill>
                  <a:srgbClr val="5B6D76"/>
                </a:solidFill>
                <a:latin typeface="Yu Gothic"/>
                <a:ea typeface="Yu Gothic"/>
                <a:cs typeface="Yu Gothic"/>
              </a:defRPr>
            </a:lvl2pPr>
            <a:lvl3pPr algn="ctr">
              <a:defRPr sz="1350" b="0">
                <a:solidFill>
                  <a:srgbClr val="5B6D76"/>
                </a:solidFill>
                <a:latin typeface="Yu Gothic"/>
                <a:ea typeface="Yu Gothic"/>
                <a:cs typeface="Yu Gothic"/>
              </a:defRPr>
            </a:lvl3pPr>
            <a:lvl4pPr algn="ctr">
              <a:defRPr sz="1350" b="0">
                <a:solidFill>
                  <a:srgbClr val="5B6D76"/>
                </a:solidFill>
                <a:latin typeface="Yu Gothic"/>
                <a:ea typeface="Yu Gothic"/>
                <a:cs typeface="Yu Gothic"/>
              </a:defRPr>
            </a:lvl4pPr>
            <a:lvl5pPr algn="ctr">
              <a:defRPr sz="1350" b="0">
                <a:solidFill>
                  <a:srgbClr val="5B6D76"/>
                </a:solidFill>
                <a:latin typeface="Yu Gothic"/>
                <a:ea typeface="Yu Gothic"/>
                <a:cs typeface="Yu Gothic"/>
              </a:defRPr>
            </a:lvl5pPr>
            <a:lvl6pPr algn="ctr">
              <a:defRPr sz="1350" b="0">
                <a:solidFill>
                  <a:srgbClr val="5B6D76"/>
                </a:solidFill>
                <a:latin typeface="Yu Gothic"/>
                <a:ea typeface="Yu Gothic"/>
                <a:cs typeface="Yu Gothic"/>
              </a:defRPr>
            </a:lvl6pPr>
            <a:lvl7pPr algn="ctr">
              <a:defRPr sz="1350" b="0">
                <a:solidFill>
                  <a:srgbClr val="5B6D76"/>
                </a:solidFill>
                <a:latin typeface="Yu Gothic"/>
                <a:ea typeface="Yu Gothic"/>
                <a:cs typeface="Yu Gothic"/>
              </a:defRPr>
            </a:lvl7pPr>
            <a:lvl8pPr algn="ctr">
              <a:defRPr sz="1350" b="0">
                <a:solidFill>
                  <a:srgbClr val="5B6D76"/>
                </a:solidFill>
                <a:latin typeface="Yu Gothic"/>
                <a:ea typeface="Yu Gothic"/>
                <a:cs typeface="Yu Gothic"/>
              </a:defRPr>
            </a:lvl8pPr>
            <a:lvl9pPr algn="ctr">
              <a:defRPr sz="1350" b="0">
                <a:solidFill>
                  <a:srgbClr val="5B6D76"/>
                </a:solidFill>
                <a:latin typeface="Yu Gothic"/>
                <a:ea typeface="Yu Gothic"/>
                <a:cs typeface="Yu Gothic"/>
              </a:defRPr>
            </a:lvl9pPr>
          </a:lstStyle>
          <a:p xmlns:a="http://schemas.openxmlformats.org/drawingml/2006/main">
            <a:pPr algn="ctr">
              <a:defRPr sz="1350" b="0">
                <a:solidFill>
                  <a:srgbClr val="5B6D76"/>
                </a:solidFill>
                <a:latin typeface="Yu Gothic"/>
                <a:ea typeface="Yu Gothic"/>
                <a:cs typeface="Yu Gothic"/>
              </a:defRPr>
            </a:pPr>
            <a:r>
              <a:rPr sz="1350" b="0">
                <a:solidFill>
                  <a:srgbClr val="5B6D76"/>
                </a:solidFill>
                <a:latin typeface="Yu Gothic"/>
                <a:ea typeface="Yu Gothic"/>
                <a:cs typeface="Yu Gothic"/>
              </a:rPr>
              <a:t>件数とyes比率</a:t>
            </a:r>
          </a:p>
        </p:txBody>
      </p:sp>
      <p:sp>
        <p:nvSpPr>
          <p:cNvPr id="15" name="">
            <a:extLst xmlns:a="http://schemas.openxmlformats.org/drawingml/2006/main">
              <a:ext uri="{FF2B5EF4-FFF2-40B4-BE49-F238E27FC236}">
                <a16:creationId xmlns:a16="http://schemas.microsoft.com/office/drawing/2014/main" id="{A00F8278-925A-46A6-AE71-D23D35FFBE3B}"/>
              </a:ext>
            </a:extLst>
          </p:cNvPr>
          <p:cNvSpPr>
            <a:spLocks xmlns:a="http://schemas.openxmlformats.org/drawingml/2006/main" noGrp="1"/>
          </p:cNvSpPr>
          <p:nvPr/>
        </p:nvSpPr>
        <p:spPr>
          <a:xfrm xmlns:a="http://schemas.openxmlformats.org/drawingml/2006/main">
            <a:off x="4933950" y="2124075"/>
            <a:ext cx="1238250" cy="0"/>
          </a:xfrm>
          <a:prstGeom xmlns:a="http://schemas.openxmlformats.org/drawingml/2006/main" prst="line">
            <a:avLst/>
          </a:prstGeom>
          <a:noFill xmlns:a="http://schemas.openxmlformats.org/drawingml/2006/main"/>
          <a:ln xmlns:a="http://schemas.openxmlformats.org/drawingml/2006/main" w="19050">
            <a:solidFill>
              <a:srgbClr val="AEB9BC"/>
            </a:solidFill>
            <a:prstDash val="solid"/>
          </a:ln>
        </p:spPr>
      </p:sp>
      <p:sp>
        <p:nvSpPr>
          <p:cNvPr id="16" name="">
            <a:extLst xmlns:a="http://schemas.openxmlformats.org/drawingml/2006/main">
              <a:ext uri="{FF2B5EF4-FFF2-40B4-BE49-F238E27FC236}">
                <a16:creationId xmlns:a16="http://schemas.microsoft.com/office/drawing/2014/main" id="{CB343430-776B-4962-AA41-9E9803CC541A}"/>
              </a:ext>
            </a:extLst>
          </p:cNvPr>
          <p:cNvSpPr>
            <a:spLocks xmlns:a="http://schemas.openxmlformats.org/drawingml/2006/main" noGrp="1"/>
          </p:cNvSpPr>
          <p:nvPr/>
        </p:nvSpPr>
        <p:spPr>
          <a:xfrm xmlns:a="http://schemas.openxmlformats.org/drawingml/2006/main">
            <a:off x="6086475" y="2057400"/>
            <a:ext cx="152400" cy="152400"/>
          </a:xfrm>
          <a:prstGeom xmlns:a="http://schemas.openxmlformats.org/drawingml/2006/main" prst="triangle">
            <a:avLst/>
          </a:prstGeom>
          <a:solidFill xmlns:a="http://schemas.openxmlformats.org/drawingml/2006/main">
            <a:srgbClr val="AEB9B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A1CBB99-A6A8-4429-9467-2E5A6A8F83E7}"/>
              </a:ext>
            </a:extLst>
          </p:cNvPr>
          <p:cNvSpPr>
            <a:spLocks xmlns:a="http://schemas.openxmlformats.org/drawingml/2006/main" noGrp="1"/>
          </p:cNvSpPr>
          <p:nvPr/>
        </p:nvSpPr>
        <p:spPr>
          <a:xfrm xmlns:a="http://schemas.openxmlformats.org/drawingml/2006/main">
            <a:off x="6877050" y="1809750"/>
            <a:ext cx="628650" cy="628650"/>
          </a:xfrm>
          <a:prstGeom xmlns:a="http://schemas.openxmlformats.org/drawingml/2006/main" prst="ellipse">
            <a:avLst/>
          </a:prstGeom>
          <a:solidFill xmlns:a="http://schemas.openxmlformats.org/drawingml/2006/main">
            <a:srgbClr val="147D7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C0D30CE-58DA-4CC1-BC24-7DC7634E67B0}"/>
              </a:ext>
            </a:extLst>
          </p:cNvPr>
          <p:cNvSpPr>
            <a:spLocks xmlns:a="http://schemas.openxmlformats.org/drawingml/2006/main" noGrp="1"/>
          </p:cNvSpPr>
          <p:nvPr/>
        </p:nvSpPr>
        <p:spPr>
          <a:xfrm xmlns:a="http://schemas.openxmlformats.org/drawingml/2006/main">
            <a:off x="6877050" y="1924050"/>
            <a:ext cx="628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875" b="1">
                <a:solidFill>
                  <a:srgbClr val="FFFFFF"/>
                </a:solidFill>
                <a:latin typeface="Yu Gothic"/>
                <a:ea typeface="Yu Gothic"/>
                <a:cs typeface="Yu Gothic"/>
              </a:defRPr>
            </a:defPPr>
            <a:lvl1pPr algn="ctr">
              <a:defRPr sz="1875" b="1">
                <a:solidFill>
                  <a:srgbClr val="FFFFFF"/>
                </a:solidFill>
                <a:latin typeface="Yu Gothic"/>
                <a:ea typeface="Yu Gothic"/>
                <a:cs typeface="Yu Gothic"/>
              </a:defRPr>
            </a:lvl1pPr>
            <a:lvl2pPr algn="ctr">
              <a:defRPr sz="1875" b="1">
                <a:solidFill>
                  <a:srgbClr val="FFFFFF"/>
                </a:solidFill>
                <a:latin typeface="Yu Gothic"/>
                <a:ea typeface="Yu Gothic"/>
                <a:cs typeface="Yu Gothic"/>
              </a:defRPr>
            </a:lvl2pPr>
            <a:lvl3pPr algn="ctr">
              <a:defRPr sz="1875" b="1">
                <a:solidFill>
                  <a:srgbClr val="FFFFFF"/>
                </a:solidFill>
                <a:latin typeface="Yu Gothic"/>
                <a:ea typeface="Yu Gothic"/>
                <a:cs typeface="Yu Gothic"/>
              </a:defRPr>
            </a:lvl3pPr>
            <a:lvl4pPr algn="ctr">
              <a:defRPr sz="1875" b="1">
                <a:solidFill>
                  <a:srgbClr val="FFFFFF"/>
                </a:solidFill>
                <a:latin typeface="Yu Gothic"/>
                <a:ea typeface="Yu Gothic"/>
                <a:cs typeface="Yu Gothic"/>
              </a:defRPr>
            </a:lvl4pPr>
            <a:lvl5pPr algn="ctr">
              <a:defRPr sz="1875" b="1">
                <a:solidFill>
                  <a:srgbClr val="FFFFFF"/>
                </a:solidFill>
                <a:latin typeface="Yu Gothic"/>
                <a:ea typeface="Yu Gothic"/>
                <a:cs typeface="Yu Gothic"/>
              </a:defRPr>
            </a:lvl5pPr>
            <a:lvl6pPr algn="ctr">
              <a:defRPr sz="1875" b="1">
                <a:solidFill>
                  <a:srgbClr val="FFFFFF"/>
                </a:solidFill>
                <a:latin typeface="Yu Gothic"/>
                <a:ea typeface="Yu Gothic"/>
                <a:cs typeface="Yu Gothic"/>
              </a:defRPr>
            </a:lvl6pPr>
            <a:lvl7pPr algn="ctr">
              <a:defRPr sz="1875" b="1">
                <a:solidFill>
                  <a:srgbClr val="FFFFFF"/>
                </a:solidFill>
                <a:latin typeface="Yu Gothic"/>
                <a:ea typeface="Yu Gothic"/>
                <a:cs typeface="Yu Gothic"/>
              </a:defRPr>
            </a:lvl7pPr>
            <a:lvl8pPr algn="ctr">
              <a:defRPr sz="1875" b="1">
                <a:solidFill>
                  <a:srgbClr val="FFFFFF"/>
                </a:solidFill>
                <a:latin typeface="Yu Gothic"/>
                <a:ea typeface="Yu Gothic"/>
                <a:cs typeface="Yu Gothic"/>
              </a:defRPr>
            </a:lvl8pPr>
            <a:lvl9pPr algn="ctr">
              <a:defRPr sz="1875" b="1">
                <a:solidFill>
                  <a:srgbClr val="FFFFFF"/>
                </a:solidFill>
                <a:latin typeface="Yu Gothic"/>
                <a:ea typeface="Yu Gothic"/>
                <a:cs typeface="Yu Gothic"/>
              </a:defRPr>
            </a:lvl9pPr>
          </a:lstStyle>
          <a:p xmlns:a="http://schemas.openxmlformats.org/drawingml/2006/main">
            <a:pPr algn="ctr">
              <a:defRPr sz="1875" b="1">
                <a:solidFill>
                  <a:srgbClr val="FFFFFF"/>
                </a:solidFill>
                <a:latin typeface="Yu Gothic"/>
                <a:ea typeface="Yu Gothic"/>
                <a:cs typeface="Yu Gothic"/>
              </a:defRPr>
            </a:pPr>
            <a:r>
              <a:rPr sz="1875" b="1">
                <a:solidFill>
                  <a:srgbClr val="FFFFFF"/>
                </a:solidFill>
                <a:latin typeface="Yu Gothic"/>
                <a:ea typeface="Yu Gothic"/>
                <a:cs typeface="Yu Gothic"/>
              </a:rPr>
              <a:t>3</a:t>
            </a:r>
          </a:p>
        </p:txBody>
      </p:sp>
      <p:sp>
        <p:nvSpPr>
          <p:cNvPr id="19" name="">
            <a:extLst xmlns:a="http://schemas.openxmlformats.org/drawingml/2006/main">
              <a:ext uri="{FF2B5EF4-FFF2-40B4-BE49-F238E27FC236}">
                <a16:creationId xmlns:a16="http://schemas.microsoft.com/office/drawing/2014/main" id="{4E47A9B9-8B70-49BC-A11A-5D4C74FEAE9F}"/>
              </a:ext>
            </a:extLst>
          </p:cNvPr>
          <p:cNvSpPr>
            <a:spLocks xmlns:a="http://schemas.openxmlformats.org/drawingml/2006/main" noGrp="1"/>
          </p:cNvSpPr>
          <p:nvPr/>
        </p:nvSpPr>
        <p:spPr>
          <a:xfrm xmlns:a="http://schemas.openxmlformats.org/drawingml/2006/main">
            <a:off x="6191250" y="27051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800" b="1">
                <a:solidFill>
                  <a:srgbClr val="142B3B"/>
                </a:solidFill>
                <a:latin typeface="Yu Gothic"/>
                <a:ea typeface="Yu Gothic"/>
                <a:cs typeface="Yu Gothic"/>
              </a:defRPr>
            </a:defPPr>
            <a:lvl1pPr algn="ctr">
              <a:defRPr sz="1800" b="1">
                <a:solidFill>
                  <a:srgbClr val="142B3B"/>
                </a:solidFill>
                <a:latin typeface="Yu Gothic"/>
                <a:ea typeface="Yu Gothic"/>
                <a:cs typeface="Yu Gothic"/>
              </a:defRPr>
            </a:lvl1pPr>
            <a:lvl2pPr algn="ctr">
              <a:defRPr sz="1800" b="1">
                <a:solidFill>
                  <a:srgbClr val="142B3B"/>
                </a:solidFill>
                <a:latin typeface="Yu Gothic"/>
                <a:ea typeface="Yu Gothic"/>
                <a:cs typeface="Yu Gothic"/>
              </a:defRPr>
            </a:lvl2pPr>
            <a:lvl3pPr algn="ctr">
              <a:defRPr sz="1800" b="1">
                <a:solidFill>
                  <a:srgbClr val="142B3B"/>
                </a:solidFill>
                <a:latin typeface="Yu Gothic"/>
                <a:ea typeface="Yu Gothic"/>
                <a:cs typeface="Yu Gothic"/>
              </a:defRPr>
            </a:lvl3pPr>
            <a:lvl4pPr algn="ctr">
              <a:defRPr sz="1800" b="1">
                <a:solidFill>
                  <a:srgbClr val="142B3B"/>
                </a:solidFill>
                <a:latin typeface="Yu Gothic"/>
                <a:ea typeface="Yu Gothic"/>
                <a:cs typeface="Yu Gothic"/>
              </a:defRPr>
            </a:lvl4pPr>
            <a:lvl5pPr algn="ctr">
              <a:defRPr sz="1800" b="1">
                <a:solidFill>
                  <a:srgbClr val="142B3B"/>
                </a:solidFill>
                <a:latin typeface="Yu Gothic"/>
                <a:ea typeface="Yu Gothic"/>
                <a:cs typeface="Yu Gothic"/>
              </a:defRPr>
            </a:lvl5pPr>
            <a:lvl6pPr algn="ctr">
              <a:defRPr sz="1800" b="1">
                <a:solidFill>
                  <a:srgbClr val="142B3B"/>
                </a:solidFill>
                <a:latin typeface="Yu Gothic"/>
                <a:ea typeface="Yu Gothic"/>
                <a:cs typeface="Yu Gothic"/>
              </a:defRPr>
            </a:lvl6pPr>
            <a:lvl7pPr algn="ctr">
              <a:defRPr sz="1800" b="1">
                <a:solidFill>
                  <a:srgbClr val="142B3B"/>
                </a:solidFill>
                <a:latin typeface="Yu Gothic"/>
                <a:ea typeface="Yu Gothic"/>
                <a:cs typeface="Yu Gothic"/>
              </a:defRPr>
            </a:lvl7pPr>
            <a:lvl8pPr algn="ctr">
              <a:defRPr sz="1800" b="1">
                <a:solidFill>
                  <a:srgbClr val="142B3B"/>
                </a:solidFill>
                <a:latin typeface="Yu Gothic"/>
                <a:ea typeface="Yu Gothic"/>
                <a:cs typeface="Yu Gothic"/>
              </a:defRPr>
            </a:lvl8pPr>
            <a:lvl9pPr algn="ctr">
              <a:defRPr sz="1800" b="1">
                <a:solidFill>
                  <a:srgbClr val="142B3B"/>
                </a:solidFill>
                <a:latin typeface="Yu Gothic"/>
                <a:ea typeface="Yu Gothic"/>
                <a:cs typeface="Yu Gothic"/>
              </a:defRPr>
            </a:lvl9pPr>
          </a:lstStyle>
          <a:p xmlns:a="http://schemas.openxmlformats.org/drawingml/2006/main">
            <a:pPr algn="ctr">
              <a:defRPr sz="1800" b="1">
                <a:solidFill>
                  <a:srgbClr val="142B3B"/>
                </a:solidFill>
                <a:latin typeface="Yu Gothic"/>
                <a:ea typeface="Yu Gothic"/>
                <a:cs typeface="Yu Gothic"/>
              </a:defRPr>
            </a:pPr>
            <a:r>
              <a:rPr sz="1800" b="1">
                <a:solidFill>
                  <a:srgbClr val="142B3B"/>
                </a:solidFill>
                <a:latin typeface="Yu Gothic"/>
                <a:ea typeface="Yu Gothic"/>
                <a:cs typeface="Yu Gothic"/>
              </a:rPr>
              <a:t>モデルを学習</a:t>
            </a:r>
          </a:p>
        </p:txBody>
      </p:sp>
      <p:sp>
        <p:nvSpPr>
          <p:cNvPr id="20" name="">
            <a:extLst xmlns:a="http://schemas.openxmlformats.org/drawingml/2006/main">
              <a:ext uri="{FF2B5EF4-FFF2-40B4-BE49-F238E27FC236}">
                <a16:creationId xmlns:a16="http://schemas.microsoft.com/office/drawing/2014/main" id="{EC6E922E-574A-421B-9178-B953A849AAFE}"/>
              </a:ext>
            </a:extLst>
          </p:cNvPr>
          <p:cNvSpPr>
            <a:spLocks xmlns:a="http://schemas.openxmlformats.org/drawingml/2006/main" noGrp="1"/>
          </p:cNvSpPr>
          <p:nvPr/>
        </p:nvSpPr>
        <p:spPr>
          <a:xfrm xmlns:a="http://schemas.openxmlformats.org/drawingml/2006/main">
            <a:off x="6191250" y="3124200"/>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0">
                <a:solidFill>
                  <a:srgbClr val="5B6D76"/>
                </a:solidFill>
                <a:latin typeface="Yu Gothic"/>
                <a:ea typeface="Yu Gothic"/>
                <a:cs typeface="Yu Gothic"/>
              </a:defRPr>
            </a:defPPr>
            <a:lvl1pPr algn="ctr">
              <a:defRPr sz="1350" b="0">
                <a:solidFill>
                  <a:srgbClr val="5B6D76"/>
                </a:solidFill>
                <a:latin typeface="Yu Gothic"/>
                <a:ea typeface="Yu Gothic"/>
                <a:cs typeface="Yu Gothic"/>
              </a:defRPr>
            </a:lvl1pPr>
            <a:lvl2pPr algn="ctr">
              <a:defRPr sz="1350" b="0">
                <a:solidFill>
                  <a:srgbClr val="5B6D76"/>
                </a:solidFill>
                <a:latin typeface="Yu Gothic"/>
                <a:ea typeface="Yu Gothic"/>
                <a:cs typeface="Yu Gothic"/>
              </a:defRPr>
            </a:lvl2pPr>
            <a:lvl3pPr algn="ctr">
              <a:defRPr sz="1350" b="0">
                <a:solidFill>
                  <a:srgbClr val="5B6D76"/>
                </a:solidFill>
                <a:latin typeface="Yu Gothic"/>
                <a:ea typeface="Yu Gothic"/>
                <a:cs typeface="Yu Gothic"/>
              </a:defRPr>
            </a:lvl3pPr>
            <a:lvl4pPr algn="ctr">
              <a:defRPr sz="1350" b="0">
                <a:solidFill>
                  <a:srgbClr val="5B6D76"/>
                </a:solidFill>
                <a:latin typeface="Yu Gothic"/>
                <a:ea typeface="Yu Gothic"/>
                <a:cs typeface="Yu Gothic"/>
              </a:defRPr>
            </a:lvl4pPr>
            <a:lvl5pPr algn="ctr">
              <a:defRPr sz="1350" b="0">
                <a:solidFill>
                  <a:srgbClr val="5B6D76"/>
                </a:solidFill>
                <a:latin typeface="Yu Gothic"/>
                <a:ea typeface="Yu Gothic"/>
                <a:cs typeface="Yu Gothic"/>
              </a:defRPr>
            </a:lvl5pPr>
            <a:lvl6pPr algn="ctr">
              <a:defRPr sz="1350" b="0">
                <a:solidFill>
                  <a:srgbClr val="5B6D76"/>
                </a:solidFill>
                <a:latin typeface="Yu Gothic"/>
                <a:ea typeface="Yu Gothic"/>
                <a:cs typeface="Yu Gothic"/>
              </a:defRPr>
            </a:lvl6pPr>
            <a:lvl7pPr algn="ctr">
              <a:defRPr sz="1350" b="0">
                <a:solidFill>
                  <a:srgbClr val="5B6D76"/>
                </a:solidFill>
                <a:latin typeface="Yu Gothic"/>
                <a:ea typeface="Yu Gothic"/>
                <a:cs typeface="Yu Gothic"/>
              </a:defRPr>
            </a:lvl7pPr>
            <a:lvl8pPr algn="ctr">
              <a:defRPr sz="1350" b="0">
                <a:solidFill>
                  <a:srgbClr val="5B6D76"/>
                </a:solidFill>
                <a:latin typeface="Yu Gothic"/>
                <a:ea typeface="Yu Gothic"/>
                <a:cs typeface="Yu Gothic"/>
              </a:defRPr>
            </a:lvl8pPr>
            <a:lvl9pPr algn="ctr">
              <a:defRPr sz="1350" b="0">
                <a:solidFill>
                  <a:srgbClr val="5B6D76"/>
                </a:solidFill>
                <a:latin typeface="Yu Gothic"/>
                <a:ea typeface="Yu Gothic"/>
                <a:cs typeface="Yu Gothic"/>
              </a:defRPr>
            </a:lvl9pPr>
          </a:lstStyle>
          <a:p xmlns:a="http://schemas.openxmlformats.org/drawingml/2006/main">
            <a:pPr algn="ctr">
              <a:defRPr sz="1350" b="0">
                <a:solidFill>
                  <a:srgbClr val="5B6D76"/>
                </a:solidFill>
                <a:latin typeface="Yu Gothic"/>
                <a:ea typeface="Yu Gothic"/>
                <a:cs typeface="Yu Gothic"/>
              </a:defRPr>
            </a:pPr>
            <a:r>
              <a:rPr sz="1350" b="0">
                <a:solidFill>
                  <a:srgbClr val="5B6D76"/>
                </a:solidFill>
                <a:latin typeface="Yu Gothic"/>
                <a:ea typeface="Yu Gothic"/>
                <a:cs typeface="Yu Gothic"/>
              </a:rPr>
              <a:t>2種類の分類方法</a:t>
            </a:r>
          </a:p>
        </p:txBody>
      </p:sp>
      <p:sp>
        <p:nvSpPr>
          <p:cNvPr id="21" name="">
            <a:extLst xmlns:a="http://schemas.openxmlformats.org/drawingml/2006/main">
              <a:ext uri="{FF2B5EF4-FFF2-40B4-BE49-F238E27FC236}">
                <a16:creationId xmlns:a16="http://schemas.microsoft.com/office/drawing/2014/main" id="{3C0C447F-2F25-4783-8CE8-54340934B651}"/>
              </a:ext>
            </a:extLst>
          </p:cNvPr>
          <p:cNvSpPr>
            <a:spLocks xmlns:a="http://schemas.openxmlformats.org/drawingml/2006/main" noGrp="1"/>
          </p:cNvSpPr>
          <p:nvPr/>
        </p:nvSpPr>
        <p:spPr>
          <a:xfrm xmlns:a="http://schemas.openxmlformats.org/drawingml/2006/main">
            <a:off x="7648575" y="2124075"/>
            <a:ext cx="1238250" cy="0"/>
          </a:xfrm>
          <a:prstGeom xmlns:a="http://schemas.openxmlformats.org/drawingml/2006/main" prst="line">
            <a:avLst/>
          </a:prstGeom>
          <a:noFill xmlns:a="http://schemas.openxmlformats.org/drawingml/2006/main"/>
          <a:ln xmlns:a="http://schemas.openxmlformats.org/drawingml/2006/main" w="19050">
            <a:solidFill>
              <a:srgbClr val="AEB9BC"/>
            </a:solidFill>
            <a:prstDash val="solid"/>
          </a:ln>
        </p:spPr>
      </p:sp>
      <p:sp>
        <p:nvSpPr>
          <p:cNvPr id="22" name="">
            <a:extLst xmlns:a="http://schemas.openxmlformats.org/drawingml/2006/main">
              <a:ext uri="{FF2B5EF4-FFF2-40B4-BE49-F238E27FC236}">
                <a16:creationId xmlns:a16="http://schemas.microsoft.com/office/drawing/2014/main" id="{E9072083-7B78-42B1-9A4D-6CD2B8557888}"/>
              </a:ext>
            </a:extLst>
          </p:cNvPr>
          <p:cNvSpPr>
            <a:spLocks xmlns:a="http://schemas.openxmlformats.org/drawingml/2006/main" noGrp="1"/>
          </p:cNvSpPr>
          <p:nvPr/>
        </p:nvSpPr>
        <p:spPr>
          <a:xfrm xmlns:a="http://schemas.openxmlformats.org/drawingml/2006/main">
            <a:off x="8801100" y="2057400"/>
            <a:ext cx="152400" cy="152400"/>
          </a:xfrm>
          <a:prstGeom xmlns:a="http://schemas.openxmlformats.org/drawingml/2006/main" prst="triangle">
            <a:avLst/>
          </a:prstGeom>
          <a:solidFill xmlns:a="http://schemas.openxmlformats.org/drawingml/2006/main">
            <a:srgbClr val="AEB9BC"/>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CEE696D-324B-4C96-A571-0E8A1B315DA5}"/>
              </a:ext>
            </a:extLst>
          </p:cNvPr>
          <p:cNvSpPr>
            <a:spLocks xmlns:a="http://schemas.openxmlformats.org/drawingml/2006/main" noGrp="1"/>
          </p:cNvSpPr>
          <p:nvPr/>
        </p:nvSpPr>
        <p:spPr>
          <a:xfrm xmlns:a="http://schemas.openxmlformats.org/drawingml/2006/main">
            <a:off x="9591675" y="1809750"/>
            <a:ext cx="628650" cy="628650"/>
          </a:xfrm>
          <a:prstGeom xmlns:a="http://schemas.openxmlformats.org/drawingml/2006/main" prst="ellipse">
            <a:avLst/>
          </a:prstGeom>
          <a:solidFill xmlns:a="http://schemas.openxmlformats.org/drawingml/2006/main">
            <a:srgbClr val="D66B5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4E1E483-427B-4E92-8ED4-8C6F601162FB}"/>
              </a:ext>
            </a:extLst>
          </p:cNvPr>
          <p:cNvSpPr>
            <a:spLocks xmlns:a="http://schemas.openxmlformats.org/drawingml/2006/main" noGrp="1"/>
          </p:cNvSpPr>
          <p:nvPr/>
        </p:nvSpPr>
        <p:spPr>
          <a:xfrm xmlns:a="http://schemas.openxmlformats.org/drawingml/2006/main">
            <a:off x="9591675" y="1924050"/>
            <a:ext cx="628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875" b="1">
                <a:solidFill>
                  <a:srgbClr val="FFFFFF"/>
                </a:solidFill>
                <a:latin typeface="Yu Gothic"/>
                <a:ea typeface="Yu Gothic"/>
                <a:cs typeface="Yu Gothic"/>
              </a:defRPr>
            </a:defPPr>
            <a:lvl1pPr algn="ctr">
              <a:defRPr sz="1875" b="1">
                <a:solidFill>
                  <a:srgbClr val="FFFFFF"/>
                </a:solidFill>
                <a:latin typeface="Yu Gothic"/>
                <a:ea typeface="Yu Gothic"/>
                <a:cs typeface="Yu Gothic"/>
              </a:defRPr>
            </a:lvl1pPr>
            <a:lvl2pPr algn="ctr">
              <a:defRPr sz="1875" b="1">
                <a:solidFill>
                  <a:srgbClr val="FFFFFF"/>
                </a:solidFill>
                <a:latin typeface="Yu Gothic"/>
                <a:ea typeface="Yu Gothic"/>
                <a:cs typeface="Yu Gothic"/>
              </a:defRPr>
            </a:lvl2pPr>
            <a:lvl3pPr algn="ctr">
              <a:defRPr sz="1875" b="1">
                <a:solidFill>
                  <a:srgbClr val="FFFFFF"/>
                </a:solidFill>
                <a:latin typeface="Yu Gothic"/>
                <a:ea typeface="Yu Gothic"/>
                <a:cs typeface="Yu Gothic"/>
              </a:defRPr>
            </a:lvl3pPr>
            <a:lvl4pPr algn="ctr">
              <a:defRPr sz="1875" b="1">
                <a:solidFill>
                  <a:srgbClr val="FFFFFF"/>
                </a:solidFill>
                <a:latin typeface="Yu Gothic"/>
                <a:ea typeface="Yu Gothic"/>
                <a:cs typeface="Yu Gothic"/>
              </a:defRPr>
            </a:lvl4pPr>
            <a:lvl5pPr algn="ctr">
              <a:defRPr sz="1875" b="1">
                <a:solidFill>
                  <a:srgbClr val="FFFFFF"/>
                </a:solidFill>
                <a:latin typeface="Yu Gothic"/>
                <a:ea typeface="Yu Gothic"/>
                <a:cs typeface="Yu Gothic"/>
              </a:defRPr>
            </a:lvl5pPr>
            <a:lvl6pPr algn="ctr">
              <a:defRPr sz="1875" b="1">
                <a:solidFill>
                  <a:srgbClr val="FFFFFF"/>
                </a:solidFill>
                <a:latin typeface="Yu Gothic"/>
                <a:ea typeface="Yu Gothic"/>
                <a:cs typeface="Yu Gothic"/>
              </a:defRPr>
            </a:lvl6pPr>
            <a:lvl7pPr algn="ctr">
              <a:defRPr sz="1875" b="1">
                <a:solidFill>
                  <a:srgbClr val="FFFFFF"/>
                </a:solidFill>
                <a:latin typeface="Yu Gothic"/>
                <a:ea typeface="Yu Gothic"/>
                <a:cs typeface="Yu Gothic"/>
              </a:defRPr>
            </a:lvl7pPr>
            <a:lvl8pPr algn="ctr">
              <a:defRPr sz="1875" b="1">
                <a:solidFill>
                  <a:srgbClr val="FFFFFF"/>
                </a:solidFill>
                <a:latin typeface="Yu Gothic"/>
                <a:ea typeface="Yu Gothic"/>
                <a:cs typeface="Yu Gothic"/>
              </a:defRPr>
            </a:lvl8pPr>
            <a:lvl9pPr algn="ctr">
              <a:defRPr sz="1875" b="1">
                <a:solidFill>
                  <a:srgbClr val="FFFFFF"/>
                </a:solidFill>
                <a:latin typeface="Yu Gothic"/>
                <a:ea typeface="Yu Gothic"/>
                <a:cs typeface="Yu Gothic"/>
              </a:defRPr>
            </a:lvl9pPr>
          </a:lstStyle>
          <a:p xmlns:a="http://schemas.openxmlformats.org/drawingml/2006/main">
            <a:pPr algn="ctr">
              <a:defRPr sz="1875" b="1">
                <a:solidFill>
                  <a:srgbClr val="FFFFFF"/>
                </a:solidFill>
                <a:latin typeface="Yu Gothic"/>
                <a:ea typeface="Yu Gothic"/>
                <a:cs typeface="Yu Gothic"/>
              </a:defRPr>
            </a:pPr>
            <a:r>
              <a:rPr sz="1875" b="1">
                <a:solidFill>
                  <a:srgbClr val="FFFFFF"/>
                </a:solidFill>
                <a:latin typeface="Yu Gothic"/>
                <a:ea typeface="Yu Gothic"/>
                <a:cs typeface="Yu Gothic"/>
              </a:rPr>
              <a:t>4</a:t>
            </a:r>
          </a:p>
        </p:txBody>
      </p:sp>
      <p:sp>
        <p:nvSpPr>
          <p:cNvPr id="25" name="">
            <a:extLst xmlns:a="http://schemas.openxmlformats.org/drawingml/2006/main">
              <a:ext uri="{FF2B5EF4-FFF2-40B4-BE49-F238E27FC236}">
                <a16:creationId xmlns:a16="http://schemas.microsoft.com/office/drawing/2014/main" id="{0D586661-6CC0-469E-B580-F871B1CC6C40}"/>
              </a:ext>
            </a:extLst>
          </p:cNvPr>
          <p:cNvSpPr>
            <a:spLocks xmlns:a="http://schemas.openxmlformats.org/drawingml/2006/main" noGrp="1"/>
          </p:cNvSpPr>
          <p:nvPr/>
        </p:nvSpPr>
        <p:spPr>
          <a:xfrm xmlns:a="http://schemas.openxmlformats.org/drawingml/2006/main">
            <a:off x="8905875" y="27051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800" b="1">
                <a:solidFill>
                  <a:srgbClr val="142B3B"/>
                </a:solidFill>
                <a:latin typeface="Yu Gothic"/>
                <a:ea typeface="Yu Gothic"/>
                <a:cs typeface="Yu Gothic"/>
              </a:defRPr>
            </a:defPPr>
            <a:lvl1pPr algn="ctr">
              <a:defRPr sz="1800" b="1">
                <a:solidFill>
                  <a:srgbClr val="142B3B"/>
                </a:solidFill>
                <a:latin typeface="Yu Gothic"/>
                <a:ea typeface="Yu Gothic"/>
                <a:cs typeface="Yu Gothic"/>
              </a:defRPr>
            </a:lvl1pPr>
            <a:lvl2pPr algn="ctr">
              <a:defRPr sz="1800" b="1">
                <a:solidFill>
                  <a:srgbClr val="142B3B"/>
                </a:solidFill>
                <a:latin typeface="Yu Gothic"/>
                <a:ea typeface="Yu Gothic"/>
                <a:cs typeface="Yu Gothic"/>
              </a:defRPr>
            </a:lvl2pPr>
            <a:lvl3pPr algn="ctr">
              <a:defRPr sz="1800" b="1">
                <a:solidFill>
                  <a:srgbClr val="142B3B"/>
                </a:solidFill>
                <a:latin typeface="Yu Gothic"/>
                <a:ea typeface="Yu Gothic"/>
                <a:cs typeface="Yu Gothic"/>
              </a:defRPr>
            </a:lvl3pPr>
            <a:lvl4pPr algn="ctr">
              <a:defRPr sz="1800" b="1">
                <a:solidFill>
                  <a:srgbClr val="142B3B"/>
                </a:solidFill>
                <a:latin typeface="Yu Gothic"/>
                <a:ea typeface="Yu Gothic"/>
                <a:cs typeface="Yu Gothic"/>
              </a:defRPr>
            </a:lvl4pPr>
            <a:lvl5pPr algn="ctr">
              <a:defRPr sz="1800" b="1">
                <a:solidFill>
                  <a:srgbClr val="142B3B"/>
                </a:solidFill>
                <a:latin typeface="Yu Gothic"/>
                <a:ea typeface="Yu Gothic"/>
                <a:cs typeface="Yu Gothic"/>
              </a:defRPr>
            </a:lvl5pPr>
            <a:lvl6pPr algn="ctr">
              <a:defRPr sz="1800" b="1">
                <a:solidFill>
                  <a:srgbClr val="142B3B"/>
                </a:solidFill>
                <a:latin typeface="Yu Gothic"/>
                <a:ea typeface="Yu Gothic"/>
                <a:cs typeface="Yu Gothic"/>
              </a:defRPr>
            </a:lvl6pPr>
            <a:lvl7pPr algn="ctr">
              <a:defRPr sz="1800" b="1">
                <a:solidFill>
                  <a:srgbClr val="142B3B"/>
                </a:solidFill>
                <a:latin typeface="Yu Gothic"/>
                <a:ea typeface="Yu Gothic"/>
                <a:cs typeface="Yu Gothic"/>
              </a:defRPr>
            </a:lvl7pPr>
            <a:lvl8pPr algn="ctr">
              <a:defRPr sz="1800" b="1">
                <a:solidFill>
                  <a:srgbClr val="142B3B"/>
                </a:solidFill>
                <a:latin typeface="Yu Gothic"/>
                <a:ea typeface="Yu Gothic"/>
                <a:cs typeface="Yu Gothic"/>
              </a:defRPr>
            </a:lvl8pPr>
            <a:lvl9pPr algn="ctr">
              <a:defRPr sz="1800" b="1">
                <a:solidFill>
                  <a:srgbClr val="142B3B"/>
                </a:solidFill>
                <a:latin typeface="Yu Gothic"/>
                <a:ea typeface="Yu Gothic"/>
                <a:cs typeface="Yu Gothic"/>
              </a:defRPr>
            </a:lvl9pPr>
          </a:lstStyle>
          <a:p xmlns:a="http://schemas.openxmlformats.org/drawingml/2006/main">
            <a:pPr algn="ctr">
              <a:defRPr sz="1800" b="1">
                <a:solidFill>
                  <a:srgbClr val="142B3B"/>
                </a:solidFill>
                <a:latin typeface="Yu Gothic"/>
                <a:ea typeface="Yu Gothic"/>
                <a:cs typeface="Yu Gothic"/>
              </a:defRPr>
            </a:pPr>
            <a:r>
              <a:rPr sz="1800" b="1">
                <a:solidFill>
                  <a:srgbClr val="142B3B"/>
                </a:solidFill>
                <a:latin typeface="Yu Gothic"/>
                <a:ea typeface="Yu Gothic"/>
                <a:cs typeface="Yu Gothic"/>
              </a:rPr>
              <a:t>共通テスト</a:t>
            </a:r>
          </a:p>
        </p:txBody>
      </p:sp>
      <p:sp>
        <p:nvSpPr>
          <p:cNvPr id="26" name="">
            <a:extLst xmlns:a="http://schemas.openxmlformats.org/drawingml/2006/main">
              <a:ext uri="{FF2B5EF4-FFF2-40B4-BE49-F238E27FC236}">
                <a16:creationId xmlns:a16="http://schemas.microsoft.com/office/drawing/2014/main" id="{CF3C3D27-F528-43C1-A9A7-29D69971001B}"/>
              </a:ext>
            </a:extLst>
          </p:cNvPr>
          <p:cNvSpPr>
            <a:spLocks xmlns:a="http://schemas.openxmlformats.org/drawingml/2006/main" noGrp="1"/>
          </p:cNvSpPr>
          <p:nvPr/>
        </p:nvSpPr>
        <p:spPr>
          <a:xfrm xmlns:a="http://schemas.openxmlformats.org/drawingml/2006/main">
            <a:off x="8905875" y="3124200"/>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0">
                <a:solidFill>
                  <a:srgbClr val="5B6D76"/>
                </a:solidFill>
                <a:latin typeface="Yu Gothic"/>
                <a:ea typeface="Yu Gothic"/>
                <a:cs typeface="Yu Gothic"/>
              </a:defRPr>
            </a:defPPr>
            <a:lvl1pPr algn="ctr">
              <a:defRPr sz="1350" b="0">
                <a:solidFill>
                  <a:srgbClr val="5B6D76"/>
                </a:solidFill>
                <a:latin typeface="Yu Gothic"/>
                <a:ea typeface="Yu Gothic"/>
                <a:cs typeface="Yu Gothic"/>
              </a:defRPr>
            </a:lvl1pPr>
            <a:lvl2pPr algn="ctr">
              <a:defRPr sz="1350" b="0">
                <a:solidFill>
                  <a:srgbClr val="5B6D76"/>
                </a:solidFill>
                <a:latin typeface="Yu Gothic"/>
                <a:ea typeface="Yu Gothic"/>
                <a:cs typeface="Yu Gothic"/>
              </a:defRPr>
            </a:lvl2pPr>
            <a:lvl3pPr algn="ctr">
              <a:defRPr sz="1350" b="0">
                <a:solidFill>
                  <a:srgbClr val="5B6D76"/>
                </a:solidFill>
                <a:latin typeface="Yu Gothic"/>
                <a:ea typeface="Yu Gothic"/>
                <a:cs typeface="Yu Gothic"/>
              </a:defRPr>
            </a:lvl3pPr>
            <a:lvl4pPr algn="ctr">
              <a:defRPr sz="1350" b="0">
                <a:solidFill>
                  <a:srgbClr val="5B6D76"/>
                </a:solidFill>
                <a:latin typeface="Yu Gothic"/>
                <a:ea typeface="Yu Gothic"/>
                <a:cs typeface="Yu Gothic"/>
              </a:defRPr>
            </a:lvl4pPr>
            <a:lvl5pPr algn="ctr">
              <a:defRPr sz="1350" b="0">
                <a:solidFill>
                  <a:srgbClr val="5B6D76"/>
                </a:solidFill>
                <a:latin typeface="Yu Gothic"/>
                <a:ea typeface="Yu Gothic"/>
                <a:cs typeface="Yu Gothic"/>
              </a:defRPr>
            </a:lvl5pPr>
            <a:lvl6pPr algn="ctr">
              <a:defRPr sz="1350" b="0">
                <a:solidFill>
                  <a:srgbClr val="5B6D76"/>
                </a:solidFill>
                <a:latin typeface="Yu Gothic"/>
                <a:ea typeface="Yu Gothic"/>
                <a:cs typeface="Yu Gothic"/>
              </a:defRPr>
            </a:lvl6pPr>
            <a:lvl7pPr algn="ctr">
              <a:defRPr sz="1350" b="0">
                <a:solidFill>
                  <a:srgbClr val="5B6D76"/>
                </a:solidFill>
                <a:latin typeface="Yu Gothic"/>
                <a:ea typeface="Yu Gothic"/>
                <a:cs typeface="Yu Gothic"/>
              </a:defRPr>
            </a:lvl7pPr>
            <a:lvl8pPr algn="ctr">
              <a:defRPr sz="1350" b="0">
                <a:solidFill>
                  <a:srgbClr val="5B6D76"/>
                </a:solidFill>
                <a:latin typeface="Yu Gothic"/>
                <a:ea typeface="Yu Gothic"/>
                <a:cs typeface="Yu Gothic"/>
              </a:defRPr>
            </a:lvl8pPr>
            <a:lvl9pPr algn="ctr">
              <a:defRPr sz="1350" b="0">
                <a:solidFill>
                  <a:srgbClr val="5B6D76"/>
                </a:solidFill>
                <a:latin typeface="Yu Gothic"/>
                <a:ea typeface="Yu Gothic"/>
                <a:cs typeface="Yu Gothic"/>
              </a:defRPr>
            </a:lvl9pPr>
          </a:lstStyle>
          <a:p xmlns:a="http://schemas.openxmlformats.org/drawingml/2006/main">
            <a:pPr algn="ctr">
              <a:defRPr sz="1350" b="0">
                <a:solidFill>
                  <a:srgbClr val="5B6D76"/>
                </a:solidFill>
                <a:latin typeface="Yu Gothic"/>
                <a:ea typeface="Yu Gothic"/>
                <a:cs typeface="Yu Gothic"/>
              </a:defRPr>
            </a:pPr>
            <a:r>
              <a:rPr sz="1350" b="0">
                <a:solidFill>
                  <a:srgbClr val="5B6D76"/>
                </a:solidFill>
                <a:latin typeface="Yu Gothic"/>
                <a:ea typeface="Yu Gothic"/>
                <a:cs typeface="Yu Gothic"/>
              </a:rPr>
              <a:t>固定した30%</a:t>
            </a:r>
          </a:p>
        </p:txBody>
      </p:sp>
      <p:sp>
        <p:nvSpPr>
          <p:cNvPr id="27" name="">
            <a:extLst xmlns:a="http://schemas.openxmlformats.org/drawingml/2006/main">
              <a:ext uri="{FF2B5EF4-FFF2-40B4-BE49-F238E27FC236}">
                <a16:creationId xmlns:a16="http://schemas.microsoft.com/office/drawing/2014/main" id="{2881B0E3-3E3D-4214-AC9F-58AEAB5565E7}"/>
              </a:ext>
            </a:extLst>
          </p:cNvPr>
          <p:cNvSpPr>
            <a:spLocks xmlns:a="http://schemas.openxmlformats.org/drawingml/2006/main" noGrp="1"/>
          </p:cNvSpPr>
          <p:nvPr/>
        </p:nvSpPr>
        <p:spPr>
          <a:xfrm xmlns:a="http://schemas.openxmlformats.org/drawingml/2006/main">
            <a:off x="781050" y="4076700"/>
            <a:ext cx="10629900" cy="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28" name="">
            <a:extLst xmlns:a="http://schemas.openxmlformats.org/drawingml/2006/main">
              <a:ext uri="{FF2B5EF4-FFF2-40B4-BE49-F238E27FC236}">
                <a16:creationId xmlns:a16="http://schemas.microsoft.com/office/drawing/2014/main" id="{484142EF-5C19-4C57-A564-27724B5C750A}"/>
              </a:ext>
            </a:extLst>
          </p:cNvPr>
          <p:cNvSpPr>
            <a:spLocks xmlns:a="http://schemas.openxmlformats.org/drawingml/2006/main" noGrp="1"/>
          </p:cNvSpPr>
          <p:nvPr/>
        </p:nvSpPr>
        <p:spPr>
          <a:xfrm xmlns:a="http://schemas.openxmlformats.org/drawingml/2006/main">
            <a:off x="781050" y="445770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00" b="1">
                <a:solidFill>
                  <a:srgbClr val="163A50"/>
                </a:solidFill>
                <a:latin typeface="Yu Gothic"/>
                <a:ea typeface="Yu Gothic"/>
                <a:cs typeface="Yu Gothic"/>
              </a:defRPr>
            </a:defPPr>
            <a:lvl1pPr algn="l">
              <a:defRPr sz="2100" b="1">
                <a:solidFill>
                  <a:srgbClr val="163A50"/>
                </a:solidFill>
                <a:latin typeface="Yu Gothic"/>
                <a:ea typeface="Yu Gothic"/>
                <a:cs typeface="Yu Gothic"/>
              </a:defRPr>
            </a:lvl1pPr>
            <a:lvl2pPr algn="l">
              <a:defRPr sz="2100" b="1">
                <a:solidFill>
                  <a:srgbClr val="163A50"/>
                </a:solidFill>
                <a:latin typeface="Yu Gothic"/>
                <a:ea typeface="Yu Gothic"/>
                <a:cs typeface="Yu Gothic"/>
              </a:defRPr>
            </a:lvl2pPr>
            <a:lvl3pPr algn="l">
              <a:defRPr sz="2100" b="1">
                <a:solidFill>
                  <a:srgbClr val="163A50"/>
                </a:solidFill>
                <a:latin typeface="Yu Gothic"/>
                <a:ea typeface="Yu Gothic"/>
                <a:cs typeface="Yu Gothic"/>
              </a:defRPr>
            </a:lvl3pPr>
            <a:lvl4pPr algn="l">
              <a:defRPr sz="2100" b="1">
                <a:solidFill>
                  <a:srgbClr val="163A50"/>
                </a:solidFill>
                <a:latin typeface="Yu Gothic"/>
                <a:ea typeface="Yu Gothic"/>
                <a:cs typeface="Yu Gothic"/>
              </a:defRPr>
            </a:lvl4pPr>
            <a:lvl5pPr algn="l">
              <a:defRPr sz="2100" b="1">
                <a:solidFill>
                  <a:srgbClr val="163A50"/>
                </a:solidFill>
                <a:latin typeface="Yu Gothic"/>
                <a:ea typeface="Yu Gothic"/>
                <a:cs typeface="Yu Gothic"/>
              </a:defRPr>
            </a:lvl5pPr>
            <a:lvl6pPr algn="l">
              <a:defRPr sz="2100" b="1">
                <a:solidFill>
                  <a:srgbClr val="163A50"/>
                </a:solidFill>
                <a:latin typeface="Yu Gothic"/>
                <a:ea typeface="Yu Gothic"/>
                <a:cs typeface="Yu Gothic"/>
              </a:defRPr>
            </a:lvl6pPr>
            <a:lvl7pPr algn="l">
              <a:defRPr sz="2100" b="1">
                <a:solidFill>
                  <a:srgbClr val="163A50"/>
                </a:solidFill>
                <a:latin typeface="Yu Gothic"/>
                <a:ea typeface="Yu Gothic"/>
                <a:cs typeface="Yu Gothic"/>
              </a:defRPr>
            </a:lvl7pPr>
            <a:lvl8pPr algn="l">
              <a:defRPr sz="2100" b="1">
                <a:solidFill>
                  <a:srgbClr val="163A50"/>
                </a:solidFill>
                <a:latin typeface="Yu Gothic"/>
                <a:ea typeface="Yu Gothic"/>
                <a:cs typeface="Yu Gothic"/>
              </a:defRPr>
            </a:lvl8pPr>
            <a:lvl9pPr algn="l">
              <a:defRPr sz="2100" b="1">
                <a:solidFill>
                  <a:srgbClr val="163A50"/>
                </a:solidFill>
                <a:latin typeface="Yu Gothic"/>
                <a:ea typeface="Yu Gothic"/>
                <a:cs typeface="Yu Gothic"/>
              </a:defRPr>
            </a:lvl9pPr>
          </a:lstStyle>
          <a:p xmlns:a="http://schemas.openxmlformats.org/drawingml/2006/main">
            <a:pPr algn="l">
              <a:defRPr sz="2100" b="1">
                <a:solidFill>
                  <a:srgbClr val="163A50"/>
                </a:solidFill>
                <a:latin typeface="Yu Gothic"/>
                <a:ea typeface="Yu Gothic"/>
                <a:cs typeface="Yu Gothic"/>
              </a:defRPr>
            </a:pPr>
            <a:r>
              <a:rPr sz="2100" b="1">
                <a:solidFill>
                  <a:srgbClr val="163A50"/>
                </a:solidFill>
                <a:latin typeface="Yu Gothic"/>
                <a:ea typeface="Yu Gothic"/>
                <a:cs typeface="Yu Gothic"/>
              </a:rPr>
              <a:t>ロジスティック回帰</a:t>
            </a:r>
          </a:p>
        </p:txBody>
      </p:sp>
      <p:sp>
        <p:nvSpPr>
          <p:cNvPr id="29" name="">
            <a:extLst xmlns:a="http://schemas.openxmlformats.org/drawingml/2006/main">
              <a:ext uri="{FF2B5EF4-FFF2-40B4-BE49-F238E27FC236}">
                <a16:creationId xmlns:a16="http://schemas.microsoft.com/office/drawing/2014/main" id="{DED7888D-283C-4E0E-A405-98FCEB365C59}"/>
              </a:ext>
            </a:extLst>
          </p:cNvPr>
          <p:cNvSpPr>
            <a:spLocks xmlns:a="http://schemas.openxmlformats.org/drawingml/2006/main" noGrp="1"/>
          </p:cNvSpPr>
          <p:nvPr/>
        </p:nvSpPr>
        <p:spPr>
          <a:xfrm xmlns:a="http://schemas.openxmlformats.org/drawingml/2006/main">
            <a:off x="6286500" y="445770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100" b="1">
                <a:solidFill>
                  <a:srgbClr val="147D78"/>
                </a:solidFill>
                <a:latin typeface="Yu Gothic"/>
                <a:ea typeface="Yu Gothic"/>
                <a:cs typeface="Yu Gothic"/>
              </a:defRPr>
            </a:defPPr>
            <a:lvl1pPr algn="l">
              <a:defRPr sz="2100" b="1">
                <a:solidFill>
                  <a:srgbClr val="147D78"/>
                </a:solidFill>
                <a:latin typeface="Yu Gothic"/>
                <a:ea typeface="Yu Gothic"/>
                <a:cs typeface="Yu Gothic"/>
              </a:defRPr>
            </a:lvl1pPr>
            <a:lvl2pPr algn="l">
              <a:defRPr sz="2100" b="1">
                <a:solidFill>
                  <a:srgbClr val="147D78"/>
                </a:solidFill>
                <a:latin typeface="Yu Gothic"/>
                <a:ea typeface="Yu Gothic"/>
                <a:cs typeface="Yu Gothic"/>
              </a:defRPr>
            </a:lvl2pPr>
            <a:lvl3pPr algn="l">
              <a:defRPr sz="2100" b="1">
                <a:solidFill>
                  <a:srgbClr val="147D78"/>
                </a:solidFill>
                <a:latin typeface="Yu Gothic"/>
                <a:ea typeface="Yu Gothic"/>
                <a:cs typeface="Yu Gothic"/>
              </a:defRPr>
            </a:lvl3pPr>
            <a:lvl4pPr algn="l">
              <a:defRPr sz="2100" b="1">
                <a:solidFill>
                  <a:srgbClr val="147D78"/>
                </a:solidFill>
                <a:latin typeface="Yu Gothic"/>
                <a:ea typeface="Yu Gothic"/>
                <a:cs typeface="Yu Gothic"/>
              </a:defRPr>
            </a:lvl4pPr>
            <a:lvl5pPr algn="l">
              <a:defRPr sz="2100" b="1">
                <a:solidFill>
                  <a:srgbClr val="147D78"/>
                </a:solidFill>
                <a:latin typeface="Yu Gothic"/>
                <a:ea typeface="Yu Gothic"/>
                <a:cs typeface="Yu Gothic"/>
              </a:defRPr>
            </a:lvl5pPr>
            <a:lvl6pPr algn="l">
              <a:defRPr sz="2100" b="1">
                <a:solidFill>
                  <a:srgbClr val="147D78"/>
                </a:solidFill>
                <a:latin typeface="Yu Gothic"/>
                <a:ea typeface="Yu Gothic"/>
                <a:cs typeface="Yu Gothic"/>
              </a:defRPr>
            </a:lvl6pPr>
            <a:lvl7pPr algn="l">
              <a:defRPr sz="2100" b="1">
                <a:solidFill>
                  <a:srgbClr val="147D78"/>
                </a:solidFill>
                <a:latin typeface="Yu Gothic"/>
                <a:ea typeface="Yu Gothic"/>
                <a:cs typeface="Yu Gothic"/>
              </a:defRPr>
            </a:lvl7pPr>
            <a:lvl8pPr algn="l">
              <a:defRPr sz="2100" b="1">
                <a:solidFill>
                  <a:srgbClr val="147D78"/>
                </a:solidFill>
                <a:latin typeface="Yu Gothic"/>
                <a:ea typeface="Yu Gothic"/>
                <a:cs typeface="Yu Gothic"/>
              </a:defRPr>
            </a:lvl8pPr>
            <a:lvl9pPr algn="l">
              <a:defRPr sz="2100" b="1">
                <a:solidFill>
                  <a:srgbClr val="147D78"/>
                </a:solidFill>
                <a:latin typeface="Yu Gothic"/>
                <a:ea typeface="Yu Gothic"/>
                <a:cs typeface="Yu Gothic"/>
              </a:defRPr>
            </a:lvl9pPr>
          </a:lstStyle>
          <a:p xmlns:a="http://schemas.openxmlformats.org/drawingml/2006/main">
            <a:pPr algn="l">
              <a:defRPr sz="2100" b="1">
                <a:solidFill>
                  <a:srgbClr val="147D78"/>
                </a:solidFill>
                <a:latin typeface="Yu Gothic"/>
                <a:ea typeface="Yu Gothic"/>
                <a:cs typeface="Yu Gothic"/>
              </a:defRPr>
            </a:pPr>
            <a:r>
              <a:rPr sz="2100" b="1">
                <a:solidFill>
                  <a:srgbClr val="147D78"/>
                </a:solidFill>
                <a:latin typeface="Yu Gothic"/>
                <a:ea typeface="Yu Gothic"/>
                <a:cs typeface="Yu Gothic"/>
              </a:rPr>
              <a:t>ランダムフォレスト</a:t>
            </a:r>
          </a:p>
        </p:txBody>
      </p:sp>
      <p:sp>
        <p:nvSpPr>
          <p:cNvPr id="30" name="">
            <a:extLst xmlns:a="http://schemas.openxmlformats.org/drawingml/2006/main">
              <a:ext uri="{FF2B5EF4-FFF2-40B4-BE49-F238E27FC236}">
                <a16:creationId xmlns:a16="http://schemas.microsoft.com/office/drawing/2014/main" id="{5E9332AC-123F-480F-B10C-17EA2C710599}"/>
              </a:ext>
            </a:extLst>
          </p:cNvPr>
          <p:cNvSpPr>
            <a:spLocks xmlns:a="http://schemas.openxmlformats.org/drawingml/2006/main" noGrp="1"/>
          </p:cNvSpPr>
          <p:nvPr/>
        </p:nvSpPr>
        <p:spPr>
          <a:xfrm xmlns:a="http://schemas.openxmlformats.org/drawingml/2006/main">
            <a:off x="781050" y="5029200"/>
            <a:ext cx="857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0">
                <a:solidFill>
                  <a:srgbClr val="142B3B"/>
                </a:solidFill>
                <a:latin typeface="Yu Gothic"/>
                <a:ea typeface="Yu Gothic"/>
                <a:cs typeface="Yu Gothic"/>
              </a:defRPr>
            </a:defPPr>
            <a:lvl1pPr algn="l">
              <a:defRPr sz="1575" b="0">
                <a:solidFill>
                  <a:srgbClr val="142B3B"/>
                </a:solidFill>
                <a:latin typeface="Yu Gothic"/>
                <a:ea typeface="Yu Gothic"/>
                <a:cs typeface="Yu Gothic"/>
              </a:defRPr>
            </a:lvl1pPr>
            <a:lvl2pPr algn="l">
              <a:defRPr sz="1575" b="0">
                <a:solidFill>
                  <a:srgbClr val="142B3B"/>
                </a:solidFill>
                <a:latin typeface="Yu Gothic"/>
                <a:ea typeface="Yu Gothic"/>
                <a:cs typeface="Yu Gothic"/>
              </a:defRPr>
            </a:lvl2pPr>
            <a:lvl3pPr algn="l">
              <a:defRPr sz="1575" b="0">
                <a:solidFill>
                  <a:srgbClr val="142B3B"/>
                </a:solidFill>
                <a:latin typeface="Yu Gothic"/>
                <a:ea typeface="Yu Gothic"/>
                <a:cs typeface="Yu Gothic"/>
              </a:defRPr>
            </a:lvl3pPr>
            <a:lvl4pPr algn="l">
              <a:defRPr sz="1575" b="0">
                <a:solidFill>
                  <a:srgbClr val="142B3B"/>
                </a:solidFill>
                <a:latin typeface="Yu Gothic"/>
                <a:ea typeface="Yu Gothic"/>
                <a:cs typeface="Yu Gothic"/>
              </a:defRPr>
            </a:lvl4pPr>
            <a:lvl5pPr algn="l">
              <a:defRPr sz="1575" b="0">
                <a:solidFill>
                  <a:srgbClr val="142B3B"/>
                </a:solidFill>
                <a:latin typeface="Yu Gothic"/>
                <a:ea typeface="Yu Gothic"/>
                <a:cs typeface="Yu Gothic"/>
              </a:defRPr>
            </a:lvl5pPr>
            <a:lvl6pPr algn="l">
              <a:defRPr sz="1575" b="0">
                <a:solidFill>
                  <a:srgbClr val="142B3B"/>
                </a:solidFill>
                <a:latin typeface="Yu Gothic"/>
                <a:ea typeface="Yu Gothic"/>
                <a:cs typeface="Yu Gothic"/>
              </a:defRPr>
            </a:lvl6pPr>
            <a:lvl7pPr algn="l">
              <a:defRPr sz="1575" b="0">
                <a:solidFill>
                  <a:srgbClr val="142B3B"/>
                </a:solidFill>
                <a:latin typeface="Yu Gothic"/>
                <a:ea typeface="Yu Gothic"/>
                <a:cs typeface="Yu Gothic"/>
              </a:defRPr>
            </a:lvl7pPr>
            <a:lvl8pPr algn="l">
              <a:defRPr sz="1575" b="0">
                <a:solidFill>
                  <a:srgbClr val="142B3B"/>
                </a:solidFill>
                <a:latin typeface="Yu Gothic"/>
                <a:ea typeface="Yu Gothic"/>
                <a:cs typeface="Yu Gothic"/>
              </a:defRPr>
            </a:lvl8pPr>
            <a:lvl9pPr algn="l">
              <a:defRPr sz="1575" b="0">
                <a:solidFill>
                  <a:srgbClr val="142B3B"/>
                </a:solidFill>
                <a:latin typeface="Yu Gothic"/>
                <a:ea typeface="Yu Gothic"/>
                <a:cs typeface="Yu Gothic"/>
              </a:defRPr>
            </a:lvl9pPr>
          </a:lstStyle>
          <a:p xmlns:a="http://schemas.openxmlformats.org/drawingml/2006/main">
            <a:pPr algn="l">
              <a:defRPr sz="1575" b="0">
                <a:solidFill>
                  <a:srgbClr val="142B3B"/>
                </a:solidFill>
                <a:latin typeface="Yu Gothic"/>
                <a:ea typeface="Yu Gothic"/>
                <a:cs typeface="Yu Gothic"/>
              </a:defRPr>
            </a:pPr>
            <a:r>
              <a:rPr sz="1575" b="0">
                <a:solidFill>
                  <a:srgbClr val="142B3B"/>
                </a:solidFill>
                <a:latin typeface="Yu Gothic"/>
                <a:ea typeface="Yu Gothic"/>
                <a:cs typeface="Yu Gothic"/>
              </a:rPr>
              <a:t>各条件を乱数シード 42〜46 で5回ずつ実行</a:t>
            </a:r>
          </a:p>
        </p:txBody>
      </p:sp>
      <p:sp>
        <p:nvSpPr>
          <p:cNvPr id="31" name="">
            <a:extLst xmlns:a="http://schemas.openxmlformats.org/drawingml/2006/main">
              <a:ext uri="{FF2B5EF4-FFF2-40B4-BE49-F238E27FC236}">
                <a16:creationId xmlns:a16="http://schemas.microsoft.com/office/drawing/2014/main" id="{2BA6C981-4990-46BD-BA8E-3F1AD0683AD8}"/>
              </a:ext>
            </a:extLst>
          </p:cNvPr>
          <p:cNvSpPr>
            <a:spLocks xmlns:a="http://schemas.openxmlformats.org/drawingml/2006/main" noGrp="1"/>
          </p:cNvSpPr>
          <p:nvPr/>
        </p:nvSpPr>
        <p:spPr>
          <a:xfrm xmlns:a="http://schemas.openxmlformats.org/drawingml/2006/main">
            <a:off x="781050" y="5648325"/>
            <a:ext cx="90487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D66B57"/>
                </a:solidFill>
                <a:latin typeface="Yu Gothic"/>
                <a:ea typeface="Yu Gothic"/>
                <a:cs typeface="Yu Gothic"/>
              </a:defRPr>
            </a:defPPr>
            <a:lvl1pPr algn="l">
              <a:defRPr sz="1950" b="1">
                <a:solidFill>
                  <a:srgbClr val="D66B57"/>
                </a:solidFill>
                <a:latin typeface="Yu Gothic"/>
                <a:ea typeface="Yu Gothic"/>
                <a:cs typeface="Yu Gothic"/>
              </a:defRPr>
            </a:lvl1pPr>
            <a:lvl2pPr algn="l">
              <a:defRPr sz="1950" b="1">
                <a:solidFill>
                  <a:srgbClr val="D66B57"/>
                </a:solidFill>
                <a:latin typeface="Yu Gothic"/>
                <a:ea typeface="Yu Gothic"/>
                <a:cs typeface="Yu Gothic"/>
              </a:defRPr>
            </a:lvl2pPr>
            <a:lvl3pPr algn="l">
              <a:defRPr sz="1950" b="1">
                <a:solidFill>
                  <a:srgbClr val="D66B57"/>
                </a:solidFill>
                <a:latin typeface="Yu Gothic"/>
                <a:ea typeface="Yu Gothic"/>
                <a:cs typeface="Yu Gothic"/>
              </a:defRPr>
            </a:lvl3pPr>
            <a:lvl4pPr algn="l">
              <a:defRPr sz="1950" b="1">
                <a:solidFill>
                  <a:srgbClr val="D66B57"/>
                </a:solidFill>
                <a:latin typeface="Yu Gothic"/>
                <a:ea typeface="Yu Gothic"/>
                <a:cs typeface="Yu Gothic"/>
              </a:defRPr>
            </a:lvl4pPr>
            <a:lvl5pPr algn="l">
              <a:defRPr sz="1950" b="1">
                <a:solidFill>
                  <a:srgbClr val="D66B57"/>
                </a:solidFill>
                <a:latin typeface="Yu Gothic"/>
                <a:ea typeface="Yu Gothic"/>
                <a:cs typeface="Yu Gothic"/>
              </a:defRPr>
            </a:lvl5pPr>
            <a:lvl6pPr algn="l">
              <a:defRPr sz="1950" b="1">
                <a:solidFill>
                  <a:srgbClr val="D66B57"/>
                </a:solidFill>
                <a:latin typeface="Yu Gothic"/>
                <a:ea typeface="Yu Gothic"/>
                <a:cs typeface="Yu Gothic"/>
              </a:defRPr>
            </a:lvl6pPr>
            <a:lvl7pPr algn="l">
              <a:defRPr sz="1950" b="1">
                <a:solidFill>
                  <a:srgbClr val="D66B57"/>
                </a:solidFill>
                <a:latin typeface="Yu Gothic"/>
                <a:ea typeface="Yu Gothic"/>
                <a:cs typeface="Yu Gothic"/>
              </a:defRPr>
            </a:lvl7pPr>
            <a:lvl8pPr algn="l">
              <a:defRPr sz="1950" b="1">
                <a:solidFill>
                  <a:srgbClr val="D66B57"/>
                </a:solidFill>
                <a:latin typeface="Yu Gothic"/>
                <a:ea typeface="Yu Gothic"/>
                <a:cs typeface="Yu Gothic"/>
              </a:defRPr>
            </a:lvl8pPr>
            <a:lvl9pPr algn="l">
              <a:defRPr sz="1950" b="1">
                <a:solidFill>
                  <a:srgbClr val="D66B57"/>
                </a:solidFill>
                <a:latin typeface="Yu Gothic"/>
                <a:ea typeface="Yu Gothic"/>
                <a:cs typeface="Yu Gothic"/>
              </a:defRPr>
            </a:lvl9pPr>
          </a:lstStyle>
          <a:p xmlns:a="http://schemas.openxmlformats.org/drawingml/2006/main">
            <a:pPr algn="l">
              <a:defRPr sz="1950" b="1">
                <a:solidFill>
                  <a:srgbClr val="D66B57"/>
                </a:solidFill>
                <a:latin typeface="Yu Gothic"/>
                <a:ea typeface="Yu Gothic"/>
                <a:cs typeface="Yu Gothic"/>
              </a:defRPr>
            </a:pPr>
            <a:r>
              <a:rPr sz="1950" b="1">
                <a:solidFill>
                  <a:srgbClr val="D66B57"/>
                </a:solidFill>
                <a:latin typeface="Yu Gothic"/>
                <a:ea typeface="Yu Gothic"/>
                <a:cs typeface="Yu Gothic"/>
              </a:rPr>
              <a:t>2モデル × 4件数 × 5割合 × 5回 = 200実験</a:t>
            </a:r>
          </a:p>
        </p:txBody>
      </p:sp>
    </p:spTree>
    <p:extLst>
      <p:ext uri="{BB962C8B-B14F-4D97-AF65-F5344CB8AC3E}">
        <p14:creationId xmlns:p14="http://schemas.microsoft.com/office/powerpoint/2010/main" val="1019157429"/>
      </p:ext>
    </p:extLst>
  </p:cSld>
</p:sld>
</file>

<file path=ppt/slides/slide6.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8B125094-5365-40CC-A78E-9B0ABE0F376F}"/>
              </a:ext>
            </a:extLst>
          </p:cNvPr>
          <p:cNvSpPr>
            <a:spLocks xmlns:a="http://schemas.openxmlformats.org/drawingml/2006/main" noGrp="1"/>
          </p:cNvSpPr>
          <p:nvPr/>
        </p:nvSpPr>
        <p:spPr>
          <a:xfrm xmlns:a="http://schemas.openxmlformats.org/drawingml/2006/main">
            <a:off x="6858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47D78"/>
                </a:solidFill>
                <a:latin typeface="Yu Gothic"/>
                <a:ea typeface="Yu Gothic"/>
                <a:cs typeface="Yu Gothic"/>
              </a:defRPr>
            </a:defPPr>
            <a:lvl1pPr algn="l">
              <a:defRPr sz="975" b="1">
                <a:solidFill>
                  <a:srgbClr val="147D78"/>
                </a:solidFill>
                <a:latin typeface="Yu Gothic"/>
                <a:ea typeface="Yu Gothic"/>
                <a:cs typeface="Yu Gothic"/>
              </a:defRPr>
            </a:lvl1pPr>
            <a:lvl2pPr algn="l">
              <a:defRPr sz="975" b="1">
                <a:solidFill>
                  <a:srgbClr val="147D78"/>
                </a:solidFill>
                <a:latin typeface="Yu Gothic"/>
                <a:ea typeface="Yu Gothic"/>
                <a:cs typeface="Yu Gothic"/>
              </a:defRPr>
            </a:lvl2pPr>
            <a:lvl3pPr algn="l">
              <a:defRPr sz="975" b="1">
                <a:solidFill>
                  <a:srgbClr val="147D78"/>
                </a:solidFill>
                <a:latin typeface="Yu Gothic"/>
                <a:ea typeface="Yu Gothic"/>
                <a:cs typeface="Yu Gothic"/>
              </a:defRPr>
            </a:lvl3pPr>
            <a:lvl4pPr algn="l">
              <a:defRPr sz="975" b="1">
                <a:solidFill>
                  <a:srgbClr val="147D78"/>
                </a:solidFill>
                <a:latin typeface="Yu Gothic"/>
                <a:ea typeface="Yu Gothic"/>
                <a:cs typeface="Yu Gothic"/>
              </a:defRPr>
            </a:lvl4pPr>
            <a:lvl5pPr algn="l">
              <a:defRPr sz="975" b="1">
                <a:solidFill>
                  <a:srgbClr val="147D78"/>
                </a:solidFill>
                <a:latin typeface="Yu Gothic"/>
                <a:ea typeface="Yu Gothic"/>
                <a:cs typeface="Yu Gothic"/>
              </a:defRPr>
            </a:lvl5pPr>
            <a:lvl6pPr algn="l">
              <a:defRPr sz="975" b="1">
                <a:solidFill>
                  <a:srgbClr val="147D78"/>
                </a:solidFill>
                <a:latin typeface="Yu Gothic"/>
                <a:ea typeface="Yu Gothic"/>
                <a:cs typeface="Yu Gothic"/>
              </a:defRPr>
            </a:lvl6pPr>
            <a:lvl7pPr algn="l">
              <a:defRPr sz="975" b="1">
                <a:solidFill>
                  <a:srgbClr val="147D78"/>
                </a:solidFill>
                <a:latin typeface="Yu Gothic"/>
                <a:ea typeface="Yu Gothic"/>
                <a:cs typeface="Yu Gothic"/>
              </a:defRPr>
            </a:lvl7pPr>
            <a:lvl8pPr algn="l">
              <a:defRPr sz="975" b="1">
                <a:solidFill>
                  <a:srgbClr val="147D78"/>
                </a:solidFill>
                <a:latin typeface="Yu Gothic"/>
                <a:ea typeface="Yu Gothic"/>
                <a:cs typeface="Yu Gothic"/>
              </a:defRPr>
            </a:lvl8pPr>
            <a:lvl9pPr algn="l">
              <a:defRPr sz="975" b="1">
                <a:solidFill>
                  <a:srgbClr val="147D78"/>
                </a:solidFill>
                <a:latin typeface="Yu Gothic"/>
                <a:ea typeface="Yu Gothic"/>
                <a:cs typeface="Yu Gothic"/>
              </a:defRPr>
            </a:lvl9pPr>
          </a:lstStyle>
          <a:p xmlns:a="http://schemas.openxmlformats.org/drawingml/2006/main">
            <a:pPr algn="l">
              <a:defRPr sz="975" b="1">
                <a:solidFill>
                  <a:srgbClr val="147D78"/>
                </a:solidFill>
                <a:latin typeface="Yu Gothic"/>
                <a:ea typeface="Yu Gothic"/>
                <a:cs typeface="Yu Gothic"/>
              </a:defRPr>
            </a:pPr>
            <a:r>
              <a:rPr sz="975" b="1">
                <a:solidFill>
                  <a:srgbClr val="147D78"/>
                </a:solidFill>
                <a:latin typeface="Yu Gothic"/>
                <a:ea typeface="Yu Gothic"/>
                <a:cs typeface="Yu Gothic"/>
              </a:rPr>
              <a:t>評価方法</a:t>
            </a:r>
          </a:p>
        </p:txBody>
      </p:sp>
      <p:sp>
        <p:nvSpPr>
          <p:cNvPr id="2" name="">
            <a:extLst xmlns:a="http://schemas.openxmlformats.org/drawingml/2006/main">
              <a:ext uri="{FF2B5EF4-FFF2-40B4-BE49-F238E27FC236}">
                <a16:creationId xmlns:a16="http://schemas.microsoft.com/office/drawing/2014/main" id="{27D8F90B-8BA8-41D6-A334-8F996486EBB5}"/>
              </a:ext>
            </a:extLst>
          </p:cNvPr>
          <p:cNvSpPr>
            <a:spLocks xmlns:a="http://schemas.openxmlformats.org/drawingml/2006/main" noGrp="1"/>
          </p:cNvSpPr>
          <p:nvPr/>
        </p:nvSpPr>
        <p:spPr>
          <a:xfrm xmlns:a="http://schemas.openxmlformats.org/drawingml/2006/main">
            <a:off x="685800" y="6286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925" b="1">
                <a:solidFill>
                  <a:srgbClr val="142B3B"/>
                </a:solidFill>
                <a:latin typeface="Yu Gothic"/>
                <a:ea typeface="Yu Gothic"/>
                <a:cs typeface="Yu Gothic"/>
              </a:defRPr>
            </a:defPPr>
            <a:lvl1pPr algn="l">
              <a:defRPr sz="2925" b="1">
                <a:solidFill>
                  <a:srgbClr val="142B3B"/>
                </a:solidFill>
                <a:latin typeface="Yu Gothic"/>
                <a:ea typeface="Yu Gothic"/>
                <a:cs typeface="Yu Gothic"/>
              </a:defRPr>
            </a:lvl1pPr>
            <a:lvl2pPr algn="l">
              <a:defRPr sz="2925" b="1">
                <a:solidFill>
                  <a:srgbClr val="142B3B"/>
                </a:solidFill>
                <a:latin typeface="Yu Gothic"/>
                <a:ea typeface="Yu Gothic"/>
                <a:cs typeface="Yu Gothic"/>
              </a:defRPr>
            </a:lvl2pPr>
            <a:lvl3pPr algn="l">
              <a:defRPr sz="2925" b="1">
                <a:solidFill>
                  <a:srgbClr val="142B3B"/>
                </a:solidFill>
                <a:latin typeface="Yu Gothic"/>
                <a:ea typeface="Yu Gothic"/>
                <a:cs typeface="Yu Gothic"/>
              </a:defRPr>
            </a:lvl3pPr>
            <a:lvl4pPr algn="l">
              <a:defRPr sz="2925" b="1">
                <a:solidFill>
                  <a:srgbClr val="142B3B"/>
                </a:solidFill>
                <a:latin typeface="Yu Gothic"/>
                <a:ea typeface="Yu Gothic"/>
                <a:cs typeface="Yu Gothic"/>
              </a:defRPr>
            </a:lvl4pPr>
            <a:lvl5pPr algn="l">
              <a:defRPr sz="2925" b="1">
                <a:solidFill>
                  <a:srgbClr val="142B3B"/>
                </a:solidFill>
                <a:latin typeface="Yu Gothic"/>
                <a:ea typeface="Yu Gothic"/>
                <a:cs typeface="Yu Gothic"/>
              </a:defRPr>
            </a:lvl5pPr>
            <a:lvl6pPr algn="l">
              <a:defRPr sz="2925" b="1">
                <a:solidFill>
                  <a:srgbClr val="142B3B"/>
                </a:solidFill>
                <a:latin typeface="Yu Gothic"/>
                <a:ea typeface="Yu Gothic"/>
                <a:cs typeface="Yu Gothic"/>
              </a:defRPr>
            </a:lvl6pPr>
            <a:lvl7pPr algn="l">
              <a:defRPr sz="2925" b="1">
                <a:solidFill>
                  <a:srgbClr val="142B3B"/>
                </a:solidFill>
                <a:latin typeface="Yu Gothic"/>
                <a:ea typeface="Yu Gothic"/>
                <a:cs typeface="Yu Gothic"/>
              </a:defRPr>
            </a:lvl7pPr>
            <a:lvl8pPr algn="l">
              <a:defRPr sz="2925" b="1">
                <a:solidFill>
                  <a:srgbClr val="142B3B"/>
                </a:solidFill>
                <a:latin typeface="Yu Gothic"/>
                <a:ea typeface="Yu Gothic"/>
                <a:cs typeface="Yu Gothic"/>
              </a:defRPr>
            </a:lvl8pPr>
            <a:lvl9pPr algn="l">
              <a:defRPr sz="2925" b="1">
                <a:solidFill>
                  <a:srgbClr val="142B3B"/>
                </a:solidFill>
                <a:latin typeface="Yu Gothic"/>
                <a:ea typeface="Yu Gothic"/>
                <a:cs typeface="Yu Gothic"/>
              </a:defRPr>
            </a:lvl9pPr>
          </a:lstStyle>
          <a:p xmlns:a="http://schemas.openxmlformats.org/drawingml/2006/main">
            <a:pPr algn="l">
              <a:defRPr sz="2925" b="1">
                <a:solidFill>
                  <a:srgbClr val="142B3B"/>
                </a:solidFill>
                <a:latin typeface="Yu Gothic"/>
                <a:ea typeface="Yu Gothic"/>
                <a:cs typeface="Yu Gothic"/>
              </a:defRPr>
            </a:pPr>
            <a:r>
              <a:rPr sz="2925" b="1">
                <a:solidFill>
                  <a:srgbClr val="142B3B"/>
                </a:solidFill>
                <a:latin typeface="Yu Gothic"/>
                <a:ea typeface="Yu Gothic"/>
                <a:cs typeface="Yu Gothic"/>
              </a:rPr>
              <a:t>評価指標は「何を見逃したか」を分けて見る</a:t>
            </a:r>
          </a:p>
        </p:txBody>
      </p:sp>
      <p:sp>
        <p:nvSpPr>
          <p:cNvPr id="3" name="">
            <a:extLst xmlns:a="http://schemas.openxmlformats.org/drawingml/2006/main">
              <a:ext uri="{FF2B5EF4-FFF2-40B4-BE49-F238E27FC236}">
                <a16:creationId xmlns:a16="http://schemas.microsoft.com/office/drawing/2014/main" id="{6EA299A5-9C60-428D-A9AE-10FCE9D6F898}"/>
              </a:ext>
            </a:extLst>
          </p:cNvPr>
          <p:cNvSpPr>
            <a:spLocks xmlns:a="http://schemas.openxmlformats.org/drawingml/2006/main" noGrp="1"/>
          </p:cNvSpPr>
          <p:nvPr/>
        </p:nvSpPr>
        <p:spPr>
          <a:xfrm xmlns:a="http://schemas.openxmlformats.org/drawingml/2006/main">
            <a:off x="685800" y="1304925"/>
            <a:ext cx="10820400" cy="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4" name="">
            <a:extLst xmlns:a="http://schemas.openxmlformats.org/drawingml/2006/main">
              <a:ext uri="{FF2B5EF4-FFF2-40B4-BE49-F238E27FC236}">
                <a16:creationId xmlns:a16="http://schemas.microsoft.com/office/drawing/2014/main" id="{6BF9F0D9-D612-43EC-9446-C43995B2CAE4}"/>
              </a:ext>
            </a:extLst>
          </p:cNvPr>
          <p:cNvSpPr>
            <a:spLocks xmlns:a="http://schemas.openxmlformats.org/drawingml/2006/main" noGrp="1"/>
          </p:cNvSpPr>
          <p:nvPr/>
        </p:nvSpPr>
        <p:spPr>
          <a:xfrm xmlns:a="http://schemas.openxmlformats.org/drawingml/2006/main">
            <a:off x="11049000" y="63627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5B6D76"/>
                </a:solidFill>
                <a:latin typeface="Yu Gothic"/>
                <a:ea typeface="Yu Gothic"/>
                <a:cs typeface="Yu Gothic"/>
              </a:defRPr>
            </a:defPPr>
            <a:lvl1pPr algn="r">
              <a:defRPr sz="1050" b="1">
                <a:solidFill>
                  <a:srgbClr val="5B6D76"/>
                </a:solidFill>
                <a:latin typeface="Yu Gothic"/>
                <a:ea typeface="Yu Gothic"/>
                <a:cs typeface="Yu Gothic"/>
              </a:defRPr>
            </a:lvl1pPr>
            <a:lvl2pPr algn="r">
              <a:defRPr sz="1050" b="1">
                <a:solidFill>
                  <a:srgbClr val="5B6D76"/>
                </a:solidFill>
                <a:latin typeface="Yu Gothic"/>
                <a:ea typeface="Yu Gothic"/>
                <a:cs typeface="Yu Gothic"/>
              </a:defRPr>
            </a:lvl2pPr>
            <a:lvl3pPr algn="r">
              <a:defRPr sz="1050" b="1">
                <a:solidFill>
                  <a:srgbClr val="5B6D76"/>
                </a:solidFill>
                <a:latin typeface="Yu Gothic"/>
                <a:ea typeface="Yu Gothic"/>
                <a:cs typeface="Yu Gothic"/>
              </a:defRPr>
            </a:lvl3pPr>
            <a:lvl4pPr algn="r">
              <a:defRPr sz="1050" b="1">
                <a:solidFill>
                  <a:srgbClr val="5B6D76"/>
                </a:solidFill>
                <a:latin typeface="Yu Gothic"/>
                <a:ea typeface="Yu Gothic"/>
                <a:cs typeface="Yu Gothic"/>
              </a:defRPr>
            </a:lvl4pPr>
            <a:lvl5pPr algn="r">
              <a:defRPr sz="1050" b="1">
                <a:solidFill>
                  <a:srgbClr val="5B6D76"/>
                </a:solidFill>
                <a:latin typeface="Yu Gothic"/>
                <a:ea typeface="Yu Gothic"/>
                <a:cs typeface="Yu Gothic"/>
              </a:defRPr>
            </a:lvl5pPr>
            <a:lvl6pPr algn="r">
              <a:defRPr sz="1050" b="1">
                <a:solidFill>
                  <a:srgbClr val="5B6D76"/>
                </a:solidFill>
                <a:latin typeface="Yu Gothic"/>
                <a:ea typeface="Yu Gothic"/>
                <a:cs typeface="Yu Gothic"/>
              </a:defRPr>
            </a:lvl6pPr>
            <a:lvl7pPr algn="r">
              <a:defRPr sz="1050" b="1">
                <a:solidFill>
                  <a:srgbClr val="5B6D76"/>
                </a:solidFill>
                <a:latin typeface="Yu Gothic"/>
                <a:ea typeface="Yu Gothic"/>
                <a:cs typeface="Yu Gothic"/>
              </a:defRPr>
            </a:lvl7pPr>
            <a:lvl8pPr algn="r">
              <a:defRPr sz="1050" b="1">
                <a:solidFill>
                  <a:srgbClr val="5B6D76"/>
                </a:solidFill>
                <a:latin typeface="Yu Gothic"/>
                <a:ea typeface="Yu Gothic"/>
                <a:cs typeface="Yu Gothic"/>
              </a:defRPr>
            </a:lvl8pPr>
            <a:lvl9pPr algn="r">
              <a:defRPr sz="1050" b="1">
                <a:solidFill>
                  <a:srgbClr val="5B6D76"/>
                </a:solidFill>
                <a:latin typeface="Yu Gothic"/>
                <a:ea typeface="Yu Gothic"/>
                <a:cs typeface="Yu Gothic"/>
              </a:defRPr>
            </a:lvl9pPr>
          </a:lstStyle>
          <a:p xmlns:a="http://schemas.openxmlformats.org/drawingml/2006/main">
            <a:pPr algn="r">
              <a:defRPr sz="1050" b="1">
                <a:solidFill>
                  <a:srgbClr val="5B6D76"/>
                </a:solidFill>
                <a:latin typeface="Yu Gothic"/>
                <a:ea typeface="Yu Gothic"/>
                <a:cs typeface="Yu Gothic"/>
              </a:defRPr>
            </a:pPr>
            <a:r>
              <a:rPr sz="1050" b="1">
                <a:solidFill>
                  <a:srgbClr val="5B6D76"/>
                </a:solidFill>
                <a:latin typeface="Yu Gothic"/>
                <a:ea typeface="Yu Gothic"/>
                <a:cs typeface="Yu Gothic"/>
              </a:rPr>
              <a:t>06</a:t>
            </a:r>
          </a:p>
        </p:txBody>
      </p:sp>
      <p:sp>
        <p:nvSpPr>
          <p:cNvPr id="5" name="">
            <a:extLst xmlns:a="http://schemas.openxmlformats.org/drawingml/2006/main">
              <a:ext uri="{FF2B5EF4-FFF2-40B4-BE49-F238E27FC236}">
                <a16:creationId xmlns:a16="http://schemas.microsoft.com/office/drawing/2014/main" id="{1CBBE71C-08C8-46BC-B971-67026336A77E}"/>
              </a:ext>
            </a:extLst>
          </p:cNvPr>
          <p:cNvSpPr>
            <a:spLocks xmlns:a="http://schemas.openxmlformats.org/drawingml/2006/main" noGrp="1"/>
          </p:cNvSpPr>
          <p:nvPr/>
        </p:nvSpPr>
        <p:spPr>
          <a:xfrm xmlns:a="http://schemas.openxmlformats.org/drawingml/2006/main">
            <a:off x="723900" y="1619250"/>
            <a:ext cx="2000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D66B57"/>
                </a:solidFill>
                <a:latin typeface="Yu Gothic"/>
                <a:ea typeface="Yu Gothic"/>
                <a:cs typeface="Yu Gothic"/>
              </a:defRPr>
            </a:defPPr>
            <a:lvl1pPr algn="l">
              <a:defRPr sz="1275" b="1">
                <a:solidFill>
                  <a:srgbClr val="D66B57"/>
                </a:solidFill>
                <a:latin typeface="Yu Gothic"/>
                <a:ea typeface="Yu Gothic"/>
                <a:cs typeface="Yu Gothic"/>
              </a:defRPr>
            </a:lvl1pPr>
            <a:lvl2pPr algn="l">
              <a:defRPr sz="1275" b="1">
                <a:solidFill>
                  <a:srgbClr val="D66B57"/>
                </a:solidFill>
                <a:latin typeface="Yu Gothic"/>
                <a:ea typeface="Yu Gothic"/>
                <a:cs typeface="Yu Gothic"/>
              </a:defRPr>
            </a:lvl2pPr>
            <a:lvl3pPr algn="l">
              <a:defRPr sz="1275" b="1">
                <a:solidFill>
                  <a:srgbClr val="D66B57"/>
                </a:solidFill>
                <a:latin typeface="Yu Gothic"/>
                <a:ea typeface="Yu Gothic"/>
                <a:cs typeface="Yu Gothic"/>
              </a:defRPr>
            </a:lvl3pPr>
            <a:lvl4pPr algn="l">
              <a:defRPr sz="1275" b="1">
                <a:solidFill>
                  <a:srgbClr val="D66B57"/>
                </a:solidFill>
                <a:latin typeface="Yu Gothic"/>
                <a:ea typeface="Yu Gothic"/>
                <a:cs typeface="Yu Gothic"/>
              </a:defRPr>
            </a:lvl4pPr>
            <a:lvl5pPr algn="l">
              <a:defRPr sz="1275" b="1">
                <a:solidFill>
                  <a:srgbClr val="D66B57"/>
                </a:solidFill>
                <a:latin typeface="Yu Gothic"/>
                <a:ea typeface="Yu Gothic"/>
                <a:cs typeface="Yu Gothic"/>
              </a:defRPr>
            </a:lvl5pPr>
            <a:lvl6pPr algn="l">
              <a:defRPr sz="1275" b="1">
                <a:solidFill>
                  <a:srgbClr val="D66B57"/>
                </a:solidFill>
                <a:latin typeface="Yu Gothic"/>
                <a:ea typeface="Yu Gothic"/>
                <a:cs typeface="Yu Gothic"/>
              </a:defRPr>
            </a:lvl6pPr>
            <a:lvl7pPr algn="l">
              <a:defRPr sz="1275" b="1">
                <a:solidFill>
                  <a:srgbClr val="D66B57"/>
                </a:solidFill>
                <a:latin typeface="Yu Gothic"/>
                <a:ea typeface="Yu Gothic"/>
                <a:cs typeface="Yu Gothic"/>
              </a:defRPr>
            </a:lvl7pPr>
            <a:lvl8pPr algn="l">
              <a:defRPr sz="1275" b="1">
                <a:solidFill>
                  <a:srgbClr val="D66B57"/>
                </a:solidFill>
                <a:latin typeface="Yu Gothic"/>
                <a:ea typeface="Yu Gothic"/>
                <a:cs typeface="Yu Gothic"/>
              </a:defRPr>
            </a:lvl8pPr>
            <a:lvl9pPr algn="l">
              <a:defRPr sz="1275" b="1">
                <a:solidFill>
                  <a:srgbClr val="D66B57"/>
                </a:solidFill>
                <a:latin typeface="Yu Gothic"/>
                <a:ea typeface="Yu Gothic"/>
                <a:cs typeface="Yu Gothic"/>
              </a:defRPr>
            </a:lvl9pPr>
          </a:lstStyle>
          <a:p xmlns:a="http://schemas.openxmlformats.org/drawingml/2006/main">
            <a:pPr algn="l">
              <a:defRPr sz="1275" b="1">
                <a:solidFill>
                  <a:srgbClr val="D66B57"/>
                </a:solidFill>
                <a:latin typeface="Yu Gothic"/>
                <a:ea typeface="Yu Gothic"/>
                <a:cs typeface="Yu Gothic"/>
              </a:defRPr>
            </a:pPr>
            <a:r>
              <a:rPr sz="1275" b="1">
                <a:solidFill>
                  <a:srgbClr val="D66B57"/>
                </a:solidFill>
                <a:latin typeface="Yu Gothic"/>
                <a:ea typeface="Yu Gothic"/>
                <a:cs typeface="Yu Gothic"/>
              </a:rPr>
              <a:t>主役の指標</a:t>
            </a:r>
          </a:p>
        </p:txBody>
      </p:sp>
      <p:sp>
        <p:nvSpPr>
          <p:cNvPr id="6" name="">
            <a:extLst xmlns:a="http://schemas.openxmlformats.org/drawingml/2006/main">
              <a:ext uri="{FF2B5EF4-FFF2-40B4-BE49-F238E27FC236}">
                <a16:creationId xmlns:a16="http://schemas.microsoft.com/office/drawing/2014/main" id="{025C7021-E7BA-4D11-8DC0-4EBAB9018A8B}"/>
              </a:ext>
            </a:extLst>
          </p:cNvPr>
          <p:cNvSpPr>
            <a:spLocks xmlns:a="http://schemas.openxmlformats.org/drawingml/2006/main" noGrp="1"/>
          </p:cNvSpPr>
          <p:nvPr/>
        </p:nvSpPr>
        <p:spPr>
          <a:xfrm xmlns:a="http://schemas.openxmlformats.org/drawingml/2006/main">
            <a:off x="723900" y="2009775"/>
            <a:ext cx="257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850" b="1">
                <a:solidFill>
                  <a:srgbClr val="D66B57"/>
                </a:solidFill>
                <a:latin typeface="Yu Gothic"/>
                <a:ea typeface="Yu Gothic"/>
                <a:cs typeface="Yu Gothic"/>
              </a:defRPr>
            </a:defPPr>
            <a:lvl1pPr algn="l">
              <a:defRPr sz="2850" b="1">
                <a:solidFill>
                  <a:srgbClr val="D66B57"/>
                </a:solidFill>
                <a:latin typeface="Yu Gothic"/>
                <a:ea typeface="Yu Gothic"/>
                <a:cs typeface="Yu Gothic"/>
              </a:defRPr>
            </a:lvl1pPr>
            <a:lvl2pPr algn="l">
              <a:defRPr sz="2850" b="1">
                <a:solidFill>
                  <a:srgbClr val="D66B57"/>
                </a:solidFill>
                <a:latin typeface="Yu Gothic"/>
                <a:ea typeface="Yu Gothic"/>
                <a:cs typeface="Yu Gothic"/>
              </a:defRPr>
            </a:lvl2pPr>
            <a:lvl3pPr algn="l">
              <a:defRPr sz="2850" b="1">
                <a:solidFill>
                  <a:srgbClr val="D66B57"/>
                </a:solidFill>
                <a:latin typeface="Yu Gothic"/>
                <a:ea typeface="Yu Gothic"/>
                <a:cs typeface="Yu Gothic"/>
              </a:defRPr>
            </a:lvl3pPr>
            <a:lvl4pPr algn="l">
              <a:defRPr sz="2850" b="1">
                <a:solidFill>
                  <a:srgbClr val="D66B57"/>
                </a:solidFill>
                <a:latin typeface="Yu Gothic"/>
                <a:ea typeface="Yu Gothic"/>
                <a:cs typeface="Yu Gothic"/>
              </a:defRPr>
            </a:lvl4pPr>
            <a:lvl5pPr algn="l">
              <a:defRPr sz="2850" b="1">
                <a:solidFill>
                  <a:srgbClr val="D66B57"/>
                </a:solidFill>
                <a:latin typeface="Yu Gothic"/>
                <a:ea typeface="Yu Gothic"/>
                <a:cs typeface="Yu Gothic"/>
              </a:defRPr>
            </a:lvl5pPr>
            <a:lvl6pPr algn="l">
              <a:defRPr sz="2850" b="1">
                <a:solidFill>
                  <a:srgbClr val="D66B57"/>
                </a:solidFill>
                <a:latin typeface="Yu Gothic"/>
                <a:ea typeface="Yu Gothic"/>
                <a:cs typeface="Yu Gothic"/>
              </a:defRPr>
            </a:lvl6pPr>
            <a:lvl7pPr algn="l">
              <a:defRPr sz="2850" b="1">
                <a:solidFill>
                  <a:srgbClr val="D66B57"/>
                </a:solidFill>
                <a:latin typeface="Yu Gothic"/>
                <a:ea typeface="Yu Gothic"/>
                <a:cs typeface="Yu Gothic"/>
              </a:defRPr>
            </a:lvl7pPr>
            <a:lvl8pPr algn="l">
              <a:defRPr sz="2850" b="1">
                <a:solidFill>
                  <a:srgbClr val="D66B57"/>
                </a:solidFill>
                <a:latin typeface="Yu Gothic"/>
                <a:ea typeface="Yu Gothic"/>
                <a:cs typeface="Yu Gothic"/>
              </a:defRPr>
            </a:lvl8pPr>
            <a:lvl9pPr algn="l">
              <a:defRPr sz="2850" b="1">
                <a:solidFill>
                  <a:srgbClr val="D66B57"/>
                </a:solidFill>
                <a:latin typeface="Yu Gothic"/>
                <a:ea typeface="Yu Gothic"/>
                <a:cs typeface="Yu Gothic"/>
              </a:defRPr>
            </a:lvl9pPr>
          </a:lstStyle>
          <a:p xmlns:a="http://schemas.openxmlformats.org/drawingml/2006/main">
            <a:pPr algn="l">
              <a:defRPr sz="2850" b="1">
                <a:solidFill>
                  <a:srgbClr val="D66B57"/>
                </a:solidFill>
                <a:latin typeface="Yu Gothic"/>
                <a:ea typeface="Yu Gothic"/>
                <a:cs typeface="Yu Gothic"/>
              </a:defRPr>
            </a:pPr>
            <a:r>
              <a:rPr sz="2850" b="1">
                <a:solidFill>
                  <a:srgbClr val="D66B57"/>
                </a:solidFill>
                <a:latin typeface="Yu Gothic"/>
                <a:ea typeface="Yu Gothic"/>
                <a:cs typeface="Yu Gothic"/>
              </a:rPr>
              <a:t>再現率</a:t>
            </a:r>
          </a:p>
        </p:txBody>
      </p:sp>
      <p:sp>
        <p:nvSpPr>
          <p:cNvPr id="7" name="">
            <a:extLst xmlns:a="http://schemas.openxmlformats.org/drawingml/2006/main">
              <a:ext uri="{FF2B5EF4-FFF2-40B4-BE49-F238E27FC236}">
                <a16:creationId xmlns:a16="http://schemas.microsoft.com/office/drawing/2014/main" id="{C6E8E61B-8207-421D-A4B8-0F8B3D191979}"/>
              </a:ext>
            </a:extLst>
          </p:cNvPr>
          <p:cNvSpPr>
            <a:spLocks xmlns:a="http://schemas.openxmlformats.org/drawingml/2006/main" noGrp="1"/>
          </p:cNvSpPr>
          <p:nvPr/>
        </p:nvSpPr>
        <p:spPr>
          <a:xfrm xmlns:a="http://schemas.openxmlformats.org/drawingml/2006/main">
            <a:off x="723900" y="2619375"/>
            <a:ext cx="4095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0">
                <a:solidFill>
                  <a:srgbClr val="142B3B"/>
                </a:solidFill>
                <a:latin typeface="Yu Gothic"/>
                <a:ea typeface="Yu Gothic"/>
                <a:cs typeface="Yu Gothic"/>
              </a:defRPr>
            </a:defPPr>
            <a:lvl1pPr algn="l">
              <a:defRPr sz="1650" b="0">
                <a:solidFill>
                  <a:srgbClr val="142B3B"/>
                </a:solidFill>
                <a:latin typeface="Yu Gothic"/>
                <a:ea typeface="Yu Gothic"/>
                <a:cs typeface="Yu Gothic"/>
              </a:defRPr>
            </a:lvl1pPr>
            <a:lvl2pPr algn="l">
              <a:defRPr sz="1650" b="0">
                <a:solidFill>
                  <a:srgbClr val="142B3B"/>
                </a:solidFill>
                <a:latin typeface="Yu Gothic"/>
                <a:ea typeface="Yu Gothic"/>
                <a:cs typeface="Yu Gothic"/>
              </a:defRPr>
            </a:lvl2pPr>
            <a:lvl3pPr algn="l">
              <a:defRPr sz="1650" b="0">
                <a:solidFill>
                  <a:srgbClr val="142B3B"/>
                </a:solidFill>
                <a:latin typeface="Yu Gothic"/>
                <a:ea typeface="Yu Gothic"/>
                <a:cs typeface="Yu Gothic"/>
              </a:defRPr>
            </a:lvl3pPr>
            <a:lvl4pPr algn="l">
              <a:defRPr sz="1650" b="0">
                <a:solidFill>
                  <a:srgbClr val="142B3B"/>
                </a:solidFill>
                <a:latin typeface="Yu Gothic"/>
                <a:ea typeface="Yu Gothic"/>
                <a:cs typeface="Yu Gothic"/>
              </a:defRPr>
            </a:lvl4pPr>
            <a:lvl5pPr algn="l">
              <a:defRPr sz="1650" b="0">
                <a:solidFill>
                  <a:srgbClr val="142B3B"/>
                </a:solidFill>
                <a:latin typeface="Yu Gothic"/>
                <a:ea typeface="Yu Gothic"/>
                <a:cs typeface="Yu Gothic"/>
              </a:defRPr>
            </a:lvl5pPr>
            <a:lvl6pPr algn="l">
              <a:defRPr sz="1650" b="0">
                <a:solidFill>
                  <a:srgbClr val="142B3B"/>
                </a:solidFill>
                <a:latin typeface="Yu Gothic"/>
                <a:ea typeface="Yu Gothic"/>
                <a:cs typeface="Yu Gothic"/>
              </a:defRPr>
            </a:lvl6pPr>
            <a:lvl7pPr algn="l">
              <a:defRPr sz="1650" b="0">
                <a:solidFill>
                  <a:srgbClr val="142B3B"/>
                </a:solidFill>
                <a:latin typeface="Yu Gothic"/>
                <a:ea typeface="Yu Gothic"/>
                <a:cs typeface="Yu Gothic"/>
              </a:defRPr>
            </a:lvl7pPr>
            <a:lvl8pPr algn="l">
              <a:defRPr sz="1650" b="0">
                <a:solidFill>
                  <a:srgbClr val="142B3B"/>
                </a:solidFill>
                <a:latin typeface="Yu Gothic"/>
                <a:ea typeface="Yu Gothic"/>
                <a:cs typeface="Yu Gothic"/>
              </a:defRPr>
            </a:lvl8pPr>
            <a:lvl9pPr algn="l">
              <a:defRPr sz="1650" b="0">
                <a:solidFill>
                  <a:srgbClr val="142B3B"/>
                </a:solidFill>
                <a:latin typeface="Yu Gothic"/>
                <a:ea typeface="Yu Gothic"/>
                <a:cs typeface="Yu Gothic"/>
              </a:defRPr>
            </a:lvl9pPr>
          </a:lstStyle>
          <a:p xmlns:a="http://schemas.openxmlformats.org/drawingml/2006/main">
            <a:pPr algn="l">
              <a:defRPr sz="1650" b="0">
                <a:solidFill>
                  <a:srgbClr val="142B3B"/>
                </a:solidFill>
                <a:latin typeface="Yu Gothic"/>
                <a:ea typeface="Yu Gothic"/>
                <a:cs typeface="Yu Gothic"/>
              </a:defRPr>
            </a:pPr>
            <a:r>
              <a:rPr sz="1650" b="0">
                <a:solidFill>
                  <a:srgbClr val="142B3B"/>
                </a:solidFill>
                <a:latin typeface="Yu Gothic"/>
                <a:ea typeface="Yu Gothic"/>
                <a:cs typeface="Yu Gothic"/>
              </a:rPr>
              <a:t>実際に yes だった人のうち、</a:t>
            </a:r>
          </a:p>
          <a:p xmlns:a="http://schemas.openxmlformats.org/drawingml/2006/main">
            <a:pPr algn="l">
              <a:defRPr sz="1650" b="0">
                <a:solidFill>
                  <a:srgbClr val="142B3B"/>
                </a:solidFill>
                <a:latin typeface="Yu Gothic"/>
                <a:ea typeface="Yu Gothic"/>
                <a:cs typeface="Yu Gothic"/>
              </a:defRPr>
            </a:pPr>
            <a:r>
              <a:rPr sz="1650" b="0">
                <a:solidFill>
                  <a:srgbClr val="142B3B"/>
                </a:solidFill>
                <a:latin typeface="Yu Gothic"/>
                <a:ea typeface="Yu Gothic"/>
                <a:cs typeface="Yu Gothic"/>
              </a:rPr>
              <a:t>モデルが yes と見つけた割合</a:t>
            </a:r>
          </a:p>
        </p:txBody>
      </p:sp>
      <p:sp>
        <p:nvSpPr>
          <p:cNvPr id="8" name="">
            <a:extLst xmlns:a="http://schemas.openxmlformats.org/drawingml/2006/main">
              <a:ext uri="{FF2B5EF4-FFF2-40B4-BE49-F238E27FC236}">
                <a16:creationId xmlns:a16="http://schemas.microsoft.com/office/drawing/2014/main" id="{214985EC-8D8A-45E0-8A7C-9BBAA6DD443C}"/>
              </a:ext>
            </a:extLst>
          </p:cNvPr>
          <p:cNvSpPr>
            <a:spLocks xmlns:a="http://schemas.openxmlformats.org/drawingml/2006/main" noGrp="1"/>
          </p:cNvSpPr>
          <p:nvPr/>
        </p:nvSpPr>
        <p:spPr>
          <a:xfrm xmlns:a="http://schemas.openxmlformats.org/drawingml/2006/main">
            <a:off x="723900" y="3543300"/>
            <a:ext cx="409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D66B57"/>
                </a:solidFill>
                <a:latin typeface="Yu Gothic"/>
                <a:ea typeface="Yu Gothic"/>
                <a:cs typeface="Yu Gothic"/>
              </a:defRPr>
            </a:defPPr>
            <a:lvl1pPr algn="l">
              <a:defRPr sz="1650" b="1">
                <a:solidFill>
                  <a:srgbClr val="D66B57"/>
                </a:solidFill>
                <a:latin typeface="Yu Gothic"/>
                <a:ea typeface="Yu Gothic"/>
                <a:cs typeface="Yu Gothic"/>
              </a:defRPr>
            </a:lvl1pPr>
            <a:lvl2pPr algn="l">
              <a:defRPr sz="1650" b="1">
                <a:solidFill>
                  <a:srgbClr val="D66B57"/>
                </a:solidFill>
                <a:latin typeface="Yu Gothic"/>
                <a:ea typeface="Yu Gothic"/>
                <a:cs typeface="Yu Gothic"/>
              </a:defRPr>
            </a:lvl2pPr>
            <a:lvl3pPr algn="l">
              <a:defRPr sz="1650" b="1">
                <a:solidFill>
                  <a:srgbClr val="D66B57"/>
                </a:solidFill>
                <a:latin typeface="Yu Gothic"/>
                <a:ea typeface="Yu Gothic"/>
                <a:cs typeface="Yu Gothic"/>
              </a:defRPr>
            </a:lvl3pPr>
            <a:lvl4pPr algn="l">
              <a:defRPr sz="1650" b="1">
                <a:solidFill>
                  <a:srgbClr val="D66B57"/>
                </a:solidFill>
                <a:latin typeface="Yu Gothic"/>
                <a:ea typeface="Yu Gothic"/>
                <a:cs typeface="Yu Gothic"/>
              </a:defRPr>
            </a:lvl4pPr>
            <a:lvl5pPr algn="l">
              <a:defRPr sz="1650" b="1">
                <a:solidFill>
                  <a:srgbClr val="D66B57"/>
                </a:solidFill>
                <a:latin typeface="Yu Gothic"/>
                <a:ea typeface="Yu Gothic"/>
                <a:cs typeface="Yu Gothic"/>
              </a:defRPr>
            </a:lvl5pPr>
            <a:lvl6pPr algn="l">
              <a:defRPr sz="1650" b="1">
                <a:solidFill>
                  <a:srgbClr val="D66B57"/>
                </a:solidFill>
                <a:latin typeface="Yu Gothic"/>
                <a:ea typeface="Yu Gothic"/>
                <a:cs typeface="Yu Gothic"/>
              </a:defRPr>
            </a:lvl6pPr>
            <a:lvl7pPr algn="l">
              <a:defRPr sz="1650" b="1">
                <a:solidFill>
                  <a:srgbClr val="D66B57"/>
                </a:solidFill>
                <a:latin typeface="Yu Gothic"/>
                <a:ea typeface="Yu Gothic"/>
                <a:cs typeface="Yu Gothic"/>
              </a:defRPr>
            </a:lvl7pPr>
            <a:lvl8pPr algn="l">
              <a:defRPr sz="1650" b="1">
                <a:solidFill>
                  <a:srgbClr val="D66B57"/>
                </a:solidFill>
                <a:latin typeface="Yu Gothic"/>
                <a:ea typeface="Yu Gothic"/>
                <a:cs typeface="Yu Gothic"/>
              </a:defRPr>
            </a:lvl8pPr>
            <a:lvl9pPr algn="l">
              <a:defRPr sz="1650" b="1">
                <a:solidFill>
                  <a:srgbClr val="D66B57"/>
                </a:solidFill>
                <a:latin typeface="Yu Gothic"/>
                <a:ea typeface="Yu Gothic"/>
                <a:cs typeface="Yu Gothic"/>
              </a:defRPr>
            </a:lvl9pPr>
          </a:lstStyle>
          <a:p xmlns:a="http://schemas.openxmlformats.org/drawingml/2006/main">
            <a:pPr algn="l">
              <a:defRPr sz="1650" b="1">
                <a:solidFill>
                  <a:srgbClr val="D66B57"/>
                </a:solidFill>
                <a:latin typeface="Yu Gothic"/>
                <a:ea typeface="Yu Gothic"/>
                <a:cs typeface="Yu Gothic"/>
              </a:defRPr>
            </a:pPr>
            <a:r>
              <a:rPr sz="1650" b="1">
                <a:solidFill>
                  <a:srgbClr val="D66B57"/>
                </a:solidFill>
                <a:latin typeface="Yu Gothic"/>
                <a:ea typeface="Yu Gothic"/>
                <a:cs typeface="Yu Gothic"/>
              </a:rPr>
              <a:t>見逃しの少なさを表す</a:t>
            </a:r>
          </a:p>
        </p:txBody>
      </p:sp>
      <p:sp>
        <p:nvSpPr>
          <p:cNvPr id="9" name="">
            <a:extLst xmlns:a="http://schemas.openxmlformats.org/drawingml/2006/main">
              <a:ext uri="{FF2B5EF4-FFF2-40B4-BE49-F238E27FC236}">
                <a16:creationId xmlns:a16="http://schemas.microsoft.com/office/drawing/2014/main" id="{6040A051-73AA-40C0-A365-83B7628E382C}"/>
              </a:ext>
            </a:extLst>
          </p:cNvPr>
          <p:cNvSpPr>
            <a:spLocks xmlns:a="http://schemas.openxmlformats.org/drawingml/2006/main" noGrp="1"/>
          </p:cNvSpPr>
          <p:nvPr/>
        </p:nvSpPr>
        <p:spPr>
          <a:xfrm xmlns:a="http://schemas.openxmlformats.org/drawingml/2006/main">
            <a:off x="5257800" y="1657350"/>
            <a:ext cx="0" cy="381000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10" name="">
            <a:extLst xmlns:a="http://schemas.openxmlformats.org/drawingml/2006/main">
              <a:ext uri="{FF2B5EF4-FFF2-40B4-BE49-F238E27FC236}">
                <a16:creationId xmlns:a16="http://schemas.microsoft.com/office/drawing/2014/main" id="{232F2662-5BDF-47D3-9000-2AEEF7C1286D}"/>
              </a:ext>
            </a:extLst>
          </p:cNvPr>
          <p:cNvSpPr>
            <a:spLocks xmlns:a="http://schemas.openxmlformats.org/drawingml/2006/main" noGrp="1"/>
          </p:cNvSpPr>
          <p:nvPr/>
        </p:nvSpPr>
        <p:spPr>
          <a:xfrm xmlns:a="http://schemas.openxmlformats.org/drawingml/2006/main">
            <a:off x="5734050" y="166687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63A50"/>
                </a:solidFill>
                <a:latin typeface="Yu Gothic"/>
                <a:ea typeface="Yu Gothic"/>
                <a:cs typeface="Yu Gothic"/>
              </a:defRPr>
            </a:defPPr>
            <a:lvl1pPr algn="l">
              <a:defRPr sz="1650" b="1">
                <a:solidFill>
                  <a:srgbClr val="163A50"/>
                </a:solidFill>
                <a:latin typeface="Yu Gothic"/>
                <a:ea typeface="Yu Gothic"/>
                <a:cs typeface="Yu Gothic"/>
              </a:defRPr>
            </a:lvl1pPr>
            <a:lvl2pPr algn="l">
              <a:defRPr sz="1650" b="1">
                <a:solidFill>
                  <a:srgbClr val="163A50"/>
                </a:solidFill>
                <a:latin typeface="Yu Gothic"/>
                <a:ea typeface="Yu Gothic"/>
                <a:cs typeface="Yu Gothic"/>
              </a:defRPr>
            </a:lvl2pPr>
            <a:lvl3pPr algn="l">
              <a:defRPr sz="1650" b="1">
                <a:solidFill>
                  <a:srgbClr val="163A50"/>
                </a:solidFill>
                <a:latin typeface="Yu Gothic"/>
                <a:ea typeface="Yu Gothic"/>
                <a:cs typeface="Yu Gothic"/>
              </a:defRPr>
            </a:lvl3pPr>
            <a:lvl4pPr algn="l">
              <a:defRPr sz="1650" b="1">
                <a:solidFill>
                  <a:srgbClr val="163A50"/>
                </a:solidFill>
                <a:latin typeface="Yu Gothic"/>
                <a:ea typeface="Yu Gothic"/>
                <a:cs typeface="Yu Gothic"/>
              </a:defRPr>
            </a:lvl4pPr>
            <a:lvl5pPr algn="l">
              <a:defRPr sz="1650" b="1">
                <a:solidFill>
                  <a:srgbClr val="163A50"/>
                </a:solidFill>
                <a:latin typeface="Yu Gothic"/>
                <a:ea typeface="Yu Gothic"/>
                <a:cs typeface="Yu Gothic"/>
              </a:defRPr>
            </a:lvl5pPr>
            <a:lvl6pPr algn="l">
              <a:defRPr sz="1650" b="1">
                <a:solidFill>
                  <a:srgbClr val="163A50"/>
                </a:solidFill>
                <a:latin typeface="Yu Gothic"/>
                <a:ea typeface="Yu Gothic"/>
                <a:cs typeface="Yu Gothic"/>
              </a:defRPr>
            </a:lvl6pPr>
            <a:lvl7pPr algn="l">
              <a:defRPr sz="1650" b="1">
                <a:solidFill>
                  <a:srgbClr val="163A50"/>
                </a:solidFill>
                <a:latin typeface="Yu Gothic"/>
                <a:ea typeface="Yu Gothic"/>
                <a:cs typeface="Yu Gothic"/>
              </a:defRPr>
            </a:lvl7pPr>
            <a:lvl8pPr algn="l">
              <a:defRPr sz="1650" b="1">
                <a:solidFill>
                  <a:srgbClr val="163A50"/>
                </a:solidFill>
                <a:latin typeface="Yu Gothic"/>
                <a:ea typeface="Yu Gothic"/>
                <a:cs typeface="Yu Gothic"/>
              </a:defRPr>
            </a:lvl8pPr>
            <a:lvl9pPr algn="l">
              <a:defRPr sz="1650" b="1">
                <a:solidFill>
                  <a:srgbClr val="163A50"/>
                </a:solidFill>
                <a:latin typeface="Yu Gothic"/>
                <a:ea typeface="Yu Gothic"/>
                <a:cs typeface="Yu Gothic"/>
              </a:defRPr>
            </a:lvl9pPr>
          </a:lstStyle>
          <a:p xmlns:a="http://schemas.openxmlformats.org/drawingml/2006/main">
            <a:pPr algn="l">
              <a:defRPr sz="1650" b="1">
                <a:solidFill>
                  <a:srgbClr val="163A50"/>
                </a:solidFill>
                <a:latin typeface="Yu Gothic"/>
                <a:ea typeface="Yu Gothic"/>
                <a:cs typeface="Yu Gothic"/>
              </a:defRPr>
            </a:pPr>
            <a:r>
              <a:rPr sz="1650" b="1">
                <a:solidFill>
                  <a:srgbClr val="163A50"/>
                </a:solidFill>
                <a:latin typeface="Yu Gothic"/>
                <a:ea typeface="Yu Gothic"/>
                <a:cs typeface="Yu Gothic"/>
              </a:rPr>
              <a:t>適合率</a:t>
            </a:r>
          </a:p>
        </p:txBody>
      </p:sp>
      <p:sp>
        <p:nvSpPr>
          <p:cNvPr id="11" name="">
            <a:extLst xmlns:a="http://schemas.openxmlformats.org/drawingml/2006/main">
              <a:ext uri="{FF2B5EF4-FFF2-40B4-BE49-F238E27FC236}">
                <a16:creationId xmlns:a16="http://schemas.microsoft.com/office/drawing/2014/main" id="{7BF24A54-01FA-4804-8F9E-69E401DA6E86}"/>
              </a:ext>
            </a:extLst>
          </p:cNvPr>
          <p:cNvSpPr>
            <a:spLocks xmlns:a="http://schemas.openxmlformats.org/drawingml/2006/main" noGrp="1"/>
          </p:cNvSpPr>
          <p:nvPr/>
        </p:nvSpPr>
        <p:spPr>
          <a:xfrm xmlns:a="http://schemas.openxmlformats.org/drawingml/2006/main">
            <a:off x="7524750" y="1666875"/>
            <a:ext cx="3810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0">
                <a:solidFill>
                  <a:srgbClr val="142B3B"/>
                </a:solidFill>
                <a:latin typeface="Yu Gothic"/>
                <a:ea typeface="Yu Gothic"/>
                <a:cs typeface="Yu Gothic"/>
              </a:defRPr>
            </a:defPPr>
            <a:lvl1pPr algn="l">
              <a:defRPr sz="1425" b="0">
                <a:solidFill>
                  <a:srgbClr val="142B3B"/>
                </a:solidFill>
                <a:latin typeface="Yu Gothic"/>
                <a:ea typeface="Yu Gothic"/>
                <a:cs typeface="Yu Gothic"/>
              </a:defRPr>
            </a:lvl1pPr>
            <a:lvl2pPr algn="l">
              <a:defRPr sz="1425" b="0">
                <a:solidFill>
                  <a:srgbClr val="142B3B"/>
                </a:solidFill>
                <a:latin typeface="Yu Gothic"/>
                <a:ea typeface="Yu Gothic"/>
                <a:cs typeface="Yu Gothic"/>
              </a:defRPr>
            </a:lvl2pPr>
            <a:lvl3pPr algn="l">
              <a:defRPr sz="1425" b="0">
                <a:solidFill>
                  <a:srgbClr val="142B3B"/>
                </a:solidFill>
                <a:latin typeface="Yu Gothic"/>
                <a:ea typeface="Yu Gothic"/>
                <a:cs typeface="Yu Gothic"/>
              </a:defRPr>
            </a:lvl3pPr>
            <a:lvl4pPr algn="l">
              <a:defRPr sz="1425" b="0">
                <a:solidFill>
                  <a:srgbClr val="142B3B"/>
                </a:solidFill>
                <a:latin typeface="Yu Gothic"/>
                <a:ea typeface="Yu Gothic"/>
                <a:cs typeface="Yu Gothic"/>
              </a:defRPr>
            </a:lvl4pPr>
            <a:lvl5pPr algn="l">
              <a:defRPr sz="1425" b="0">
                <a:solidFill>
                  <a:srgbClr val="142B3B"/>
                </a:solidFill>
                <a:latin typeface="Yu Gothic"/>
                <a:ea typeface="Yu Gothic"/>
                <a:cs typeface="Yu Gothic"/>
              </a:defRPr>
            </a:lvl5pPr>
            <a:lvl6pPr algn="l">
              <a:defRPr sz="1425" b="0">
                <a:solidFill>
                  <a:srgbClr val="142B3B"/>
                </a:solidFill>
                <a:latin typeface="Yu Gothic"/>
                <a:ea typeface="Yu Gothic"/>
                <a:cs typeface="Yu Gothic"/>
              </a:defRPr>
            </a:lvl6pPr>
            <a:lvl7pPr algn="l">
              <a:defRPr sz="1425" b="0">
                <a:solidFill>
                  <a:srgbClr val="142B3B"/>
                </a:solidFill>
                <a:latin typeface="Yu Gothic"/>
                <a:ea typeface="Yu Gothic"/>
                <a:cs typeface="Yu Gothic"/>
              </a:defRPr>
            </a:lvl7pPr>
            <a:lvl8pPr algn="l">
              <a:defRPr sz="1425" b="0">
                <a:solidFill>
                  <a:srgbClr val="142B3B"/>
                </a:solidFill>
                <a:latin typeface="Yu Gothic"/>
                <a:ea typeface="Yu Gothic"/>
                <a:cs typeface="Yu Gothic"/>
              </a:defRPr>
            </a:lvl8pPr>
            <a:lvl9pPr algn="l">
              <a:defRPr sz="1425" b="0">
                <a:solidFill>
                  <a:srgbClr val="142B3B"/>
                </a:solidFill>
                <a:latin typeface="Yu Gothic"/>
                <a:ea typeface="Yu Gothic"/>
                <a:cs typeface="Yu Gothic"/>
              </a:defRPr>
            </a:lvl9pPr>
          </a:lstStyle>
          <a:p xmlns:a="http://schemas.openxmlformats.org/drawingml/2006/main">
            <a:pPr algn="l">
              <a:defRPr sz="1425" b="0">
                <a:solidFill>
                  <a:srgbClr val="142B3B"/>
                </a:solidFill>
                <a:latin typeface="Yu Gothic"/>
                <a:ea typeface="Yu Gothic"/>
                <a:cs typeface="Yu Gothic"/>
              </a:defRPr>
            </a:pPr>
            <a:r>
              <a:rPr sz="1425" b="0">
                <a:solidFill>
                  <a:srgbClr val="142B3B"/>
                </a:solidFill>
                <a:latin typeface="Yu Gothic"/>
                <a:ea typeface="Yu Gothic"/>
                <a:cs typeface="Yu Gothic"/>
              </a:rPr>
              <a:t>yes と予測した中で、本当に yes の割合</a:t>
            </a:r>
          </a:p>
        </p:txBody>
      </p:sp>
      <p:sp>
        <p:nvSpPr>
          <p:cNvPr id="12" name="">
            <a:extLst xmlns:a="http://schemas.openxmlformats.org/drawingml/2006/main">
              <a:ext uri="{FF2B5EF4-FFF2-40B4-BE49-F238E27FC236}">
                <a16:creationId xmlns:a16="http://schemas.microsoft.com/office/drawing/2014/main" id="{67405E41-411C-4A85-88AC-4FA8C337FBDE}"/>
              </a:ext>
            </a:extLst>
          </p:cNvPr>
          <p:cNvSpPr>
            <a:spLocks xmlns:a="http://schemas.openxmlformats.org/drawingml/2006/main" noGrp="1"/>
          </p:cNvSpPr>
          <p:nvPr/>
        </p:nvSpPr>
        <p:spPr>
          <a:xfrm xmlns:a="http://schemas.openxmlformats.org/drawingml/2006/main">
            <a:off x="5734050" y="2314575"/>
            <a:ext cx="5524500" cy="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13" name="">
            <a:extLst xmlns:a="http://schemas.openxmlformats.org/drawingml/2006/main">
              <a:ext uri="{FF2B5EF4-FFF2-40B4-BE49-F238E27FC236}">
                <a16:creationId xmlns:a16="http://schemas.microsoft.com/office/drawing/2014/main" id="{328CC62E-FF58-4FAF-91E7-89D95B0D4FD3}"/>
              </a:ext>
            </a:extLst>
          </p:cNvPr>
          <p:cNvSpPr>
            <a:spLocks xmlns:a="http://schemas.openxmlformats.org/drawingml/2006/main" noGrp="1"/>
          </p:cNvSpPr>
          <p:nvPr/>
        </p:nvSpPr>
        <p:spPr>
          <a:xfrm xmlns:a="http://schemas.openxmlformats.org/drawingml/2006/main">
            <a:off x="5734050" y="256222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63A50"/>
                </a:solidFill>
                <a:latin typeface="Yu Gothic"/>
                <a:ea typeface="Yu Gothic"/>
                <a:cs typeface="Yu Gothic"/>
              </a:defRPr>
            </a:defPPr>
            <a:lvl1pPr algn="l">
              <a:defRPr sz="1650" b="1">
                <a:solidFill>
                  <a:srgbClr val="163A50"/>
                </a:solidFill>
                <a:latin typeface="Yu Gothic"/>
                <a:ea typeface="Yu Gothic"/>
                <a:cs typeface="Yu Gothic"/>
              </a:defRPr>
            </a:lvl1pPr>
            <a:lvl2pPr algn="l">
              <a:defRPr sz="1650" b="1">
                <a:solidFill>
                  <a:srgbClr val="163A50"/>
                </a:solidFill>
                <a:latin typeface="Yu Gothic"/>
                <a:ea typeface="Yu Gothic"/>
                <a:cs typeface="Yu Gothic"/>
              </a:defRPr>
            </a:lvl2pPr>
            <a:lvl3pPr algn="l">
              <a:defRPr sz="1650" b="1">
                <a:solidFill>
                  <a:srgbClr val="163A50"/>
                </a:solidFill>
                <a:latin typeface="Yu Gothic"/>
                <a:ea typeface="Yu Gothic"/>
                <a:cs typeface="Yu Gothic"/>
              </a:defRPr>
            </a:lvl3pPr>
            <a:lvl4pPr algn="l">
              <a:defRPr sz="1650" b="1">
                <a:solidFill>
                  <a:srgbClr val="163A50"/>
                </a:solidFill>
                <a:latin typeface="Yu Gothic"/>
                <a:ea typeface="Yu Gothic"/>
                <a:cs typeface="Yu Gothic"/>
              </a:defRPr>
            </a:lvl4pPr>
            <a:lvl5pPr algn="l">
              <a:defRPr sz="1650" b="1">
                <a:solidFill>
                  <a:srgbClr val="163A50"/>
                </a:solidFill>
                <a:latin typeface="Yu Gothic"/>
                <a:ea typeface="Yu Gothic"/>
                <a:cs typeface="Yu Gothic"/>
              </a:defRPr>
            </a:lvl5pPr>
            <a:lvl6pPr algn="l">
              <a:defRPr sz="1650" b="1">
                <a:solidFill>
                  <a:srgbClr val="163A50"/>
                </a:solidFill>
                <a:latin typeface="Yu Gothic"/>
                <a:ea typeface="Yu Gothic"/>
                <a:cs typeface="Yu Gothic"/>
              </a:defRPr>
            </a:lvl6pPr>
            <a:lvl7pPr algn="l">
              <a:defRPr sz="1650" b="1">
                <a:solidFill>
                  <a:srgbClr val="163A50"/>
                </a:solidFill>
                <a:latin typeface="Yu Gothic"/>
                <a:ea typeface="Yu Gothic"/>
                <a:cs typeface="Yu Gothic"/>
              </a:defRPr>
            </a:lvl7pPr>
            <a:lvl8pPr algn="l">
              <a:defRPr sz="1650" b="1">
                <a:solidFill>
                  <a:srgbClr val="163A50"/>
                </a:solidFill>
                <a:latin typeface="Yu Gothic"/>
                <a:ea typeface="Yu Gothic"/>
                <a:cs typeface="Yu Gothic"/>
              </a:defRPr>
            </a:lvl8pPr>
            <a:lvl9pPr algn="l">
              <a:defRPr sz="1650" b="1">
                <a:solidFill>
                  <a:srgbClr val="163A50"/>
                </a:solidFill>
                <a:latin typeface="Yu Gothic"/>
                <a:ea typeface="Yu Gothic"/>
                <a:cs typeface="Yu Gothic"/>
              </a:defRPr>
            </a:lvl9pPr>
          </a:lstStyle>
          <a:p xmlns:a="http://schemas.openxmlformats.org/drawingml/2006/main">
            <a:pPr algn="l">
              <a:defRPr sz="1650" b="1">
                <a:solidFill>
                  <a:srgbClr val="163A50"/>
                </a:solidFill>
                <a:latin typeface="Yu Gothic"/>
                <a:ea typeface="Yu Gothic"/>
                <a:cs typeface="Yu Gothic"/>
              </a:defRPr>
            </a:pPr>
            <a:r>
              <a:rPr sz="1650" b="1">
                <a:solidFill>
                  <a:srgbClr val="163A50"/>
                </a:solidFill>
                <a:latin typeface="Yu Gothic"/>
                <a:ea typeface="Yu Gothic"/>
                <a:cs typeface="Yu Gothic"/>
              </a:rPr>
              <a:t>F1</a:t>
            </a:r>
          </a:p>
        </p:txBody>
      </p:sp>
      <p:sp>
        <p:nvSpPr>
          <p:cNvPr id="14" name="">
            <a:extLst xmlns:a="http://schemas.openxmlformats.org/drawingml/2006/main">
              <a:ext uri="{FF2B5EF4-FFF2-40B4-BE49-F238E27FC236}">
                <a16:creationId xmlns:a16="http://schemas.microsoft.com/office/drawing/2014/main" id="{2E8B7505-5B85-4C84-97F6-3BE7648C478F}"/>
              </a:ext>
            </a:extLst>
          </p:cNvPr>
          <p:cNvSpPr>
            <a:spLocks xmlns:a="http://schemas.openxmlformats.org/drawingml/2006/main" noGrp="1"/>
          </p:cNvSpPr>
          <p:nvPr/>
        </p:nvSpPr>
        <p:spPr>
          <a:xfrm xmlns:a="http://schemas.openxmlformats.org/drawingml/2006/main">
            <a:off x="7524750" y="2562225"/>
            <a:ext cx="3810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0">
                <a:solidFill>
                  <a:srgbClr val="142B3B"/>
                </a:solidFill>
                <a:latin typeface="Yu Gothic"/>
                <a:ea typeface="Yu Gothic"/>
                <a:cs typeface="Yu Gothic"/>
              </a:defRPr>
            </a:defPPr>
            <a:lvl1pPr algn="l">
              <a:defRPr sz="1425" b="0">
                <a:solidFill>
                  <a:srgbClr val="142B3B"/>
                </a:solidFill>
                <a:latin typeface="Yu Gothic"/>
                <a:ea typeface="Yu Gothic"/>
                <a:cs typeface="Yu Gothic"/>
              </a:defRPr>
            </a:lvl1pPr>
            <a:lvl2pPr algn="l">
              <a:defRPr sz="1425" b="0">
                <a:solidFill>
                  <a:srgbClr val="142B3B"/>
                </a:solidFill>
                <a:latin typeface="Yu Gothic"/>
                <a:ea typeface="Yu Gothic"/>
                <a:cs typeface="Yu Gothic"/>
              </a:defRPr>
            </a:lvl2pPr>
            <a:lvl3pPr algn="l">
              <a:defRPr sz="1425" b="0">
                <a:solidFill>
                  <a:srgbClr val="142B3B"/>
                </a:solidFill>
                <a:latin typeface="Yu Gothic"/>
                <a:ea typeface="Yu Gothic"/>
                <a:cs typeface="Yu Gothic"/>
              </a:defRPr>
            </a:lvl3pPr>
            <a:lvl4pPr algn="l">
              <a:defRPr sz="1425" b="0">
                <a:solidFill>
                  <a:srgbClr val="142B3B"/>
                </a:solidFill>
                <a:latin typeface="Yu Gothic"/>
                <a:ea typeface="Yu Gothic"/>
                <a:cs typeface="Yu Gothic"/>
              </a:defRPr>
            </a:lvl4pPr>
            <a:lvl5pPr algn="l">
              <a:defRPr sz="1425" b="0">
                <a:solidFill>
                  <a:srgbClr val="142B3B"/>
                </a:solidFill>
                <a:latin typeface="Yu Gothic"/>
                <a:ea typeface="Yu Gothic"/>
                <a:cs typeface="Yu Gothic"/>
              </a:defRPr>
            </a:lvl5pPr>
            <a:lvl6pPr algn="l">
              <a:defRPr sz="1425" b="0">
                <a:solidFill>
                  <a:srgbClr val="142B3B"/>
                </a:solidFill>
                <a:latin typeface="Yu Gothic"/>
                <a:ea typeface="Yu Gothic"/>
                <a:cs typeface="Yu Gothic"/>
              </a:defRPr>
            </a:lvl6pPr>
            <a:lvl7pPr algn="l">
              <a:defRPr sz="1425" b="0">
                <a:solidFill>
                  <a:srgbClr val="142B3B"/>
                </a:solidFill>
                <a:latin typeface="Yu Gothic"/>
                <a:ea typeface="Yu Gothic"/>
                <a:cs typeface="Yu Gothic"/>
              </a:defRPr>
            </a:lvl7pPr>
            <a:lvl8pPr algn="l">
              <a:defRPr sz="1425" b="0">
                <a:solidFill>
                  <a:srgbClr val="142B3B"/>
                </a:solidFill>
                <a:latin typeface="Yu Gothic"/>
                <a:ea typeface="Yu Gothic"/>
                <a:cs typeface="Yu Gothic"/>
              </a:defRPr>
            </a:lvl8pPr>
            <a:lvl9pPr algn="l">
              <a:defRPr sz="1425" b="0">
                <a:solidFill>
                  <a:srgbClr val="142B3B"/>
                </a:solidFill>
                <a:latin typeface="Yu Gothic"/>
                <a:ea typeface="Yu Gothic"/>
                <a:cs typeface="Yu Gothic"/>
              </a:defRPr>
            </a:lvl9pPr>
          </a:lstStyle>
          <a:p xmlns:a="http://schemas.openxmlformats.org/drawingml/2006/main">
            <a:pPr algn="l">
              <a:defRPr sz="1425" b="0">
                <a:solidFill>
                  <a:srgbClr val="142B3B"/>
                </a:solidFill>
                <a:latin typeface="Yu Gothic"/>
                <a:ea typeface="Yu Gothic"/>
                <a:cs typeface="Yu Gothic"/>
              </a:defRPr>
            </a:pPr>
            <a:r>
              <a:rPr sz="1425" b="0">
                <a:solidFill>
                  <a:srgbClr val="142B3B"/>
                </a:solidFill>
                <a:latin typeface="Yu Gothic"/>
                <a:ea typeface="Yu Gothic"/>
                <a:cs typeface="Yu Gothic"/>
              </a:rPr>
              <a:t>適合率と再現率をまとめた値</a:t>
            </a:r>
          </a:p>
        </p:txBody>
      </p:sp>
      <p:sp>
        <p:nvSpPr>
          <p:cNvPr id="15" name="">
            <a:extLst xmlns:a="http://schemas.openxmlformats.org/drawingml/2006/main">
              <a:ext uri="{FF2B5EF4-FFF2-40B4-BE49-F238E27FC236}">
                <a16:creationId xmlns:a16="http://schemas.microsoft.com/office/drawing/2014/main" id="{1421BA2A-E510-42D1-85C1-A2771FAE0AE7}"/>
              </a:ext>
            </a:extLst>
          </p:cNvPr>
          <p:cNvSpPr>
            <a:spLocks xmlns:a="http://schemas.openxmlformats.org/drawingml/2006/main" noGrp="1"/>
          </p:cNvSpPr>
          <p:nvPr/>
        </p:nvSpPr>
        <p:spPr>
          <a:xfrm xmlns:a="http://schemas.openxmlformats.org/drawingml/2006/main">
            <a:off x="5734050" y="3209925"/>
            <a:ext cx="5524500" cy="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16" name="">
            <a:extLst xmlns:a="http://schemas.openxmlformats.org/drawingml/2006/main">
              <a:ext uri="{FF2B5EF4-FFF2-40B4-BE49-F238E27FC236}">
                <a16:creationId xmlns:a16="http://schemas.microsoft.com/office/drawing/2014/main" id="{109C7A0C-C2B4-4F01-A7DC-46B7E7FB7003}"/>
              </a:ext>
            </a:extLst>
          </p:cNvPr>
          <p:cNvSpPr>
            <a:spLocks xmlns:a="http://schemas.openxmlformats.org/drawingml/2006/main" noGrp="1"/>
          </p:cNvSpPr>
          <p:nvPr/>
        </p:nvSpPr>
        <p:spPr>
          <a:xfrm xmlns:a="http://schemas.openxmlformats.org/drawingml/2006/main">
            <a:off x="5734050" y="345757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5B6D76"/>
                </a:solidFill>
                <a:latin typeface="Yu Gothic"/>
                <a:ea typeface="Yu Gothic"/>
                <a:cs typeface="Yu Gothic"/>
              </a:defRPr>
            </a:defPPr>
            <a:lvl1pPr algn="l">
              <a:defRPr sz="1650" b="1">
                <a:solidFill>
                  <a:srgbClr val="5B6D76"/>
                </a:solidFill>
                <a:latin typeface="Yu Gothic"/>
                <a:ea typeface="Yu Gothic"/>
                <a:cs typeface="Yu Gothic"/>
              </a:defRPr>
            </a:lvl1pPr>
            <a:lvl2pPr algn="l">
              <a:defRPr sz="1650" b="1">
                <a:solidFill>
                  <a:srgbClr val="5B6D76"/>
                </a:solidFill>
                <a:latin typeface="Yu Gothic"/>
                <a:ea typeface="Yu Gothic"/>
                <a:cs typeface="Yu Gothic"/>
              </a:defRPr>
            </a:lvl2pPr>
            <a:lvl3pPr algn="l">
              <a:defRPr sz="1650" b="1">
                <a:solidFill>
                  <a:srgbClr val="5B6D76"/>
                </a:solidFill>
                <a:latin typeface="Yu Gothic"/>
                <a:ea typeface="Yu Gothic"/>
                <a:cs typeface="Yu Gothic"/>
              </a:defRPr>
            </a:lvl3pPr>
            <a:lvl4pPr algn="l">
              <a:defRPr sz="1650" b="1">
                <a:solidFill>
                  <a:srgbClr val="5B6D76"/>
                </a:solidFill>
                <a:latin typeface="Yu Gothic"/>
                <a:ea typeface="Yu Gothic"/>
                <a:cs typeface="Yu Gothic"/>
              </a:defRPr>
            </a:lvl4pPr>
            <a:lvl5pPr algn="l">
              <a:defRPr sz="1650" b="1">
                <a:solidFill>
                  <a:srgbClr val="5B6D76"/>
                </a:solidFill>
                <a:latin typeface="Yu Gothic"/>
                <a:ea typeface="Yu Gothic"/>
                <a:cs typeface="Yu Gothic"/>
              </a:defRPr>
            </a:lvl5pPr>
            <a:lvl6pPr algn="l">
              <a:defRPr sz="1650" b="1">
                <a:solidFill>
                  <a:srgbClr val="5B6D76"/>
                </a:solidFill>
                <a:latin typeface="Yu Gothic"/>
                <a:ea typeface="Yu Gothic"/>
                <a:cs typeface="Yu Gothic"/>
              </a:defRPr>
            </a:lvl6pPr>
            <a:lvl7pPr algn="l">
              <a:defRPr sz="1650" b="1">
                <a:solidFill>
                  <a:srgbClr val="5B6D76"/>
                </a:solidFill>
                <a:latin typeface="Yu Gothic"/>
                <a:ea typeface="Yu Gothic"/>
                <a:cs typeface="Yu Gothic"/>
              </a:defRPr>
            </a:lvl7pPr>
            <a:lvl8pPr algn="l">
              <a:defRPr sz="1650" b="1">
                <a:solidFill>
                  <a:srgbClr val="5B6D76"/>
                </a:solidFill>
                <a:latin typeface="Yu Gothic"/>
                <a:ea typeface="Yu Gothic"/>
                <a:cs typeface="Yu Gothic"/>
              </a:defRPr>
            </a:lvl8pPr>
            <a:lvl9pPr algn="l">
              <a:defRPr sz="1650" b="1">
                <a:solidFill>
                  <a:srgbClr val="5B6D76"/>
                </a:solidFill>
                <a:latin typeface="Yu Gothic"/>
                <a:ea typeface="Yu Gothic"/>
                <a:cs typeface="Yu Gothic"/>
              </a:defRPr>
            </a:lvl9pPr>
          </a:lstStyle>
          <a:p xmlns:a="http://schemas.openxmlformats.org/drawingml/2006/main">
            <a:pPr algn="l">
              <a:defRPr sz="1650" b="1">
                <a:solidFill>
                  <a:srgbClr val="5B6D76"/>
                </a:solidFill>
                <a:latin typeface="Yu Gothic"/>
                <a:ea typeface="Yu Gothic"/>
                <a:cs typeface="Yu Gothic"/>
              </a:defRPr>
            </a:pPr>
            <a:r>
              <a:rPr sz="1650" b="1">
                <a:solidFill>
                  <a:srgbClr val="5B6D76"/>
                </a:solidFill>
                <a:latin typeface="Yu Gothic"/>
                <a:ea typeface="Yu Gothic"/>
                <a:cs typeface="Yu Gothic"/>
              </a:rPr>
              <a:t>正解率</a:t>
            </a:r>
          </a:p>
        </p:txBody>
      </p:sp>
      <p:sp>
        <p:nvSpPr>
          <p:cNvPr id="17" name="">
            <a:extLst xmlns:a="http://schemas.openxmlformats.org/drawingml/2006/main">
              <a:ext uri="{FF2B5EF4-FFF2-40B4-BE49-F238E27FC236}">
                <a16:creationId xmlns:a16="http://schemas.microsoft.com/office/drawing/2014/main" id="{2A200BD9-1736-4094-BBB9-9A57C9B5433E}"/>
              </a:ext>
            </a:extLst>
          </p:cNvPr>
          <p:cNvSpPr>
            <a:spLocks xmlns:a="http://schemas.openxmlformats.org/drawingml/2006/main" noGrp="1"/>
          </p:cNvSpPr>
          <p:nvPr/>
        </p:nvSpPr>
        <p:spPr>
          <a:xfrm xmlns:a="http://schemas.openxmlformats.org/drawingml/2006/main">
            <a:off x="7524750" y="3457575"/>
            <a:ext cx="3810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0">
                <a:solidFill>
                  <a:srgbClr val="142B3B"/>
                </a:solidFill>
                <a:latin typeface="Yu Gothic"/>
                <a:ea typeface="Yu Gothic"/>
                <a:cs typeface="Yu Gothic"/>
              </a:defRPr>
            </a:defPPr>
            <a:lvl1pPr algn="l">
              <a:defRPr sz="1425" b="0">
                <a:solidFill>
                  <a:srgbClr val="142B3B"/>
                </a:solidFill>
                <a:latin typeface="Yu Gothic"/>
                <a:ea typeface="Yu Gothic"/>
                <a:cs typeface="Yu Gothic"/>
              </a:defRPr>
            </a:lvl1pPr>
            <a:lvl2pPr algn="l">
              <a:defRPr sz="1425" b="0">
                <a:solidFill>
                  <a:srgbClr val="142B3B"/>
                </a:solidFill>
                <a:latin typeface="Yu Gothic"/>
                <a:ea typeface="Yu Gothic"/>
                <a:cs typeface="Yu Gothic"/>
              </a:defRPr>
            </a:lvl2pPr>
            <a:lvl3pPr algn="l">
              <a:defRPr sz="1425" b="0">
                <a:solidFill>
                  <a:srgbClr val="142B3B"/>
                </a:solidFill>
                <a:latin typeface="Yu Gothic"/>
                <a:ea typeface="Yu Gothic"/>
                <a:cs typeface="Yu Gothic"/>
              </a:defRPr>
            </a:lvl3pPr>
            <a:lvl4pPr algn="l">
              <a:defRPr sz="1425" b="0">
                <a:solidFill>
                  <a:srgbClr val="142B3B"/>
                </a:solidFill>
                <a:latin typeface="Yu Gothic"/>
                <a:ea typeface="Yu Gothic"/>
                <a:cs typeface="Yu Gothic"/>
              </a:defRPr>
            </a:lvl4pPr>
            <a:lvl5pPr algn="l">
              <a:defRPr sz="1425" b="0">
                <a:solidFill>
                  <a:srgbClr val="142B3B"/>
                </a:solidFill>
                <a:latin typeface="Yu Gothic"/>
                <a:ea typeface="Yu Gothic"/>
                <a:cs typeface="Yu Gothic"/>
              </a:defRPr>
            </a:lvl5pPr>
            <a:lvl6pPr algn="l">
              <a:defRPr sz="1425" b="0">
                <a:solidFill>
                  <a:srgbClr val="142B3B"/>
                </a:solidFill>
                <a:latin typeface="Yu Gothic"/>
                <a:ea typeface="Yu Gothic"/>
                <a:cs typeface="Yu Gothic"/>
              </a:defRPr>
            </a:lvl6pPr>
            <a:lvl7pPr algn="l">
              <a:defRPr sz="1425" b="0">
                <a:solidFill>
                  <a:srgbClr val="142B3B"/>
                </a:solidFill>
                <a:latin typeface="Yu Gothic"/>
                <a:ea typeface="Yu Gothic"/>
                <a:cs typeface="Yu Gothic"/>
              </a:defRPr>
            </a:lvl7pPr>
            <a:lvl8pPr algn="l">
              <a:defRPr sz="1425" b="0">
                <a:solidFill>
                  <a:srgbClr val="142B3B"/>
                </a:solidFill>
                <a:latin typeface="Yu Gothic"/>
                <a:ea typeface="Yu Gothic"/>
                <a:cs typeface="Yu Gothic"/>
              </a:defRPr>
            </a:lvl8pPr>
            <a:lvl9pPr algn="l">
              <a:defRPr sz="1425" b="0">
                <a:solidFill>
                  <a:srgbClr val="142B3B"/>
                </a:solidFill>
                <a:latin typeface="Yu Gothic"/>
                <a:ea typeface="Yu Gothic"/>
                <a:cs typeface="Yu Gothic"/>
              </a:defRPr>
            </a:lvl9pPr>
          </a:lstStyle>
          <a:p xmlns:a="http://schemas.openxmlformats.org/drawingml/2006/main">
            <a:pPr algn="l">
              <a:defRPr sz="1425" b="0">
                <a:solidFill>
                  <a:srgbClr val="142B3B"/>
                </a:solidFill>
                <a:latin typeface="Yu Gothic"/>
                <a:ea typeface="Yu Gothic"/>
                <a:cs typeface="Yu Gothic"/>
              </a:defRPr>
            </a:pPr>
            <a:r>
              <a:rPr sz="1425" b="0">
                <a:solidFill>
                  <a:srgbClr val="142B3B"/>
                </a:solidFill>
                <a:latin typeface="Yu Gothic"/>
                <a:ea typeface="Yu Gothic"/>
                <a:cs typeface="Yu Gothic"/>
              </a:rPr>
              <a:t>全体の予測が当たった割合</a:t>
            </a:r>
          </a:p>
        </p:txBody>
      </p:sp>
      <p:sp>
        <p:nvSpPr>
          <p:cNvPr id="18" name="">
            <a:extLst xmlns:a="http://schemas.openxmlformats.org/drawingml/2006/main">
              <a:ext uri="{FF2B5EF4-FFF2-40B4-BE49-F238E27FC236}">
                <a16:creationId xmlns:a16="http://schemas.microsoft.com/office/drawing/2014/main" id="{DB6554ED-E77A-44B3-93B1-69648DB94EB1}"/>
              </a:ext>
            </a:extLst>
          </p:cNvPr>
          <p:cNvSpPr>
            <a:spLocks xmlns:a="http://schemas.openxmlformats.org/drawingml/2006/main" noGrp="1"/>
          </p:cNvSpPr>
          <p:nvPr/>
        </p:nvSpPr>
        <p:spPr>
          <a:xfrm xmlns:a="http://schemas.openxmlformats.org/drawingml/2006/main">
            <a:off x="5734050" y="4105275"/>
            <a:ext cx="5524500" cy="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19" name="">
            <a:extLst xmlns:a="http://schemas.openxmlformats.org/drawingml/2006/main">
              <a:ext uri="{FF2B5EF4-FFF2-40B4-BE49-F238E27FC236}">
                <a16:creationId xmlns:a16="http://schemas.microsoft.com/office/drawing/2014/main" id="{1D9C2643-487C-4721-B69A-8E1166E0AE47}"/>
              </a:ext>
            </a:extLst>
          </p:cNvPr>
          <p:cNvSpPr>
            <a:spLocks xmlns:a="http://schemas.openxmlformats.org/drawingml/2006/main" noGrp="1"/>
          </p:cNvSpPr>
          <p:nvPr/>
        </p:nvSpPr>
        <p:spPr>
          <a:xfrm xmlns:a="http://schemas.openxmlformats.org/drawingml/2006/main">
            <a:off x="5734050" y="435292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63A50"/>
                </a:solidFill>
                <a:latin typeface="Yu Gothic"/>
                <a:ea typeface="Yu Gothic"/>
                <a:cs typeface="Yu Gothic"/>
              </a:defRPr>
            </a:defPPr>
            <a:lvl1pPr algn="l">
              <a:defRPr sz="1650" b="1">
                <a:solidFill>
                  <a:srgbClr val="163A50"/>
                </a:solidFill>
                <a:latin typeface="Yu Gothic"/>
                <a:ea typeface="Yu Gothic"/>
                <a:cs typeface="Yu Gothic"/>
              </a:defRPr>
            </a:lvl1pPr>
            <a:lvl2pPr algn="l">
              <a:defRPr sz="1650" b="1">
                <a:solidFill>
                  <a:srgbClr val="163A50"/>
                </a:solidFill>
                <a:latin typeface="Yu Gothic"/>
                <a:ea typeface="Yu Gothic"/>
                <a:cs typeface="Yu Gothic"/>
              </a:defRPr>
            </a:lvl2pPr>
            <a:lvl3pPr algn="l">
              <a:defRPr sz="1650" b="1">
                <a:solidFill>
                  <a:srgbClr val="163A50"/>
                </a:solidFill>
                <a:latin typeface="Yu Gothic"/>
                <a:ea typeface="Yu Gothic"/>
                <a:cs typeface="Yu Gothic"/>
              </a:defRPr>
            </a:lvl3pPr>
            <a:lvl4pPr algn="l">
              <a:defRPr sz="1650" b="1">
                <a:solidFill>
                  <a:srgbClr val="163A50"/>
                </a:solidFill>
                <a:latin typeface="Yu Gothic"/>
                <a:ea typeface="Yu Gothic"/>
                <a:cs typeface="Yu Gothic"/>
              </a:defRPr>
            </a:lvl4pPr>
            <a:lvl5pPr algn="l">
              <a:defRPr sz="1650" b="1">
                <a:solidFill>
                  <a:srgbClr val="163A50"/>
                </a:solidFill>
                <a:latin typeface="Yu Gothic"/>
                <a:ea typeface="Yu Gothic"/>
                <a:cs typeface="Yu Gothic"/>
              </a:defRPr>
            </a:lvl5pPr>
            <a:lvl6pPr algn="l">
              <a:defRPr sz="1650" b="1">
                <a:solidFill>
                  <a:srgbClr val="163A50"/>
                </a:solidFill>
                <a:latin typeface="Yu Gothic"/>
                <a:ea typeface="Yu Gothic"/>
                <a:cs typeface="Yu Gothic"/>
              </a:defRPr>
            </a:lvl6pPr>
            <a:lvl7pPr algn="l">
              <a:defRPr sz="1650" b="1">
                <a:solidFill>
                  <a:srgbClr val="163A50"/>
                </a:solidFill>
                <a:latin typeface="Yu Gothic"/>
                <a:ea typeface="Yu Gothic"/>
                <a:cs typeface="Yu Gothic"/>
              </a:defRPr>
            </a:lvl7pPr>
            <a:lvl8pPr algn="l">
              <a:defRPr sz="1650" b="1">
                <a:solidFill>
                  <a:srgbClr val="163A50"/>
                </a:solidFill>
                <a:latin typeface="Yu Gothic"/>
                <a:ea typeface="Yu Gothic"/>
                <a:cs typeface="Yu Gothic"/>
              </a:defRPr>
            </a:lvl8pPr>
            <a:lvl9pPr algn="l">
              <a:defRPr sz="1650" b="1">
                <a:solidFill>
                  <a:srgbClr val="163A50"/>
                </a:solidFill>
                <a:latin typeface="Yu Gothic"/>
                <a:ea typeface="Yu Gothic"/>
                <a:cs typeface="Yu Gothic"/>
              </a:defRPr>
            </a:lvl9pPr>
          </a:lstStyle>
          <a:p xmlns:a="http://schemas.openxmlformats.org/drawingml/2006/main">
            <a:pPr algn="l">
              <a:defRPr sz="1650" b="1">
                <a:solidFill>
                  <a:srgbClr val="163A50"/>
                </a:solidFill>
                <a:latin typeface="Yu Gothic"/>
                <a:ea typeface="Yu Gothic"/>
                <a:cs typeface="Yu Gothic"/>
              </a:defRPr>
            </a:pPr>
            <a:r>
              <a:rPr sz="1650" b="1">
                <a:solidFill>
                  <a:srgbClr val="163A50"/>
                </a:solidFill>
                <a:latin typeface="Yu Gothic"/>
                <a:ea typeface="Yu Gothic"/>
                <a:cs typeface="Yu Gothic"/>
              </a:rPr>
              <a:t>PR-AUC</a:t>
            </a:r>
          </a:p>
        </p:txBody>
      </p:sp>
      <p:sp>
        <p:nvSpPr>
          <p:cNvPr id="20" name="">
            <a:extLst xmlns:a="http://schemas.openxmlformats.org/drawingml/2006/main">
              <a:ext uri="{FF2B5EF4-FFF2-40B4-BE49-F238E27FC236}">
                <a16:creationId xmlns:a16="http://schemas.microsoft.com/office/drawing/2014/main" id="{71A355AF-E04B-49E6-9DC1-08619FCB2FC5}"/>
              </a:ext>
            </a:extLst>
          </p:cNvPr>
          <p:cNvSpPr>
            <a:spLocks xmlns:a="http://schemas.openxmlformats.org/drawingml/2006/main" noGrp="1"/>
          </p:cNvSpPr>
          <p:nvPr/>
        </p:nvSpPr>
        <p:spPr>
          <a:xfrm xmlns:a="http://schemas.openxmlformats.org/drawingml/2006/main">
            <a:off x="7524750" y="4352925"/>
            <a:ext cx="3810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0">
                <a:solidFill>
                  <a:srgbClr val="142B3B"/>
                </a:solidFill>
                <a:latin typeface="Yu Gothic"/>
                <a:ea typeface="Yu Gothic"/>
                <a:cs typeface="Yu Gothic"/>
              </a:defRPr>
            </a:defPPr>
            <a:lvl1pPr algn="l">
              <a:defRPr sz="1425" b="0">
                <a:solidFill>
                  <a:srgbClr val="142B3B"/>
                </a:solidFill>
                <a:latin typeface="Yu Gothic"/>
                <a:ea typeface="Yu Gothic"/>
                <a:cs typeface="Yu Gothic"/>
              </a:defRPr>
            </a:lvl1pPr>
            <a:lvl2pPr algn="l">
              <a:defRPr sz="1425" b="0">
                <a:solidFill>
                  <a:srgbClr val="142B3B"/>
                </a:solidFill>
                <a:latin typeface="Yu Gothic"/>
                <a:ea typeface="Yu Gothic"/>
                <a:cs typeface="Yu Gothic"/>
              </a:defRPr>
            </a:lvl2pPr>
            <a:lvl3pPr algn="l">
              <a:defRPr sz="1425" b="0">
                <a:solidFill>
                  <a:srgbClr val="142B3B"/>
                </a:solidFill>
                <a:latin typeface="Yu Gothic"/>
                <a:ea typeface="Yu Gothic"/>
                <a:cs typeface="Yu Gothic"/>
              </a:defRPr>
            </a:lvl3pPr>
            <a:lvl4pPr algn="l">
              <a:defRPr sz="1425" b="0">
                <a:solidFill>
                  <a:srgbClr val="142B3B"/>
                </a:solidFill>
                <a:latin typeface="Yu Gothic"/>
                <a:ea typeface="Yu Gothic"/>
                <a:cs typeface="Yu Gothic"/>
              </a:defRPr>
            </a:lvl4pPr>
            <a:lvl5pPr algn="l">
              <a:defRPr sz="1425" b="0">
                <a:solidFill>
                  <a:srgbClr val="142B3B"/>
                </a:solidFill>
                <a:latin typeface="Yu Gothic"/>
                <a:ea typeface="Yu Gothic"/>
                <a:cs typeface="Yu Gothic"/>
              </a:defRPr>
            </a:lvl5pPr>
            <a:lvl6pPr algn="l">
              <a:defRPr sz="1425" b="0">
                <a:solidFill>
                  <a:srgbClr val="142B3B"/>
                </a:solidFill>
                <a:latin typeface="Yu Gothic"/>
                <a:ea typeface="Yu Gothic"/>
                <a:cs typeface="Yu Gothic"/>
              </a:defRPr>
            </a:lvl6pPr>
            <a:lvl7pPr algn="l">
              <a:defRPr sz="1425" b="0">
                <a:solidFill>
                  <a:srgbClr val="142B3B"/>
                </a:solidFill>
                <a:latin typeface="Yu Gothic"/>
                <a:ea typeface="Yu Gothic"/>
                <a:cs typeface="Yu Gothic"/>
              </a:defRPr>
            </a:lvl7pPr>
            <a:lvl8pPr algn="l">
              <a:defRPr sz="1425" b="0">
                <a:solidFill>
                  <a:srgbClr val="142B3B"/>
                </a:solidFill>
                <a:latin typeface="Yu Gothic"/>
                <a:ea typeface="Yu Gothic"/>
                <a:cs typeface="Yu Gothic"/>
              </a:defRPr>
            </a:lvl8pPr>
            <a:lvl9pPr algn="l">
              <a:defRPr sz="1425" b="0">
                <a:solidFill>
                  <a:srgbClr val="142B3B"/>
                </a:solidFill>
                <a:latin typeface="Yu Gothic"/>
                <a:ea typeface="Yu Gothic"/>
                <a:cs typeface="Yu Gothic"/>
              </a:defRPr>
            </a:lvl9pPr>
          </a:lstStyle>
          <a:p xmlns:a="http://schemas.openxmlformats.org/drawingml/2006/main">
            <a:pPr algn="l">
              <a:defRPr sz="1425" b="0">
                <a:solidFill>
                  <a:srgbClr val="142B3B"/>
                </a:solidFill>
                <a:latin typeface="Yu Gothic"/>
                <a:ea typeface="Yu Gothic"/>
                <a:cs typeface="Yu Gothic"/>
              </a:defRPr>
            </a:pPr>
            <a:r>
              <a:rPr sz="1425" b="0">
                <a:solidFill>
                  <a:srgbClr val="142B3B"/>
                </a:solidFill>
                <a:latin typeface="Yu Gothic"/>
                <a:ea typeface="Yu Gothic"/>
                <a:cs typeface="Yu Gothic"/>
              </a:rPr>
              <a:t>判定しきい値を動かしたときの適合率・再現率の総合評価</a:t>
            </a:r>
          </a:p>
        </p:txBody>
      </p:sp>
      <p:sp>
        <p:nvSpPr>
          <p:cNvPr id="21" name="">
            <a:extLst xmlns:a="http://schemas.openxmlformats.org/drawingml/2006/main">
              <a:ext uri="{FF2B5EF4-FFF2-40B4-BE49-F238E27FC236}">
                <a16:creationId xmlns:a16="http://schemas.microsoft.com/office/drawing/2014/main" id="{20126291-9F31-4DB7-9CE8-2936F0DC4586}"/>
              </a:ext>
            </a:extLst>
          </p:cNvPr>
          <p:cNvSpPr>
            <a:spLocks xmlns:a="http://schemas.openxmlformats.org/drawingml/2006/main" noGrp="1"/>
          </p:cNvSpPr>
          <p:nvPr/>
        </p:nvSpPr>
        <p:spPr>
          <a:xfrm xmlns:a="http://schemas.openxmlformats.org/drawingml/2006/main">
            <a:off x="723900" y="5734050"/>
            <a:ext cx="952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875" b="1">
                <a:solidFill>
                  <a:srgbClr val="142B3B"/>
                </a:solidFill>
                <a:latin typeface="Yu Gothic"/>
                <a:ea typeface="Yu Gothic"/>
                <a:cs typeface="Yu Gothic"/>
              </a:defRPr>
            </a:defPPr>
            <a:lvl1pPr algn="l">
              <a:defRPr sz="1875" b="1">
                <a:solidFill>
                  <a:srgbClr val="142B3B"/>
                </a:solidFill>
                <a:latin typeface="Yu Gothic"/>
                <a:ea typeface="Yu Gothic"/>
                <a:cs typeface="Yu Gothic"/>
              </a:defRPr>
            </a:lvl1pPr>
            <a:lvl2pPr algn="l">
              <a:defRPr sz="1875" b="1">
                <a:solidFill>
                  <a:srgbClr val="142B3B"/>
                </a:solidFill>
                <a:latin typeface="Yu Gothic"/>
                <a:ea typeface="Yu Gothic"/>
                <a:cs typeface="Yu Gothic"/>
              </a:defRPr>
            </a:lvl2pPr>
            <a:lvl3pPr algn="l">
              <a:defRPr sz="1875" b="1">
                <a:solidFill>
                  <a:srgbClr val="142B3B"/>
                </a:solidFill>
                <a:latin typeface="Yu Gothic"/>
                <a:ea typeface="Yu Gothic"/>
                <a:cs typeface="Yu Gothic"/>
              </a:defRPr>
            </a:lvl3pPr>
            <a:lvl4pPr algn="l">
              <a:defRPr sz="1875" b="1">
                <a:solidFill>
                  <a:srgbClr val="142B3B"/>
                </a:solidFill>
                <a:latin typeface="Yu Gothic"/>
                <a:ea typeface="Yu Gothic"/>
                <a:cs typeface="Yu Gothic"/>
              </a:defRPr>
            </a:lvl4pPr>
            <a:lvl5pPr algn="l">
              <a:defRPr sz="1875" b="1">
                <a:solidFill>
                  <a:srgbClr val="142B3B"/>
                </a:solidFill>
                <a:latin typeface="Yu Gothic"/>
                <a:ea typeface="Yu Gothic"/>
                <a:cs typeface="Yu Gothic"/>
              </a:defRPr>
            </a:lvl5pPr>
            <a:lvl6pPr algn="l">
              <a:defRPr sz="1875" b="1">
                <a:solidFill>
                  <a:srgbClr val="142B3B"/>
                </a:solidFill>
                <a:latin typeface="Yu Gothic"/>
                <a:ea typeface="Yu Gothic"/>
                <a:cs typeface="Yu Gothic"/>
              </a:defRPr>
            </a:lvl6pPr>
            <a:lvl7pPr algn="l">
              <a:defRPr sz="1875" b="1">
                <a:solidFill>
                  <a:srgbClr val="142B3B"/>
                </a:solidFill>
                <a:latin typeface="Yu Gothic"/>
                <a:ea typeface="Yu Gothic"/>
                <a:cs typeface="Yu Gothic"/>
              </a:defRPr>
            </a:lvl7pPr>
            <a:lvl8pPr algn="l">
              <a:defRPr sz="1875" b="1">
                <a:solidFill>
                  <a:srgbClr val="142B3B"/>
                </a:solidFill>
                <a:latin typeface="Yu Gothic"/>
                <a:ea typeface="Yu Gothic"/>
                <a:cs typeface="Yu Gothic"/>
              </a:defRPr>
            </a:lvl8pPr>
            <a:lvl9pPr algn="l">
              <a:defRPr sz="1875" b="1">
                <a:solidFill>
                  <a:srgbClr val="142B3B"/>
                </a:solidFill>
                <a:latin typeface="Yu Gothic"/>
                <a:ea typeface="Yu Gothic"/>
                <a:cs typeface="Yu Gothic"/>
              </a:defRPr>
            </a:lvl9pPr>
          </a:lstStyle>
          <a:p xmlns:a="http://schemas.openxmlformats.org/drawingml/2006/main">
            <a:pPr algn="l">
              <a:defRPr sz="1875" b="1">
                <a:solidFill>
                  <a:srgbClr val="142B3B"/>
                </a:solidFill>
                <a:latin typeface="Yu Gothic"/>
                <a:ea typeface="Yu Gothic"/>
                <a:cs typeface="Yu Gothic"/>
              </a:defRPr>
            </a:pPr>
            <a:r>
              <a:rPr sz="1875" b="1">
                <a:solidFill>
                  <a:srgbClr val="142B3B"/>
                </a:solidFill>
                <a:latin typeface="Yu Gothic"/>
                <a:ea typeface="Yu Gothic"/>
                <a:cs typeface="Yu Gothic"/>
              </a:rPr>
              <a:t>正解率だけでは、少数の yes を見つけたか分からない</a:t>
            </a:r>
          </a:p>
        </p:txBody>
      </p:sp>
    </p:spTree>
    <p:extLst>
      <p:ext uri="{BB962C8B-B14F-4D97-AF65-F5344CB8AC3E}">
        <p14:creationId xmlns:p14="http://schemas.microsoft.com/office/powerpoint/2010/main" val="573917550"/>
      </p:ext>
    </p:extLst>
  </p:cSld>
</p:sld>
</file>

<file path=ppt/slides/slide7.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ADB2DD9-0BD1-47CC-B35E-88F5DEDFBAE6}"/>
              </a:ext>
            </a:extLst>
          </p:cNvPr>
          <p:cNvSpPr>
            <a:spLocks xmlns:a="http://schemas.openxmlformats.org/drawingml/2006/main" noGrp="1"/>
          </p:cNvSpPr>
          <p:nvPr/>
        </p:nvSpPr>
        <p:spPr>
          <a:xfrm xmlns:a="http://schemas.openxmlformats.org/drawingml/2006/main">
            <a:off x="6858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47D78"/>
                </a:solidFill>
                <a:latin typeface="Yu Gothic"/>
                <a:ea typeface="Yu Gothic"/>
                <a:cs typeface="Yu Gothic"/>
              </a:defRPr>
            </a:defPPr>
            <a:lvl1pPr algn="l">
              <a:defRPr sz="975" b="1">
                <a:solidFill>
                  <a:srgbClr val="147D78"/>
                </a:solidFill>
                <a:latin typeface="Yu Gothic"/>
                <a:ea typeface="Yu Gothic"/>
                <a:cs typeface="Yu Gothic"/>
              </a:defRPr>
            </a:lvl1pPr>
            <a:lvl2pPr algn="l">
              <a:defRPr sz="975" b="1">
                <a:solidFill>
                  <a:srgbClr val="147D78"/>
                </a:solidFill>
                <a:latin typeface="Yu Gothic"/>
                <a:ea typeface="Yu Gothic"/>
                <a:cs typeface="Yu Gothic"/>
              </a:defRPr>
            </a:lvl2pPr>
            <a:lvl3pPr algn="l">
              <a:defRPr sz="975" b="1">
                <a:solidFill>
                  <a:srgbClr val="147D78"/>
                </a:solidFill>
                <a:latin typeface="Yu Gothic"/>
                <a:ea typeface="Yu Gothic"/>
                <a:cs typeface="Yu Gothic"/>
              </a:defRPr>
            </a:lvl3pPr>
            <a:lvl4pPr algn="l">
              <a:defRPr sz="975" b="1">
                <a:solidFill>
                  <a:srgbClr val="147D78"/>
                </a:solidFill>
                <a:latin typeface="Yu Gothic"/>
                <a:ea typeface="Yu Gothic"/>
                <a:cs typeface="Yu Gothic"/>
              </a:defRPr>
            </a:lvl4pPr>
            <a:lvl5pPr algn="l">
              <a:defRPr sz="975" b="1">
                <a:solidFill>
                  <a:srgbClr val="147D78"/>
                </a:solidFill>
                <a:latin typeface="Yu Gothic"/>
                <a:ea typeface="Yu Gothic"/>
                <a:cs typeface="Yu Gothic"/>
              </a:defRPr>
            </a:lvl5pPr>
            <a:lvl6pPr algn="l">
              <a:defRPr sz="975" b="1">
                <a:solidFill>
                  <a:srgbClr val="147D78"/>
                </a:solidFill>
                <a:latin typeface="Yu Gothic"/>
                <a:ea typeface="Yu Gothic"/>
                <a:cs typeface="Yu Gothic"/>
              </a:defRPr>
            </a:lvl6pPr>
            <a:lvl7pPr algn="l">
              <a:defRPr sz="975" b="1">
                <a:solidFill>
                  <a:srgbClr val="147D78"/>
                </a:solidFill>
                <a:latin typeface="Yu Gothic"/>
                <a:ea typeface="Yu Gothic"/>
                <a:cs typeface="Yu Gothic"/>
              </a:defRPr>
            </a:lvl7pPr>
            <a:lvl8pPr algn="l">
              <a:defRPr sz="975" b="1">
                <a:solidFill>
                  <a:srgbClr val="147D78"/>
                </a:solidFill>
                <a:latin typeface="Yu Gothic"/>
                <a:ea typeface="Yu Gothic"/>
                <a:cs typeface="Yu Gothic"/>
              </a:defRPr>
            </a:lvl8pPr>
            <a:lvl9pPr algn="l">
              <a:defRPr sz="975" b="1">
                <a:solidFill>
                  <a:srgbClr val="147D78"/>
                </a:solidFill>
                <a:latin typeface="Yu Gothic"/>
                <a:ea typeface="Yu Gothic"/>
                <a:cs typeface="Yu Gothic"/>
              </a:defRPr>
            </a:lvl9pPr>
          </a:lstStyle>
          <a:p xmlns:a="http://schemas.openxmlformats.org/drawingml/2006/main">
            <a:pPr algn="l">
              <a:defRPr sz="975" b="1">
                <a:solidFill>
                  <a:srgbClr val="147D78"/>
                </a:solidFill>
                <a:latin typeface="Yu Gothic"/>
                <a:ea typeface="Yu Gothic"/>
                <a:cs typeface="Yu Gothic"/>
              </a:defRPr>
            </a:pPr>
            <a:r>
              <a:rPr sz="975" b="1">
                <a:solidFill>
                  <a:srgbClr val="147D78"/>
                </a:solidFill>
                <a:latin typeface="Yu Gothic"/>
                <a:ea typeface="Yu Gothic"/>
                <a:cs typeface="Yu Gothic"/>
              </a:rPr>
              <a:t>結果</a:t>
            </a:r>
          </a:p>
        </p:txBody>
      </p:sp>
      <p:sp>
        <p:nvSpPr>
          <p:cNvPr id="2" name="">
            <a:extLst xmlns:a="http://schemas.openxmlformats.org/drawingml/2006/main">
              <a:ext uri="{FF2B5EF4-FFF2-40B4-BE49-F238E27FC236}">
                <a16:creationId xmlns:a16="http://schemas.microsoft.com/office/drawing/2014/main" id="{8127FCE4-6E1C-4646-9CB1-606A0D561F47}"/>
              </a:ext>
            </a:extLst>
          </p:cNvPr>
          <p:cNvSpPr>
            <a:spLocks xmlns:a="http://schemas.openxmlformats.org/drawingml/2006/main" noGrp="1"/>
          </p:cNvSpPr>
          <p:nvPr/>
        </p:nvSpPr>
        <p:spPr>
          <a:xfrm xmlns:a="http://schemas.openxmlformats.org/drawingml/2006/main">
            <a:off x="685800" y="6286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925" b="1">
                <a:solidFill>
                  <a:srgbClr val="142B3B"/>
                </a:solidFill>
                <a:latin typeface="Yu Gothic"/>
                <a:ea typeface="Yu Gothic"/>
                <a:cs typeface="Yu Gothic"/>
              </a:defRPr>
            </a:defPPr>
            <a:lvl1pPr algn="l">
              <a:defRPr sz="2925" b="1">
                <a:solidFill>
                  <a:srgbClr val="142B3B"/>
                </a:solidFill>
                <a:latin typeface="Yu Gothic"/>
                <a:ea typeface="Yu Gothic"/>
                <a:cs typeface="Yu Gothic"/>
              </a:defRPr>
            </a:lvl1pPr>
            <a:lvl2pPr algn="l">
              <a:defRPr sz="2925" b="1">
                <a:solidFill>
                  <a:srgbClr val="142B3B"/>
                </a:solidFill>
                <a:latin typeface="Yu Gothic"/>
                <a:ea typeface="Yu Gothic"/>
                <a:cs typeface="Yu Gothic"/>
              </a:defRPr>
            </a:lvl2pPr>
            <a:lvl3pPr algn="l">
              <a:defRPr sz="2925" b="1">
                <a:solidFill>
                  <a:srgbClr val="142B3B"/>
                </a:solidFill>
                <a:latin typeface="Yu Gothic"/>
                <a:ea typeface="Yu Gothic"/>
                <a:cs typeface="Yu Gothic"/>
              </a:defRPr>
            </a:lvl3pPr>
            <a:lvl4pPr algn="l">
              <a:defRPr sz="2925" b="1">
                <a:solidFill>
                  <a:srgbClr val="142B3B"/>
                </a:solidFill>
                <a:latin typeface="Yu Gothic"/>
                <a:ea typeface="Yu Gothic"/>
                <a:cs typeface="Yu Gothic"/>
              </a:defRPr>
            </a:lvl4pPr>
            <a:lvl5pPr algn="l">
              <a:defRPr sz="2925" b="1">
                <a:solidFill>
                  <a:srgbClr val="142B3B"/>
                </a:solidFill>
                <a:latin typeface="Yu Gothic"/>
                <a:ea typeface="Yu Gothic"/>
                <a:cs typeface="Yu Gothic"/>
              </a:defRPr>
            </a:lvl5pPr>
            <a:lvl6pPr algn="l">
              <a:defRPr sz="2925" b="1">
                <a:solidFill>
                  <a:srgbClr val="142B3B"/>
                </a:solidFill>
                <a:latin typeface="Yu Gothic"/>
                <a:ea typeface="Yu Gothic"/>
                <a:cs typeface="Yu Gothic"/>
              </a:defRPr>
            </a:lvl6pPr>
            <a:lvl7pPr algn="l">
              <a:defRPr sz="2925" b="1">
                <a:solidFill>
                  <a:srgbClr val="142B3B"/>
                </a:solidFill>
                <a:latin typeface="Yu Gothic"/>
                <a:ea typeface="Yu Gothic"/>
                <a:cs typeface="Yu Gothic"/>
              </a:defRPr>
            </a:lvl7pPr>
            <a:lvl8pPr algn="l">
              <a:defRPr sz="2925" b="1">
                <a:solidFill>
                  <a:srgbClr val="142B3B"/>
                </a:solidFill>
                <a:latin typeface="Yu Gothic"/>
                <a:ea typeface="Yu Gothic"/>
                <a:cs typeface="Yu Gothic"/>
              </a:defRPr>
            </a:lvl8pPr>
            <a:lvl9pPr algn="l">
              <a:defRPr sz="2925" b="1">
                <a:solidFill>
                  <a:srgbClr val="142B3B"/>
                </a:solidFill>
                <a:latin typeface="Yu Gothic"/>
                <a:ea typeface="Yu Gothic"/>
                <a:cs typeface="Yu Gothic"/>
              </a:defRPr>
            </a:lvl9pPr>
          </a:lstStyle>
          <a:p xmlns:a="http://schemas.openxmlformats.org/drawingml/2006/main">
            <a:pPr algn="l">
              <a:defRPr sz="2925" b="1">
                <a:solidFill>
                  <a:srgbClr val="142B3B"/>
                </a:solidFill>
                <a:latin typeface="Yu Gothic"/>
                <a:ea typeface="Yu Gothic"/>
                <a:cs typeface="Yu Gothic"/>
              </a:defRPr>
            </a:pPr>
            <a:r>
              <a:rPr sz="2925" b="1">
                <a:solidFill>
                  <a:srgbClr val="142B3B"/>
                </a:solidFill>
                <a:latin typeface="Yu Gothic"/>
                <a:ea typeface="Yu Gothic"/>
                <a:cs typeface="Yu Gothic"/>
              </a:rPr>
              <a:t>yes が1%のとき、正解率は約88%でも再現率はほぼ0%</a:t>
            </a:r>
          </a:p>
        </p:txBody>
      </p:sp>
      <p:sp>
        <p:nvSpPr>
          <p:cNvPr id="3" name="">
            <a:extLst xmlns:a="http://schemas.openxmlformats.org/drawingml/2006/main">
              <a:ext uri="{FF2B5EF4-FFF2-40B4-BE49-F238E27FC236}">
                <a16:creationId xmlns:a16="http://schemas.microsoft.com/office/drawing/2014/main" id="{2F717A6F-58DA-42D2-BEE0-0A554B265759}"/>
              </a:ext>
            </a:extLst>
          </p:cNvPr>
          <p:cNvSpPr>
            <a:spLocks xmlns:a="http://schemas.openxmlformats.org/drawingml/2006/main" noGrp="1"/>
          </p:cNvSpPr>
          <p:nvPr/>
        </p:nvSpPr>
        <p:spPr>
          <a:xfrm xmlns:a="http://schemas.openxmlformats.org/drawingml/2006/main">
            <a:off x="685800" y="1304925"/>
            <a:ext cx="10820400" cy="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4" name="">
            <a:extLst xmlns:a="http://schemas.openxmlformats.org/drawingml/2006/main">
              <a:ext uri="{FF2B5EF4-FFF2-40B4-BE49-F238E27FC236}">
                <a16:creationId xmlns:a16="http://schemas.microsoft.com/office/drawing/2014/main" id="{80DE3ECA-C5E1-4F78-8911-C2DF85AA5EAA}"/>
              </a:ext>
            </a:extLst>
          </p:cNvPr>
          <p:cNvSpPr>
            <a:spLocks xmlns:a="http://schemas.openxmlformats.org/drawingml/2006/main" noGrp="1"/>
          </p:cNvSpPr>
          <p:nvPr/>
        </p:nvSpPr>
        <p:spPr>
          <a:xfrm xmlns:a="http://schemas.openxmlformats.org/drawingml/2006/main">
            <a:off x="11049000" y="63627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5B6D76"/>
                </a:solidFill>
                <a:latin typeface="Yu Gothic"/>
                <a:ea typeface="Yu Gothic"/>
                <a:cs typeface="Yu Gothic"/>
              </a:defRPr>
            </a:defPPr>
            <a:lvl1pPr algn="r">
              <a:defRPr sz="1050" b="1">
                <a:solidFill>
                  <a:srgbClr val="5B6D76"/>
                </a:solidFill>
                <a:latin typeface="Yu Gothic"/>
                <a:ea typeface="Yu Gothic"/>
                <a:cs typeface="Yu Gothic"/>
              </a:defRPr>
            </a:lvl1pPr>
            <a:lvl2pPr algn="r">
              <a:defRPr sz="1050" b="1">
                <a:solidFill>
                  <a:srgbClr val="5B6D76"/>
                </a:solidFill>
                <a:latin typeface="Yu Gothic"/>
                <a:ea typeface="Yu Gothic"/>
                <a:cs typeface="Yu Gothic"/>
              </a:defRPr>
            </a:lvl2pPr>
            <a:lvl3pPr algn="r">
              <a:defRPr sz="1050" b="1">
                <a:solidFill>
                  <a:srgbClr val="5B6D76"/>
                </a:solidFill>
                <a:latin typeface="Yu Gothic"/>
                <a:ea typeface="Yu Gothic"/>
                <a:cs typeface="Yu Gothic"/>
              </a:defRPr>
            </a:lvl3pPr>
            <a:lvl4pPr algn="r">
              <a:defRPr sz="1050" b="1">
                <a:solidFill>
                  <a:srgbClr val="5B6D76"/>
                </a:solidFill>
                <a:latin typeface="Yu Gothic"/>
                <a:ea typeface="Yu Gothic"/>
                <a:cs typeface="Yu Gothic"/>
              </a:defRPr>
            </a:lvl4pPr>
            <a:lvl5pPr algn="r">
              <a:defRPr sz="1050" b="1">
                <a:solidFill>
                  <a:srgbClr val="5B6D76"/>
                </a:solidFill>
                <a:latin typeface="Yu Gothic"/>
                <a:ea typeface="Yu Gothic"/>
                <a:cs typeface="Yu Gothic"/>
              </a:defRPr>
            </a:lvl5pPr>
            <a:lvl6pPr algn="r">
              <a:defRPr sz="1050" b="1">
                <a:solidFill>
                  <a:srgbClr val="5B6D76"/>
                </a:solidFill>
                <a:latin typeface="Yu Gothic"/>
                <a:ea typeface="Yu Gothic"/>
                <a:cs typeface="Yu Gothic"/>
              </a:defRPr>
            </a:lvl6pPr>
            <a:lvl7pPr algn="r">
              <a:defRPr sz="1050" b="1">
                <a:solidFill>
                  <a:srgbClr val="5B6D76"/>
                </a:solidFill>
                <a:latin typeface="Yu Gothic"/>
                <a:ea typeface="Yu Gothic"/>
                <a:cs typeface="Yu Gothic"/>
              </a:defRPr>
            </a:lvl7pPr>
            <a:lvl8pPr algn="r">
              <a:defRPr sz="1050" b="1">
                <a:solidFill>
                  <a:srgbClr val="5B6D76"/>
                </a:solidFill>
                <a:latin typeface="Yu Gothic"/>
                <a:ea typeface="Yu Gothic"/>
                <a:cs typeface="Yu Gothic"/>
              </a:defRPr>
            </a:lvl8pPr>
            <a:lvl9pPr algn="r">
              <a:defRPr sz="1050" b="1">
                <a:solidFill>
                  <a:srgbClr val="5B6D76"/>
                </a:solidFill>
                <a:latin typeface="Yu Gothic"/>
                <a:ea typeface="Yu Gothic"/>
                <a:cs typeface="Yu Gothic"/>
              </a:defRPr>
            </a:lvl9pPr>
          </a:lstStyle>
          <a:p xmlns:a="http://schemas.openxmlformats.org/drawingml/2006/main">
            <a:pPr algn="r">
              <a:defRPr sz="1050" b="1">
                <a:solidFill>
                  <a:srgbClr val="5B6D76"/>
                </a:solidFill>
                <a:latin typeface="Yu Gothic"/>
                <a:ea typeface="Yu Gothic"/>
                <a:cs typeface="Yu Gothic"/>
              </a:defRPr>
            </a:pPr>
            <a:r>
              <a:rPr sz="1050" b="1">
                <a:solidFill>
                  <a:srgbClr val="5B6D76"/>
                </a:solidFill>
                <a:latin typeface="Yu Gothic"/>
                <a:ea typeface="Yu Gothic"/>
                <a:cs typeface="Yu Gothic"/>
              </a:rPr>
              <a:t>07</a:t>
            </a:r>
          </a:p>
        </p:txBody>
      </p:sp>
      <p:sp>
        <p:nvSpPr>
          <p:cNvPr id="5" name="">
            <a:extLst xmlns:a="http://schemas.openxmlformats.org/drawingml/2006/main">
              <a:ext uri="{FF2B5EF4-FFF2-40B4-BE49-F238E27FC236}">
                <a16:creationId xmlns:a16="http://schemas.microsoft.com/office/drawing/2014/main" id="{8803C094-CA02-418D-B388-48D6EE04802A}"/>
              </a:ext>
            </a:extLst>
          </p:cNvPr>
          <p:cNvSpPr>
            <a:spLocks xmlns:a="http://schemas.openxmlformats.org/drawingml/2006/main" noGrp="1"/>
          </p:cNvSpPr>
          <p:nvPr/>
        </p:nvSpPr>
        <p:spPr>
          <a:xfrm xmlns:a="http://schemas.openxmlformats.org/drawingml/2006/main">
            <a:off x="723900" y="15240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5B6D76"/>
                </a:solidFill>
                <a:latin typeface="Yu Gothic"/>
                <a:ea typeface="Yu Gothic"/>
                <a:cs typeface="Yu Gothic"/>
              </a:defRPr>
            </a:defPPr>
            <a:lvl1pPr algn="l">
              <a:defRPr sz="1350" b="1">
                <a:solidFill>
                  <a:srgbClr val="5B6D76"/>
                </a:solidFill>
                <a:latin typeface="Yu Gothic"/>
                <a:ea typeface="Yu Gothic"/>
                <a:cs typeface="Yu Gothic"/>
              </a:defRPr>
            </a:lvl1pPr>
            <a:lvl2pPr algn="l">
              <a:defRPr sz="1350" b="1">
                <a:solidFill>
                  <a:srgbClr val="5B6D76"/>
                </a:solidFill>
                <a:latin typeface="Yu Gothic"/>
                <a:ea typeface="Yu Gothic"/>
                <a:cs typeface="Yu Gothic"/>
              </a:defRPr>
            </a:lvl2pPr>
            <a:lvl3pPr algn="l">
              <a:defRPr sz="1350" b="1">
                <a:solidFill>
                  <a:srgbClr val="5B6D76"/>
                </a:solidFill>
                <a:latin typeface="Yu Gothic"/>
                <a:ea typeface="Yu Gothic"/>
                <a:cs typeface="Yu Gothic"/>
              </a:defRPr>
            </a:lvl3pPr>
            <a:lvl4pPr algn="l">
              <a:defRPr sz="1350" b="1">
                <a:solidFill>
                  <a:srgbClr val="5B6D76"/>
                </a:solidFill>
                <a:latin typeface="Yu Gothic"/>
                <a:ea typeface="Yu Gothic"/>
                <a:cs typeface="Yu Gothic"/>
              </a:defRPr>
            </a:lvl4pPr>
            <a:lvl5pPr algn="l">
              <a:defRPr sz="1350" b="1">
                <a:solidFill>
                  <a:srgbClr val="5B6D76"/>
                </a:solidFill>
                <a:latin typeface="Yu Gothic"/>
                <a:ea typeface="Yu Gothic"/>
                <a:cs typeface="Yu Gothic"/>
              </a:defRPr>
            </a:lvl5pPr>
            <a:lvl6pPr algn="l">
              <a:defRPr sz="1350" b="1">
                <a:solidFill>
                  <a:srgbClr val="5B6D76"/>
                </a:solidFill>
                <a:latin typeface="Yu Gothic"/>
                <a:ea typeface="Yu Gothic"/>
                <a:cs typeface="Yu Gothic"/>
              </a:defRPr>
            </a:lvl6pPr>
            <a:lvl7pPr algn="l">
              <a:defRPr sz="1350" b="1">
                <a:solidFill>
                  <a:srgbClr val="5B6D76"/>
                </a:solidFill>
                <a:latin typeface="Yu Gothic"/>
                <a:ea typeface="Yu Gothic"/>
                <a:cs typeface="Yu Gothic"/>
              </a:defRPr>
            </a:lvl7pPr>
            <a:lvl8pPr algn="l">
              <a:defRPr sz="1350" b="1">
                <a:solidFill>
                  <a:srgbClr val="5B6D76"/>
                </a:solidFill>
                <a:latin typeface="Yu Gothic"/>
                <a:ea typeface="Yu Gothic"/>
                <a:cs typeface="Yu Gothic"/>
              </a:defRPr>
            </a:lvl8pPr>
            <a:lvl9pPr algn="l">
              <a:defRPr sz="1350" b="1">
                <a:solidFill>
                  <a:srgbClr val="5B6D76"/>
                </a:solidFill>
                <a:latin typeface="Yu Gothic"/>
                <a:ea typeface="Yu Gothic"/>
                <a:cs typeface="Yu Gothic"/>
              </a:defRPr>
            </a:lvl9pPr>
          </a:lstStyle>
          <a:p xmlns:a="http://schemas.openxmlformats.org/drawingml/2006/main">
            <a:pPr algn="l">
              <a:defRPr sz="1350" b="1">
                <a:solidFill>
                  <a:srgbClr val="5B6D76"/>
                </a:solidFill>
                <a:latin typeface="Yu Gothic"/>
                <a:ea typeface="Yu Gothic"/>
                <a:cs typeface="Yu Gothic"/>
              </a:defRPr>
            </a:pPr>
            <a:r>
              <a:rPr sz="1350" b="1">
                <a:solidFill>
                  <a:srgbClr val="5B6D76"/>
                </a:solidFill>
                <a:latin typeface="Yu Gothic"/>
                <a:ea typeface="Yu Gothic"/>
                <a:cs typeface="Yu Gothic"/>
              </a:rPr>
              <a:t>学習データ中の yes 比率別・平均再現率</a:t>
            </a:r>
          </a:p>
        </p:txBody>
      </p:sp>
      <p:graphicFrame>
        <p:nvGraphicFramePr>
          <p:cNvPr id="6" name="Chart">
            <a:extLst xmlns:a="http://schemas.openxmlformats.org/drawingml/2006/main">
              <a:ext uri="{FF2B5EF4-FFF2-40B4-BE49-F238E27FC236}">
                <a16:creationId xmlns:a16="http://schemas.microsoft.com/office/drawing/2014/main" id="{9EF191AD-C9E4-4CC2-8973-DFCB52A47C27}"/>
              </a:ext>
            </a:extLst>
          </p:cNvPr>
          <p:cNvGraphicFramePr/>
          <p:nvPr/>
        </p:nvGraphicFramePr>
        <p:xfrm>
          <a:off xmlns:a="http://schemas.openxmlformats.org/drawingml/2006/main" x="685800" y="1885950"/>
          <a:ext xmlns:a="http://schemas.openxmlformats.org/drawingml/2006/main" cx="6858000" cy="3524250"/>
        </p:xfrm>
        <a:graphic xmlns:a="http://schemas.openxmlformats.org/drawingml/2006/main">
          <a:graphicData uri="http://schemas.openxmlformats.org/drawingml/2006/chart">
            <c:chart xmlns:r="http://schemas.openxmlformats.org/officeDocument/2006/relationships" xmlns:c="http://schemas.openxmlformats.org/drawingml/2006/chart" r:id="R83127449e6aa4dbe"/>
          </a:graphicData>
        </a:graphic>
      </p:graphicFrame>
      <p:sp>
        <p:nvSpPr>
          <p:cNvPr id="7" name="">
            <a:extLst xmlns:a="http://schemas.openxmlformats.org/drawingml/2006/main">
              <a:ext uri="{FF2B5EF4-FFF2-40B4-BE49-F238E27FC236}">
                <a16:creationId xmlns:a16="http://schemas.microsoft.com/office/drawing/2014/main" id="{669987C4-8881-4D57-9D3E-4DBF91BC3E9C}"/>
              </a:ext>
            </a:extLst>
          </p:cNvPr>
          <p:cNvSpPr>
            <a:spLocks xmlns:a="http://schemas.openxmlformats.org/drawingml/2006/main" noGrp="1"/>
          </p:cNvSpPr>
          <p:nvPr/>
        </p:nvSpPr>
        <p:spPr>
          <a:xfrm xmlns:a="http://schemas.openxmlformats.org/drawingml/2006/main">
            <a:off x="8210550" y="18288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D66B57"/>
                </a:solidFill>
                <a:latin typeface="Yu Gothic"/>
                <a:ea typeface="Yu Gothic"/>
                <a:cs typeface="Yu Gothic"/>
              </a:defRPr>
            </a:defPPr>
            <a:lvl1pPr algn="l">
              <a:defRPr sz="1275" b="1">
                <a:solidFill>
                  <a:srgbClr val="D66B57"/>
                </a:solidFill>
                <a:latin typeface="Yu Gothic"/>
                <a:ea typeface="Yu Gothic"/>
                <a:cs typeface="Yu Gothic"/>
              </a:defRPr>
            </a:lvl1pPr>
            <a:lvl2pPr algn="l">
              <a:defRPr sz="1275" b="1">
                <a:solidFill>
                  <a:srgbClr val="D66B57"/>
                </a:solidFill>
                <a:latin typeface="Yu Gothic"/>
                <a:ea typeface="Yu Gothic"/>
                <a:cs typeface="Yu Gothic"/>
              </a:defRPr>
            </a:lvl2pPr>
            <a:lvl3pPr algn="l">
              <a:defRPr sz="1275" b="1">
                <a:solidFill>
                  <a:srgbClr val="D66B57"/>
                </a:solidFill>
                <a:latin typeface="Yu Gothic"/>
                <a:ea typeface="Yu Gothic"/>
                <a:cs typeface="Yu Gothic"/>
              </a:defRPr>
            </a:lvl3pPr>
            <a:lvl4pPr algn="l">
              <a:defRPr sz="1275" b="1">
                <a:solidFill>
                  <a:srgbClr val="D66B57"/>
                </a:solidFill>
                <a:latin typeface="Yu Gothic"/>
                <a:ea typeface="Yu Gothic"/>
                <a:cs typeface="Yu Gothic"/>
              </a:defRPr>
            </a:lvl4pPr>
            <a:lvl5pPr algn="l">
              <a:defRPr sz="1275" b="1">
                <a:solidFill>
                  <a:srgbClr val="D66B57"/>
                </a:solidFill>
                <a:latin typeface="Yu Gothic"/>
                <a:ea typeface="Yu Gothic"/>
                <a:cs typeface="Yu Gothic"/>
              </a:defRPr>
            </a:lvl5pPr>
            <a:lvl6pPr algn="l">
              <a:defRPr sz="1275" b="1">
                <a:solidFill>
                  <a:srgbClr val="D66B57"/>
                </a:solidFill>
                <a:latin typeface="Yu Gothic"/>
                <a:ea typeface="Yu Gothic"/>
                <a:cs typeface="Yu Gothic"/>
              </a:defRPr>
            </a:lvl6pPr>
            <a:lvl7pPr algn="l">
              <a:defRPr sz="1275" b="1">
                <a:solidFill>
                  <a:srgbClr val="D66B57"/>
                </a:solidFill>
                <a:latin typeface="Yu Gothic"/>
                <a:ea typeface="Yu Gothic"/>
                <a:cs typeface="Yu Gothic"/>
              </a:defRPr>
            </a:lvl7pPr>
            <a:lvl8pPr algn="l">
              <a:defRPr sz="1275" b="1">
                <a:solidFill>
                  <a:srgbClr val="D66B57"/>
                </a:solidFill>
                <a:latin typeface="Yu Gothic"/>
                <a:ea typeface="Yu Gothic"/>
                <a:cs typeface="Yu Gothic"/>
              </a:defRPr>
            </a:lvl8pPr>
            <a:lvl9pPr algn="l">
              <a:defRPr sz="1275" b="1">
                <a:solidFill>
                  <a:srgbClr val="D66B57"/>
                </a:solidFill>
                <a:latin typeface="Yu Gothic"/>
                <a:ea typeface="Yu Gothic"/>
                <a:cs typeface="Yu Gothic"/>
              </a:defRPr>
            </a:lvl9pPr>
          </a:lstStyle>
          <a:p xmlns:a="http://schemas.openxmlformats.org/drawingml/2006/main">
            <a:pPr algn="l">
              <a:defRPr sz="1275" b="1">
                <a:solidFill>
                  <a:srgbClr val="D66B57"/>
                </a:solidFill>
                <a:latin typeface="Yu Gothic"/>
                <a:ea typeface="Yu Gothic"/>
                <a:cs typeface="Yu Gothic"/>
              </a:defRPr>
            </a:pPr>
            <a:r>
              <a:rPr sz="1275" b="1">
                <a:solidFill>
                  <a:srgbClr val="D66B57"/>
                </a:solidFill>
                <a:latin typeface="Yu Gothic"/>
                <a:ea typeface="Yu Gothic"/>
                <a:cs typeface="Yu Gothic"/>
              </a:rPr>
              <a:t>yes = 1%</a:t>
            </a:r>
          </a:p>
        </p:txBody>
      </p:sp>
      <p:sp>
        <p:nvSpPr>
          <p:cNvPr id="8" name="">
            <a:extLst xmlns:a="http://schemas.openxmlformats.org/drawingml/2006/main">
              <a:ext uri="{FF2B5EF4-FFF2-40B4-BE49-F238E27FC236}">
                <a16:creationId xmlns:a16="http://schemas.microsoft.com/office/drawing/2014/main" id="{ABC543DD-7F92-4127-BDFC-D8E547FC3B9B}"/>
              </a:ext>
            </a:extLst>
          </p:cNvPr>
          <p:cNvSpPr>
            <a:spLocks xmlns:a="http://schemas.openxmlformats.org/drawingml/2006/main" noGrp="1"/>
          </p:cNvSpPr>
          <p:nvPr/>
        </p:nvSpPr>
        <p:spPr>
          <a:xfrm xmlns:a="http://schemas.openxmlformats.org/drawingml/2006/main">
            <a:off x="8210550" y="2228850"/>
            <a:ext cx="2857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5B6D76"/>
                </a:solidFill>
                <a:latin typeface="Yu Gothic"/>
                <a:ea typeface="Yu Gothic"/>
                <a:cs typeface="Yu Gothic"/>
              </a:defRPr>
            </a:defPPr>
            <a:lvl1pPr algn="l">
              <a:defRPr sz="1350" b="1">
                <a:solidFill>
                  <a:srgbClr val="5B6D76"/>
                </a:solidFill>
                <a:latin typeface="Yu Gothic"/>
                <a:ea typeface="Yu Gothic"/>
                <a:cs typeface="Yu Gothic"/>
              </a:defRPr>
            </a:lvl1pPr>
            <a:lvl2pPr algn="l">
              <a:defRPr sz="1350" b="1">
                <a:solidFill>
                  <a:srgbClr val="5B6D76"/>
                </a:solidFill>
                <a:latin typeface="Yu Gothic"/>
                <a:ea typeface="Yu Gothic"/>
                <a:cs typeface="Yu Gothic"/>
              </a:defRPr>
            </a:lvl2pPr>
            <a:lvl3pPr algn="l">
              <a:defRPr sz="1350" b="1">
                <a:solidFill>
                  <a:srgbClr val="5B6D76"/>
                </a:solidFill>
                <a:latin typeface="Yu Gothic"/>
                <a:ea typeface="Yu Gothic"/>
                <a:cs typeface="Yu Gothic"/>
              </a:defRPr>
            </a:lvl3pPr>
            <a:lvl4pPr algn="l">
              <a:defRPr sz="1350" b="1">
                <a:solidFill>
                  <a:srgbClr val="5B6D76"/>
                </a:solidFill>
                <a:latin typeface="Yu Gothic"/>
                <a:ea typeface="Yu Gothic"/>
                <a:cs typeface="Yu Gothic"/>
              </a:defRPr>
            </a:lvl4pPr>
            <a:lvl5pPr algn="l">
              <a:defRPr sz="1350" b="1">
                <a:solidFill>
                  <a:srgbClr val="5B6D76"/>
                </a:solidFill>
                <a:latin typeface="Yu Gothic"/>
                <a:ea typeface="Yu Gothic"/>
                <a:cs typeface="Yu Gothic"/>
              </a:defRPr>
            </a:lvl5pPr>
            <a:lvl6pPr algn="l">
              <a:defRPr sz="1350" b="1">
                <a:solidFill>
                  <a:srgbClr val="5B6D76"/>
                </a:solidFill>
                <a:latin typeface="Yu Gothic"/>
                <a:ea typeface="Yu Gothic"/>
                <a:cs typeface="Yu Gothic"/>
              </a:defRPr>
            </a:lvl6pPr>
            <a:lvl7pPr algn="l">
              <a:defRPr sz="1350" b="1">
                <a:solidFill>
                  <a:srgbClr val="5B6D76"/>
                </a:solidFill>
                <a:latin typeface="Yu Gothic"/>
                <a:ea typeface="Yu Gothic"/>
                <a:cs typeface="Yu Gothic"/>
              </a:defRPr>
            </a:lvl7pPr>
            <a:lvl8pPr algn="l">
              <a:defRPr sz="1350" b="1">
                <a:solidFill>
                  <a:srgbClr val="5B6D76"/>
                </a:solidFill>
                <a:latin typeface="Yu Gothic"/>
                <a:ea typeface="Yu Gothic"/>
                <a:cs typeface="Yu Gothic"/>
              </a:defRPr>
            </a:lvl8pPr>
            <a:lvl9pPr algn="l">
              <a:defRPr sz="1350" b="1">
                <a:solidFill>
                  <a:srgbClr val="5B6D76"/>
                </a:solidFill>
                <a:latin typeface="Yu Gothic"/>
                <a:ea typeface="Yu Gothic"/>
                <a:cs typeface="Yu Gothic"/>
              </a:defRPr>
            </a:lvl9pPr>
          </a:lstStyle>
          <a:p xmlns:a="http://schemas.openxmlformats.org/drawingml/2006/main">
            <a:pPr algn="l">
              <a:defRPr sz="1350" b="1">
                <a:solidFill>
                  <a:srgbClr val="5B6D76"/>
                </a:solidFill>
                <a:latin typeface="Yu Gothic"/>
                <a:ea typeface="Yu Gothic"/>
                <a:cs typeface="Yu Gothic"/>
              </a:defRPr>
            </a:pPr>
            <a:r>
              <a:rPr sz="1350" b="1">
                <a:solidFill>
                  <a:srgbClr val="5B6D76"/>
                </a:solidFill>
                <a:latin typeface="Yu Gothic"/>
                <a:ea typeface="Yu Gothic"/>
                <a:cs typeface="Yu Gothic"/>
              </a:rPr>
              <a:t>再現率</a:t>
            </a:r>
          </a:p>
        </p:txBody>
      </p:sp>
      <p:sp>
        <p:nvSpPr>
          <p:cNvPr id="9" name="">
            <a:extLst xmlns:a="http://schemas.openxmlformats.org/drawingml/2006/main">
              <a:ext uri="{FF2B5EF4-FFF2-40B4-BE49-F238E27FC236}">
                <a16:creationId xmlns:a16="http://schemas.microsoft.com/office/drawing/2014/main" id="{A90654D5-9570-4D08-B721-7FDBA7D3CCA0}"/>
              </a:ext>
            </a:extLst>
          </p:cNvPr>
          <p:cNvSpPr>
            <a:spLocks xmlns:a="http://schemas.openxmlformats.org/drawingml/2006/main" noGrp="1"/>
          </p:cNvSpPr>
          <p:nvPr/>
        </p:nvSpPr>
        <p:spPr>
          <a:xfrm xmlns:a="http://schemas.openxmlformats.org/drawingml/2006/main">
            <a:off x="8210550" y="2533650"/>
            <a:ext cx="304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D66B57"/>
                </a:solidFill>
                <a:latin typeface="Yu Gothic"/>
                <a:ea typeface="Yu Gothic"/>
                <a:cs typeface="Yu Gothic"/>
              </a:defRPr>
            </a:defPPr>
            <a:lvl1pPr algn="l">
              <a:defRPr sz="2700" b="1">
                <a:solidFill>
                  <a:srgbClr val="D66B57"/>
                </a:solidFill>
                <a:latin typeface="Yu Gothic"/>
                <a:ea typeface="Yu Gothic"/>
                <a:cs typeface="Yu Gothic"/>
              </a:defRPr>
            </a:lvl1pPr>
            <a:lvl2pPr algn="l">
              <a:defRPr sz="2700" b="1">
                <a:solidFill>
                  <a:srgbClr val="D66B57"/>
                </a:solidFill>
                <a:latin typeface="Yu Gothic"/>
                <a:ea typeface="Yu Gothic"/>
                <a:cs typeface="Yu Gothic"/>
              </a:defRPr>
            </a:lvl2pPr>
            <a:lvl3pPr algn="l">
              <a:defRPr sz="2700" b="1">
                <a:solidFill>
                  <a:srgbClr val="D66B57"/>
                </a:solidFill>
                <a:latin typeface="Yu Gothic"/>
                <a:ea typeface="Yu Gothic"/>
                <a:cs typeface="Yu Gothic"/>
              </a:defRPr>
            </a:lvl3pPr>
            <a:lvl4pPr algn="l">
              <a:defRPr sz="2700" b="1">
                <a:solidFill>
                  <a:srgbClr val="D66B57"/>
                </a:solidFill>
                <a:latin typeface="Yu Gothic"/>
                <a:ea typeface="Yu Gothic"/>
                <a:cs typeface="Yu Gothic"/>
              </a:defRPr>
            </a:lvl4pPr>
            <a:lvl5pPr algn="l">
              <a:defRPr sz="2700" b="1">
                <a:solidFill>
                  <a:srgbClr val="D66B57"/>
                </a:solidFill>
                <a:latin typeface="Yu Gothic"/>
                <a:ea typeface="Yu Gothic"/>
                <a:cs typeface="Yu Gothic"/>
              </a:defRPr>
            </a:lvl5pPr>
            <a:lvl6pPr algn="l">
              <a:defRPr sz="2700" b="1">
                <a:solidFill>
                  <a:srgbClr val="D66B57"/>
                </a:solidFill>
                <a:latin typeface="Yu Gothic"/>
                <a:ea typeface="Yu Gothic"/>
                <a:cs typeface="Yu Gothic"/>
              </a:defRPr>
            </a:lvl6pPr>
            <a:lvl7pPr algn="l">
              <a:defRPr sz="2700" b="1">
                <a:solidFill>
                  <a:srgbClr val="D66B57"/>
                </a:solidFill>
                <a:latin typeface="Yu Gothic"/>
                <a:ea typeface="Yu Gothic"/>
                <a:cs typeface="Yu Gothic"/>
              </a:defRPr>
            </a:lvl7pPr>
            <a:lvl8pPr algn="l">
              <a:defRPr sz="2700" b="1">
                <a:solidFill>
                  <a:srgbClr val="D66B57"/>
                </a:solidFill>
                <a:latin typeface="Yu Gothic"/>
                <a:ea typeface="Yu Gothic"/>
                <a:cs typeface="Yu Gothic"/>
              </a:defRPr>
            </a:lvl8pPr>
            <a:lvl9pPr algn="l">
              <a:defRPr sz="2700" b="1">
                <a:solidFill>
                  <a:srgbClr val="D66B57"/>
                </a:solidFill>
                <a:latin typeface="Yu Gothic"/>
                <a:ea typeface="Yu Gothic"/>
                <a:cs typeface="Yu Gothic"/>
              </a:defRPr>
            </a:lvl9pPr>
          </a:lstStyle>
          <a:p xmlns:a="http://schemas.openxmlformats.org/drawingml/2006/main">
            <a:pPr algn="l">
              <a:defRPr sz="2700" b="1">
                <a:solidFill>
                  <a:srgbClr val="D66B57"/>
                </a:solidFill>
                <a:latin typeface="Yu Gothic"/>
                <a:ea typeface="Yu Gothic"/>
                <a:cs typeface="Yu Gothic"/>
              </a:defRPr>
            </a:pPr>
            <a:r>
              <a:rPr sz="2700" b="1">
                <a:solidFill>
                  <a:srgbClr val="D66B57"/>
                </a:solidFill>
                <a:latin typeface="Yu Gothic"/>
                <a:ea typeface="Yu Gothic"/>
                <a:cs typeface="Yu Gothic"/>
              </a:rPr>
              <a:t>0.0〜0.3%</a:t>
            </a:r>
          </a:p>
        </p:txBody>
      </p:sp>
      <p:sp>
        <p:nvSpPr>
          <p:cNvPr id="10" name="">
            <a:extLst xmlns:a="http://schemas.openxmlformats.org/drawingml/2006/main">
              <a:ext uri="{FF2B5EF4-FFF2-40B4-BE49-F238E27FC236}">
                <a16:creationId xmlns:a16="http://schemas.microsoft.com/office/drawing/2014/main" id="{0C3B219A-E977-4D5A-A972-5B7F69EBA2A0}"/>
              </a:ext>
            </a:extLst>
          </p:cNvPr>
          <p:cNvSpPr>
            <a:spLocks xmlns:a="http://schemas.openxmlformats.org/drawingml/2006/main" noGrp="1"/>
          </p:cNvSpPr>
          <p:nvPr/>
        </p:nvSpPr>
        <p:spPr>
          <a:xfrm xmlns:a="http://schemas.openxmlformats.org/drawingml/2006/main">
            <a:off x="8210550" y="3371850"/>
            <a:ext cx="2857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5B6D76"/>
                </a:solidFill>
                <a:latin typeface="Yu Gothic"/>
                <a:ea typeface="Yu Gothic"/>
                <a:cs typeface="Yu Gothic"/>
              </a:defRPr>
            </a:defPPr>
            <a:lvl1pPr algn="l">
              <a:defRPr sz="1350" b="1">
                <a:solidFill>
                  <a:srgbClr val="5B6D76"/>
                </a:solidFill>
                <a:latin typeface="Yu Gothic"/>
                <a:ea typeface="Yu Gothic"/>
                <a:cs typeface="Yu Gothic"/>
              </a:defRPr>
            </a:lvl1pPr>
            <a:lvl2pPr algn="l">
              <a:defRPr sz="1350" b="1">
                <a:solidFill>
                  <a:srgbClr val="5B6D76"/>
                </a:solidFill>
                <a:latin typeface="Yu Gothic"/>
                <a:ea typeface="Yu Gothic"/>
                <a:cs typeface="Yu Gothic"/>
              </a:defRPr>
            </a:lvl2pPr>
            <a:lvl3pPr algn="l">
              <a:defRPr sz="1350" b="1">
                <a:solidFill>
                  <a:srgbClr val="5B6D76"/>
                </a:solidFill>
                <a:latin typeface="Yu Gothic"/>
                <a:ea typeface="Yu Gothic"/>
                <a:cs typeface="Yu Gothic"/>
              </a:defRPr>
            </a:lvl3pPr>
            <a:lvl4pPr algn="l">
              <a:defRPr sz="1350" b="1">
                <a:solidFill>
                  <a:srgbClr val="5B6D76"/>
                </a:solidFill>
                <a:latin typeface="Yu Gothic"/>
                <a:ea typeface="Yu Gothic"/>
                <a:cs typeface="Yu Gothic"/>
              </a:defRPr>
            </a:lvl4pPr>
            <a:lvl5pPr algn="l">
              <a:defRPr sz="1350" b="1">
                <a:solidFill>
                  <a:srgbClr val="5B6D76"/>
                </a:solidFill>
                <a:latin typeface="Yu Gothic"/>
                <a:ea typeface="Yu Gothic"/>
                <a:cs typeface="Yu Gothic"/>
              </a:defRPr>
            </a:lvl5pPr>
            <a:lvl6pPr algn="l">
              <a:defRPr sz="1350" b="1">
                <a:solidFill>
                  <a:srgbClr val="5B6D76"/>
                </a:solidFill>
                <a:latin typeface="Yu Gothic"/>
                <a:ea typeface="Yu Gothic"/>
                <a:cs typeface="Yu Gothic"/>
              </a:defRPr>
            </a:lvl6pPr>
            <a:lvl7pPr algn="l">
              <a:defRPr sz="1350" b="1">
                <a:solidFill>
                  <a:srgbClr val="5B6D76"/>
                </a:solidFill>
                <a:latin typeface="Yu Gothic"/>
                <a:ea typeface="Yu Gothic"/>
                <a:cs typeface="Yu Gothic"/>
              </a:defRPr>
            </a:lvl7pPr>
            <a:lvl8pPr algn="l">
              <a:defRPr sz="1350" b="1">
                <a:solidFill>
                  <a:srgbClr val="5B6D76"/>
                </a:solidFill>
                <a:latin typeface="Yu Gothic"/>
                <a:ea typeface="Yu Gothic"/>
                <a:cs typeface="Yu Gothic"/>
              </a:defRPr>
            </a:lvl8pPr>
            <a:lvl9pPr algn="l">
              <a:defRPr sz="1350" b="1">
                <a:solidFill>
                  <a:srgbClr val="5B6D76"/>
                </a:solidFill>
                <a:latin typeface="Yu Gothic"/>
                <a:ea typeface="Yu Gothic"/>
                <a:cs typeface="Yu Gothic"/>
              </a:defRPr>
            </a:lvl9pPr>
          </a:lstStyle>
          <a:p xmlns:a="http://schemas.openxmlformats.org/drawingml/2006/main">
            <a:pPr algn="l">
              <a:defRPr sz="1350" b="1">
                <a:solidFill>
                  <a:srgbClr val="5B6D76"/>
                </a:solidFill>
                <a:latin typeface="Yu Gothic"/>
                <a:ea typeface="Yu Gothic"/>
                <a:cs typeface="Yu Gothic"/>
              </a:defRPr>
            </a:pPr>
            <a:r>
              <a:rPr sz="1350" b="1">
                <a:solidFill>
                  <a:srgbClr val="5B6D76"/>
                </a:solidFill>
                <a:latin typeface="Yu Gothic"/>
                <a:ea typeface="Yu Gothic"/>
                <a:cs typeface="Yu Gothic"/>
              </a:rPr>
              <a:t>正解率</a:t>
            </a:r>
          </a:p>
        </p:txBody>
      </p:sp>
      <p:sp>
        <p:nvSpPr>
          <p:cNvPr id="11" name="">
            <a:extLst xmlns:a="http://schemas.openxmlformats.org/drawingml/2006/main">
              <a:ext uri="{FF2B5EF4-FFF2-40B4-BE49-F238E27FC236}">
                <a16:creationId xmlns:a16="http://schemas.microsoft.com/office/drawing/2014/main" id="{355466E3-BAED-460E-B86B-3D373C7720CE}"/>
              </a:ext>
            </a:extLst>
          </p:cNvPr>
          <p:cNvSpPr>
            <a:spLocks xmlns:a="http://schemas.openxmlformats.org/drawingml/2006/main" noGrp="1"/>
          </p:cNvSpPr>
          <p:nvPr/>
        </p:nvSpPr>
        <p:spPr>
          <a:xfrm xmlns:a="http://schemas.openxmlformats.org/drawingml/2006/main">
            <a:off x="8210550" y="3695700"/>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850" b="1">
                <a:solidFill>
                  <a:srgbClr val="142B3B"/>
                </a:solidFill>
                <a:latin typeface="Yu Gothic"/>
                <a:ea typeface="Yu Gothic"/>
                <a:cs typeface="Yu Gothic"/>
              </a:defRPr>
            </a:defPPr>
            <a:lvl1pPr algn="l">
              <a:defRPr sz="2850" b="1">
                <a:solidFill>
                  <a:srgbClr val="142B3B"/>
                </a:solidFill>
                <a:latin typeface="Yu Gothic"/>
                <a:ea typeface="Yu Gothic"/>
                <a:cs typeface="Yu Gothic"/>
              </a:defRPr>
            </a:lvl1pPr>
            <a:lvl2pPr algn="l">
              <a:defRPr sz="2850" b="1">
                <a:solidFill>
                  <a:srgbClr val="142B3B"/>
                </a:solidFill>
                <a:latin typeface="Yu Gothic"/>
                <a:ea typeface="Yu Gothic"/>
                <a:cs typeface="Yu Gothic"/>
              </a:defRPr>
            </a:lvl2pPr>
            <a:lvl3pPr algn="l">
              <a:defRPr sz="2850" b="1">
                <a:solidFill>
                  <a:srgbClr val="142B3B"/>
                </a:solidFill>
                <a:latin typeface="Yu Gothic"/>
                <a:ea typeface="Yu Gothic"/>
                <a:cs typeface="Yu Gothic"/>
              </a:defRPr>
            </a:lvl3pPr>
            <a:lvl4pPr algn="l">
              <a:defRPr sz="2850" b="1">
                <a:solidFill>
                  <a:srgbClr val="142B3B"/>
                </a:solidFill>
                <a:latin typeface="Yu Gothic"/>
                <a:ea typeface="Yu Gothic"/>
                <a:cs typeface="Yu Gothic"/>
              </a:defRPr>
            </a:lvl4pPr>
            <a:lvl5pPr algn="l">
              <a:defRPr sz="2850" b="1">
                <a:solidFill>
                  <a:srgbClr val="142B3B"/>
                </a:solidFill>
                <a:latin typeface="Yu Gothic"/>
                <a:ea typeface="Yu Gothic"/>
                <a:cs typeface="Yu Gothic"/>
              </a:defRPr>
            </a:lvl5pPr>
            <a:lvl6pPr algn="l">
              <a:defRPr sz="2850" b="1">
                <a:solidFill>
                  <a:srgbClr val="142B3B"/>
                </a:solidFill>
                <a:latin typeface="Yu Gothic"/>
                <a:ea typeface="Yu Gothic"/>
                <a:cs typeface="Yu Gothic"/>
              </a:defRPr>
            </a:lvl6pPr>
            <a:lvl7pPr algn="l">
              <a:defRPr sz="2850" b="1">
                <a:solidFill>
                  <a:srgbClr val="142B3B"/>
                </a:solidFill>
                <a:latin typeface="Yu Gothic"/>
                <a:ea typeface="Yu Gothic"/>
                <a:cs typeface="Yu Gothic"/>
              </a:defRPr>
            </a:lvl7pPr>
            <a:lvl8pPr algn="l">
              <a:defRPr sz="2850" b="1">
                <a:solidFill>
                  <a:srgbClr val="142B3B"/>
                </a:solidFill>
                <a:latin typeface="Yu Gothic"/>
                <a:ea typeface="Yu Gothic"/>
                <a:cs typeface="Yu Gothic"/>
              </a:defRPr>
            </a:lvl8pPr>
            <a:lvl9pPr algn="l">
              <a:defRPr sz="2850" b="1">
                <a:solidFill>
                  <a:srgbClr val="142B3B"/>
                </a:solidFill>
                <a:latin typeface="Yu Gothic"/>
                <a:ea typeface="Yu Gothic"/>
                <a:cs typeface="Yu Gothic"/>
              </a:defRPr>
            </a:lvl9pPr>
          </a:lstStyle>
          <a:p xmlns:a="http://schemas.openxmlformats.org/drawingml/2006/main">
            <a:pPr algn="l">
              <a:defRPr sz="2850" b="1">
                <a:solidFill>
                  <a:srgbClr val="142B3B"/>
                </a:solidFill>
                <a:latin typeface="Yu Gothic"/>
                <a:ea typeface="Yu Gothic"/>
                <a:cs typeface="Yu Gothic"/>
              </a:defRPr>
            </a:pPr>
            <a:r>
              <a:rPr sz="2850" b="1">
                <a:solidFill>
                  <a:srgbClr val="142B3B"/>
                </a:solidFill>
                <a:latin typeface="Yu Gothic"/>
                <a:ea typeface="Yu Gothic"/>
                <a:cs typeface="Yu Gothic"/>
              </a:rPr>
              <a:t>約88%</a:t>
            </a:r>
          </a:p>
        </p:txBody>
      </p:sp>
      <p:sp>
        <p:nvSpPr>
          <p:cNvPr id="12" name="">
            <a:extLst xmlns:a="http://schemas.openxmlformats.org/drawingml/2006/main">
              <a:ext uri="{FF2B5EF4-FFF2-40B4-BE49-F238E27FC236}">
                <a16:creationId xmlns:a16="http://schemas.microsoft.com/office/drawing/2014/main" id="{E2A06AF6-6B1F-44B5-8242-041ABB7EF60B}"/>
              </a:ext>
            </a:extLst>
          </p:cNvPr>
          <p:cNvSpPr>
            <a:spLocks xmlns:a="http://schemas.openxmlformats.org/drawingml/2006/main" noGrp="1"/>
          </p:cNvSpPr>
          <p:nvPr/>
        </p:nvSpPr>
        <p:spPr>
          <a:xfrm xmlns:a="http://schemas.openxmlformats.org/drawingml/2006/main">
            <a:off x="8210550" y="4419600"/>
            <a:ext cx="2857500" cy="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13" name="">
            <a:extLst xmlns:a="http://schemas.openxmlformats.org/drawingml/2006/main">
              <a:ext uri="{FF2B5EF4-FFF2-40B4-BE49-F238E27FC236}">
                <a16:creationId xmlns:a16="http://schemas.microsoft.com/office/drawing/2014/main" id="{9D9A18DA-8E97-443A-B672-21789033B9F6}"/>
              </a:ext>
            </a:extLst>
          </p:cNvPr>
          <p:cNvSpPr>
            <a:spLocks xmlns:a="http://schemas.openxmlformats.org/drawingml/2006/main" noGrp="1"/>
          </p:cNvSpPr>
          <p:nvPr/>
        </p:nvSpPr>
        <p:spPr>
          <a:xfrm xmlns:a="http://schemas.openxmlformats.org/drawingml/2006/main">
            <a:off x="8210550" y="4629150"/>
            <a:ext cx="3333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42B3B"/>
                </a:solidFill>
                <a:latin typeface="Yu Gothic"/>
                <a:ea typeface="Yu Gothic"/>
                <a:cs typeface="Yu Gothic"/>
              </a:defRPr>
            </a:defPPr>
            <a:lvl1pPr algn="l">
              <a:defRPr sz="1650" b="1">
                <a:solidFill>
                  <a:srgbClr val="142B3B"/>
                </a:solidFill>
                <a:latin typeface="Yu Gothic"/>
                <a:ea typeface="Yu Gothic"/>
                <a:cs typeface="Yu Gothic"/>
              </a:defRPr>
            </a:lvl1pPr>
            <a:lvl2pPr algn="l">
              <a:defRPr sz="1650" b="1">
                <a:solidFill>
                  <a:srgbClr val="142B3B"/>
                </a:solidFill>
                <a:latin typeface="Yu Gothic"/>
                <a:ea typeface="Yu Gothic"/>
                <a:cs typeface="Yu Gothic"/>
              </a:defRPr>
            </a:lvl2pPr>
            <a:lvl3pPr algn="l">
              <a:defRPr sz="1650" b="1">
                <a:solidFill>
                  <a:srgbClr val="142B3B"/>
                </a:solidFill>
                <a:latin typeface="Yu Gothic"/>
                <a:ea typeface="Yu Gothic"/>
                <a:cs typeface="Yu Gothic"/>
              </a:defRPr>
            </a:lvl3pPr>
            <a:lvl4pPr algn="l">
              <a:defRPr sz="1650" b="1">
                <a:solidFill>
                  <a:srgbClr val="142B3B"/>
                </a:solidFill>
                <a:latin typeface="Yu Gothic"/>
                <a:ea typeface="Yu Gothic"/>
                <a:cs typeface="Yu Gothic"/>
              </a:defRPr>
            </a:lvl4pPr>
            <a:lvl5pPr algn="l">
              <a:defRPr sz="1650" b="1">
                <a:solidFill>
                  <a:srgbClr val="142B3B"/>
                </a:solidFill>
                <a:latin typeface="Yu Gothic"/>
                <a:ea typeface="Yu Gothic"/>
                <a:cs typeface="Yu Gothic"/>
              </a:defRPr>
            </a:lvl5pPr>
            <a:lvl6pPr algn="l">
              <a:defRPr sz="1650" b="1">
                <a:solidFill>
                  <a:srgbClr val="142B3B"/>
                </a:solidFill>
                <a:latin typeface="Yu Gothic"/>
                <a:ea typeface="Yu Gothic"/>
                <a:cs typeface="Yu Gothic"/>
              </a:defRPr>
            </a:lvl6pPr>
            <a:lvl7pPr algn="l">
              <a:defRPr sz="1650" b="1">
                <a:solidFill>
                  <a:srgbClr val="142B3B"/>
                </a:solidFill>
                <a:latin typeface="Yu Gothic"/>
                <a:ea typeface="Yu Gothic"/>
                <a:cs typeface="Yu Gothic"/>
              </a:defRPr>
            </a:lvl7pPr>
            <a:lvl8pPr algn="l">
              <a:defRPr sz="1650" b="1">
                <a:solidFill>
                  <a:srgbClr val="142B3B"/>
                </a:solidFill>
                <a:latin typeface="Yu Gothic"/>
                <a:ea typeface="Yu Gothic"/>
                <a:cs typeface="Yu Gothic"/>
              </a:defRPr>
            </a:lvl8pPr>
            <a:lvl9pPr algn="l">
              <a:defRPr sz="1650" b="1">
                <a:solidFill>
                  <a:srgbClr val="142B3B"/>
                </a:solidFill>
                <a:latin typeface="Yu Gothic"/>
                <a:ea typeface="Yu Gothic"/>
                <a:cs typeface="Yu Gothic"/>
              </a:defRPr>
            </a:lvl9pPr>
          </a:lstStyle>
          <a:p xmlns:a="http://schemas.openxmlformats.org/drawingml/2006/main">
            <a:pPr algn="l">
              <a:defRPr sz="1650" b="1">
                <a:solidFill>
                  <a:srgbClr val="142B3B"/>
                </a:solidFill>
                <a:latin typeface="Yu Gothic"/>
                <a:ea typeface="Yu Gothic"/>
                <a:cs typeface="Yu Gothic"/>
              </a:defRPr>
            </a:pPr>
            <a:r>
              <a:rPr sz="1650" b="1">
                <a:solidFill>
                  <a:srgbClr val="142B3B"/>
                </a:solidFill>
                <a:latin typeface="Yu Gothic"/>
                <a:ea typeface="Yu Gothic"/>
                <a:cs typeface="Yu Gothic"/>
              </a:rPr>
              <a:t>全条件で比べると、</a:t>
            </a:r>
          </a:p>
          <a:p xmlns:a="http://schemas.openxmlformats.org/drawingml/2006/main">
            <a:pPr algn="l">
              <a:defRPr sz="1650" b="1">
                <a:solidFill>
                  <a:srgbClr val="142B3B"/>
                </a:solidFill>
                <a:latin typeface="Yu Gothic"/>
                <a:ea typeface="Yu Gothic"/>
                <a:cs typeface="Yu Gothic"/>
              </a:defRPr>
            </a:pPr>
            <a:r>
              <a:rPr sz="1650" b="1">
                <a:solidFill>
                  <a:srgbClr val="142B3B"/>
                </a:solidFill>
                <a:latin typeface="Yu Gothic"/>
                <a:ea typeface="Yu Gothic"/>
                <a:cs typeface="Yu Gothic"/>
              </a:rPr>
              <a:t>yes 比率が高い条件ほど</a:t>
            </a:r>
          </a:p>
          <a:p xmlns:a="http://schemas.openxmlformats.org/drawingml/2006/main">
            <a:pPr algn="l">
              <a:defRPr sz="1650" b="1">
                <a:solidFill>
                  <a:srgbClr val="142B3B"/>
                </a:solidFill>
                <a:latin typeface="Yu Gothic"/>
                <a:ea typeface="Yu Gothic"/>
                <a:cs typeface="Yu Gothic"/>
              </a:defRPr>
            </a:pPr>
            <a:r>
              <a:rPr sz="1650" b="1">
                <a:solidFill>
                  <a:srgbClr val="142B3B"/>
                </a:solidFill>
                <a:latin typeface="Yu Gothic"/>
                <a:ea typeface="Yu Gothic"/>
                <a:cs typeface="Yu Gothic"/>
              </a:rPr>
              <a:t>再現率が高い傾向</a:t>
            </a:r>
          </a:p>
        </p:txBody>
      </p:sp>
      <p:sp>
        <p:nvSpPr>
          <p:cNvPr id="14" name="">
            <a:extLst xmlns:a="http://schemas.openxmlformats.org/drawingml/2006/main">
              <a:ext uri="{FF2B5EF4-FFF2-40B4-BE49-F238E27FC236}">
                <a16:creationId xmlns:a16="http://schemas.microsoft.com/office/drawing/2014/main" id="{FE1C65B7-A10E-4694-8F10-32EB8D97A8CC}"/>
              </a:ext>
            </a:extLst>
          </p:cNvPr>
          <p:cNvSpPr>
            <a:spLocks xmlns:a="http://schemas.openxmlformats.org/drawingml/2006/main" noGrp="1"/>
          </p:cNvSpPr>
          <p:nvPr/>
        </p:nvSpPr>
        <p:spPr>
          <a:xfrm xmlns:a="http://schemas.openxmlformats.org/drawingml/2006/main">
            <a:off x="723900" y="5819775"/>
            <a:ext cx="857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5B6D76"/>
                </a:solidFill>
                <a:latin typeface="Yu Gothic"/>
                <a:ea typeface="Yu Gothic"/>
                <a:cs typeface="Yu Gothic"/>
              </a:defRPr>
            </a:defPPr>
            <a:lvl1pPr algn="l">
              <a:defRPr sz="1125" b="0">
                <a:solidFill>
                  <a:srgbClr val="5B6D76"/>
                </a:solidFill>
                <a:latin typeface="Yu Gothic"/>
                <a:ea typeface="Yu Gothic"/>
                <a:cs typeface="Yu Gothic"/>
              </a:defRPr>
            </a:lvl1pPr>
            <a:lvl2pPr algn="l">
              <a:defRPr sz="1125" b="0">
                <a:solidFill>
                  <a:srgbClr val="5B6D76"/>
                </a:solidFill>
                <a:latin typeface="Yu Gothic"/>
                <a:ea typeface="Yu Gothic"/>
                <a:cs typeface="Yu Gothic"/>
              </a:defRPr>
            </a:lvl2pPr>
            <a:lvl3pPr algn="l">
              <a:defRPr sz="1125" b="0">
                <a:solidFill>
                  <a:srgbClr val="5B6D76"/>
                </a:solidFill>
                <a:latin typeface="Yu Gothic"/>
                <a:ea typeface="Yu Gothic"/>
                <a:cs typeface="Yu Gothic"/>
              </a:defRPr>
            </a:lvl3pPr>
            <a:lvl4pPr algn="l">
              <a:defRPr sz="1125" b="0">
                <a:solidFill>
                  <a:srgbClr val="5B6D76"/>
                </a:solidFill>
                <a:latin typeface="Yu Gothic"/>
                <a:ea typeface="Yu Gothic"/>
                <a:cs typeface="Yu Gothic"/>
              </a:defRPr>
            </a:lvl4pPr>
            <a:lvl5pPr algn="l">
              <a:defRPr sz="1125" b="0">
                <a:solidFill>
                  <a:srgbClr val="5B6D76"/>
                </a:solidFill>
                <a:latin typeface="Yu Gothic"/>
                <a:ea typeface="Yu Gothic"/>
                <a:cs typeface="Yu Gothic"/>
              </a:defRPr>
            </a:lvl5pPr>
            <a:lvl6pPr algn="l">
              <a:defRPr sz="1125" b="0">
                <a:solidFill>
                  <a:srgbClr val="5B6D76"/>
                </a:solidFill>
                <a:latin typeface="Yu Gothic"/>
                <a:ea typeface="Yu Gothic"/>
                <a:cs typeface="Yu Gothic"/>
              </a:defRPr>
            </a:lvl6pPr>
            <a:lvl7pPr algn="l">
              <a:defRPr sz="1125" b="0">
                <a:solidFill>
                  <a:srgbClr val="5B6D76"/>
                </a:solidFill>
                <a:latin typeface="Yu Gothic"/>
                <a:ea typeface="Yu Gothic"/>
                <a:cs typeface="Yu Gothic"/>
              </a:defRPr>
            </a:lvl7pPr>
            <a:lvl8pPr algn="l">
              <a:defRPr sz="1125" b="0">
                <a:solidFill>
                  <a:srgbClr val="5B6D76"/>
                </a:solidFill>
                <a:latin typeface="Yu Gothic"/>
                <a:ea typeface="Yu Gothic"/>
                <a:cs typeface="Yu Gothic"/>
              </a:defRPr>
            </a:lvl8pPr>
            <a:lvl9pPr algn="l">
              <a:defRPr sz="1125" b="0">
                <a:solidFill>
                  <a:srgbClr val="5B6D76"/>
                </a:solidFill>
                <a:latin typeface="Yu Gothic"/>
                <a:ea typeface="Yu Gothic"/>
                <a:cs typeface="Yu Gothic"/>
              </a:defRPr>
            </a:lvl9pPr>
          </a:lstStyle>
          <a:p xmlns:a="http://schemas.openxmlformats.org/drawingml/2006/main">
            <a:pPr algn="l">
              <a:defRPr sz="1125" b="0">
                <a:solidFill>
                  <a:srgbClr val="5B6D76"/>
                </a:solidFill>
                <a:latin typeface="Yu Gothic"/>
                <a:ea typeface="Yu Gothic"/>
                <a:cs typeface="Yu Gothic"/>
              </a:defRPr>
            </a:pPr>
            <a:r>
              <a:rPr sz="1125" b="0">
                <a:solidFill>
                  <a:srgbClr val="5B6D76"/>
                </a:solidFill>
                <a:latin typeface="Yu Gothic"/>
                <a:ea typeface="Yu Gothic"/>
                <a:cs typeface="Yu Gothic"/>
              </a:rPr>
              <a:t>5シード・4件数の平均｜テストデータは全条件で共通</a:t>
            </a:r>
          </a:p>
        </p:txBody>
      </p:sp>
    </p:spTree>
    <p:extLst>
      <p:ext uri="{BB962C8B-B14F-4D97-AF65-F5344CB8AC3E}">
        <p14:creationId xmlns:p14="http://schemas.microsoft.com/office/powerpoint/2010/main" val="1729258738"/>
      </p:ext>
    </p:extLst>
  </p:cSld>
</p:sld>
</file>

<file path=ppt/slides/slide8.xml><?xml version="1.0" encoding="utf-8"?>
<p:sld xmlns:p="http://schemas.openxmlformats.org/presentationml/2006/main">
  <p:cSld>
    <p:bg>
      <p:bgPr>
        <a:solidFill xmlns:a="http://schemas.openxmlformats.org/drawingml/2006/main">
          <a:srgbClr val="FBFAF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4271F5A-4C92-4194-AB97-F15059CAB916}"/>
              </a:ext>
            </a:extLst>
          </p:cNvPr>
          <p:cNvSpPr>
            <a:spLocks xmlns:a="http://schemas.openxmlformats.org/drawingml/2006/main" noGrp="1"/>
          </p:cNvSpPr>
          <p:nvPr/>
        </p:nvSpPr>
        <p:spPr>
          <a:xfrm xmlns:a="http://schemas.openxmlformats.org/drawingml/2006/main">
            <a:off x="685800" y="28575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47D78"/>
                </a:solidFill>
                <a:latin typeface="Yu Gothic"/>
                <a:ea typeface="Yu Gothic"/>
                <a:cs typeface="Yu Gothic"/>
              </a:defRPr>
            </a:defPPr>
            <a:lvl1pPr algn="l">
              <a:defRPr sz="975" b="1">
                <a:solidFill>
                  <a:srgbClr val="147D78"/>
                </a:solidFill>
                <a:latin typeface="Yu Gothic"/>
                <a:ea typeface="Yu Gothic"/>
                <a:cs typeface="Yu Gothic"/>
              </a:defRPr>
            </a:lvl1pPr>
            <a:lvl2pPr algn="l">
              <a:defRPr sz="975" b="1">
                <a:solidFill>
                  <a:srgbClr val="147D78"/>
                </a:solidFill>
                <a:latin typeface="Yu Gothic"/>
                <a:ea typeface="Yu Gothic"/>
                <a:cs typeface="Yu Gothic"/>
              </a:defRPr>
            </a:lvl2pPr>
            <a:lvl3pPr algn="l">
              <a:defRPr sz="975" b="1">
                <a:solidFill>
                  <a:srgbClr val="147D78"/>
                </a:solidFill>
                <a:latin typeface="Yu Gothic"/>
                <a:ea typeface="Yu Gothic"/>
                <a:cs typeface="Yu Gothic"/>
              </a:defRPr>
            </a:lvl3pPr>
            <a:lvl4pPr algn="l">
              <a:defRPr sz="975" b="1">
                <a:solidFill>
                  <a:srgbClr val="147D78"/>
                </a:solidFill>
                <a:latin typeface="Yu Gothic"/>
                <a:ea typeface="Yu Gothic"/>
                <a:cs typeface="Yu Gothic"/>
              </a:defRPr>
            </a:lvl4pPr>
            <a:lvl5pPr algn="l">
              <a:defRPr sz="975" b="1">
                <a:solidFill>
                  <a:srgbClr val="147D78"/>
                </a:solidFill>
                <a:latin typeface="Yu Gothic"/>
                <a:ea typeface="Yu Gothic"/>
                <a:cs typeface="Yu Gothic"/>
              </a:defRPr>
            </a:lvl5pPr>
            <a:lvl6pPr algn="l">
              <a:defRPr sz="975" b="1">
                <a:solidFill>
                  <a:srgbClr val="147D78"/>
                </a:solidFill>
                <a:latin typeface="Yu Gothic"/>
                <a:ea typeface="Yu Gothic"/>
                <a:cs typeface="Yu Gothic"/>
              </a:defRPr>
            </a:lvl6pPr>
            <a:lvl7pPr algn="l">
              <a:defRPr sz="975" b="1">
                <a:solidFill>
                  <a:srgbClr val="147D78"/>
                </a:solidFill>
                <a:latin typeface="Yu Gothic"/>
                <a:ea typeface="Yu Gothic"/>
                <a:cs typeface="Yu Gothic"/>
              </a:defRPr>
            </a:lvl7pPr>
            <a:lvl8pPr algn="l">
              <a:defRPr sz="975" b="1">
                <a:solidFill>
                  <a:srgbClr val="147D78"/>
                </a:solidFill>
                <a:latin typeface="Yu Gothic"/>
                <a:ea typeface="Yu Gothic"/>
                <a:cs typeface="Yu Gothic"/>
              </a:defRPr>
            </a:lvl8pPr>
            <a:lvl9pPr algn="l">
              <a:defRPr sz="975" b="1">
                <a:solidFill>
                  <a:srgbClr val="147D78"/>
                </a:solidFill>
                <a:latin typeface="Yu Gothic"/>
                <a:ea typeface="Yu Gothic"/>
                <a:cs typeface="Yu Gothic"/>
              </a:defRPr>
            </a:lvl9pPr>
          </a:lstStyle>
          <a:p xmlns:a="http://schemas.openxmlformats.org/drawingml/2006/main">
            <a:pPr algn="l">
              <a:defRPr sz="975" b="1">
                <a:solidFill>
                  <a:srgbClr val="147D78"/>
                </a:solidFill>
                <a:latin typeface="Yu Gothic"/>
                <a:ea typeface="Yu Gothic"/>
                <a:cs typeface="Yu Gothic"/>
              </a:defRPr>
            </a:pPr>
            <a:r>
              <a:rPr sz="975" b="1">
                <a:solidFill>
                  <a:srgbClr val="147D78"/>
                </a:solidFill>
                <a:latin typeface="Yu Gothic"/>
                <a:ea typeface="Yu Gothic"/>
                <a:cs typeface="Yu Gothic"/>
              </a:rPr>
              <a:t>まとめ</a:t>
            </a:r>
          </a:p>
        </p:txBody>
      </p:sp>
      <p:sp>
        <p:nvSpPr>
          <p:cNvPr id="2" name="">
            <a:extLst xmlns:a="http://schemas.openxmlformats.org/drawingml/2006/main">
              <a:ext uri="{FF2B5EF4-FFF2-40B4-BE49-F238E27FC236}">
                <a16:creationId xmlns:a16="http://schemas.microsoft.com/office/drawing/2014/main" id="{0C897F6F-7979-40A1-B3E8-30045D459F8D}"/>
              </a:ext>
            </a:extLst>
          </p:cNvPr>
          <p:cNvSpPr>
            <a:spLocks xmlns:a="http://schemas.openxmlformats.org/drawingml/2006/main" noGrp="1"/>
          </p:cNvSpPr>
          <p:nvPr/>
        </p:nvSpPr>
        <p:spPr>
          <a:xfrm xmlns:a="http://schemas.openxmlformats.org/drawingml/2006/main">
            <a:off x="685800" y="62865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925" b="1">
                <a:solidFill>
                  <a:srgbClr val="142B3B"/>
                </a:solidFill>
                <a:latin typeface="Yu Gothic"/>
                <a:ea typeface="Yu Gothic"/>
                <a:cs typeface="Yu Gothic"/>
              </a:defRPr>
            </a:defPPr>
            <a:lvl1pPr algn="l">
              <a:defRPr sz="2925" b="1">
                <a:solidFill>
                  <a:srgbClr val="142B3B"/>
                </a:solidFill>
                <a:latin typeface="Yu Gothic"/>
                <a:ea typeface="Yu Gothic"/>
                <a:cs typeface="Yu Gothic"/>
              </a:defRPr>
            </a:lvl1pPr>
            <a:lvl2pPr algn="l">
              <a:defRPr sz="2925" b="1">
                <a:solidFill>
                  <a:srgbClr val="142B3B"/>
                </a:solidFill>
                <a:latin typeface="Yu Gothic"/>
                <a:ea typeface="Yu Gothic"/>
                <a:cs typeface="Yu Gothic"/>
              </a:defRPr>
            </a:lvl2pPr>
            <a:lvl3pPr algn="l">
              <a:defRPr sz="2925" b="1">
                <a:solidFill>
                  <a:srgbClr val="142B3B"/>
                </a:solidFill>
                <a:latin typeface="Yu Gothic"/>
                <a:ea typeface="Yu Gothic"/>
                <a:cs typeface="Yu Gothic"/>
              </a:defRPr>
            </a:lvl3pPr>
            <a:lvl4pPr algn="l">
              <a:defRPr sz="2925" b="1">
                <a:solidFill>
                  <a:srgbClr val="142B3B"/>
                </a:solidFill>
                <a:latin typeface="Yu Gothic"/>
                <a:ea typeface="Yu Gothic"/>
                <a:cs typeface="Yu Gothic"/>
              </a:defRPr>
            </a:lvl4pPr>
            <a:lvl5pPr algn="l">
              <a:defRPr sz="2925" b="1">
                <a:solidFill>
                  <a:srgbClr val="142B3B"/>
                </a:solidFill>
                <a:latin typeface="Yu Gothic"/>
                <a:ea typeface="Yu Gothic"/>
                <a:cs typeface="Yu Gothic"/>
              </a:defRPr>
            </a:lvl5pPr>
            <a:lvl6pPr algn="l">
              <a:defRPr sz="2925" b="1">
                <a:solidFill>
                  <a:srgbClr val="142B3B"/>
                </a:solidFill>
                <a:latin typeface="Yu Gothic"/>
                <a:ea typeface="Yu Gothic"/>
                <a:cs typeface="Yu Gothic"/>
              </a:defRPr>
            </a:lvl6pPr>
            <a:lvl7pPr algn="l">
              <a:defRPr sz="2925" b="1">
                <a:solidFill>
                  <a:srgbClr val="142B3B"/>
                </a:solidFill>
                <a:latin typeface="Yu Gothic"/>
                <a:ea typeface="Yu Gothic"/>
                <a:cs typeface="Yu Gothic"/>
              </a:defRPr>
            </a:lvl7pPr>
            <a:lvl8pPr algn="l">
              <a:defRPr sz="2925" b="1">
                <a:solidFill>
                  <a:srgbClr val="142B3B"/>
                </a:solidFill>
                <a:latin typeface="Yu Gothic"/>
                <a:ea typeface="Yu Gothic"/>
                <a:cs typeface="Yu Gothic"/>
              </a:defRPr>
            </a:lvl8pPr>
            <a:lvl9pPr algn="l">
              <a:defRPr sz="2925" b="1">
                <a:solidFill>
                  <a:srgbClr val="142B3B"/>
                </a:solidFill>
                <a:latin typeface="Yu Gothic"/>
                <a:ea typeface="Yu Gothic"/>
                <a:cs typeface="Yu Gothic"/>
              </a:defRPr>
            </a:lvl9pPr>
          </a:lstStyle>
          <a:p xmlns:a="http://schemas.openxmlformats.org/drawingml/2006/main">
            <a:pPr algn="l">
              <a:defRPr sz="2925" b="1">
                <a:solidFill>
                  <a:srgbClr val="142B3B"/>
                </a:solidFill>
                <a:latin typeface="Yu Gothic"/>
                <a:ea typeface="Yu Gothic"/>
                <a:cs typeface="Yu Gothic"/>
              </a:defRPr>
            </a:pPr>
            <a:r>
              <a:rPr sz="2925" b="1">
                <a:solidFill>
                  <a:srgbClr val="142B3B"/>
                </a:solidFill>
                <a:latin typeface="Yu Gothic"/>
                <a:ea typeface="Yu Gothic"/>
                <a:cs typeface="Yu Gothic"/>
              </a:rPr>
              <a:t>今回の条件では、yes 比率の影響が大きかった</a:t>
            </a:r>
          </a:p>
        </p:txBody>
      </p:sp>
      <p:sp>
        <p:nvSpPr>
          <p:cNvPr id="3" name="">
            <a:extLst xmlns:a="http://schemas.openxmlformats.org/drawingml/2006/main">
              <a:ext uri="{FF2B5EF4-FFF2-40B4-BE49-F238E27FC236}">
                <a16:creationId xmlns:a16="http://schemas.microsoft.com/office/drawing/2014/main" id="{50F4971A-EF72-48F8-AEE8-478E25DE87C7}"/>
              </a:ext>
            </a:extLst>
          </p:cNvPr>
          <p:cNvSpPr>
            <a:spLocks xmlns:a="http://schemas.openxmlformats.org/drawingml/2006/main" noGrp="1"/>
          </p:cNvSpPr>
          <p:nvPr/>
        </p:nvSpPr>
        <p:spPr>
          <a:xfrm xmlns:a="http://schemas.openxmlformats.org/drawingml/2006/main">
            <a:off x="685800" y="1304925"/>
            <a:ext cx="10820400" cy="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4" name="">
            <a:extLst xmlns:a="http://schemas.openxmlformats.org/drawingml/2006/main">
              <a:ext uri="{FF2B5EF4-FFF2-40B4-BE49-F238E27FC236}">
                <a16:creationId xmlns:a16="http://schemas.microsoft.com/office/drawing/2014/main" id="{84208319-D3AD-4593-8AA0-CE505AF0150E}"/>
              </a:ext>
            </a:extLst>
          </p:cNvPr>
          <p:cNvSpPr>
            <a:spLocks xmlns:a="http://schemas.openxmlformats.org/drawingml/2006/main" noGrp="1"/>
          </p:cNvSpPr>
          <p:nvPr/>
        </p:nvSpPr>
        <p:spPr>
          <a:xfrm xmlns:a="http://schemas.openxmlformats.org/drawingml/2006/main">
            <a:off x="11049000" y="6362700"/>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5B6D76"/>
                </a:solidFill>
                <a:latin typeface="Yu Gothic"/>
                <a:ea typeface="Yu Gothic"/>
                <a:cs typeface="Yu Gothic"/>
              </a:defRPr>
            </a:defPPr>
            <a:lvl1pPr algn="r">
              <a:defRPr sz="1050" b="1">
                <a:solidFill>
                  <a:srgbClr val="5B6D76"/>
                </a:solidFill>
                <a:latin typeface="Yu Gothic"/>
                <a:ea typeface="Yu Gothic"/>
                <a:cs typeface="Yu Gothic"/>
              </a:defRPr>
            </a:lvl1pPr>
            <a:lvl2pPr algn="r">
              <a:defRPr sz="1050" b="1">
                <a:solidFill>
                  <a:srgbClr val="5B6D76"/>
                </a:solidFill>
                <a:latin typeface="Yu Gothic"/>
                <a:ea typeface="Yu Gothic"/>
                <a:cs typeface="Yu Gothic"/>
              </a:defRPr>
            </a:lvl2pPr>
            <a:lvl3pPr algn="r">
              <a:defRPr sz="1050" b="1">
                <a:solidFill>
                  <a:srgbClr val="5B6D76"/>
                </a:solidFill>
                <a:latin typeface="Yu Gothic"/>
                <a:ea typeface="Yu Gothic"/>
                <a:cs typeface="Yu Gothic"/>
              </a:defRPr>
            </a:lvl3pPr>
            <a:lvl4pPr algn="r">
              <a:defRPr sz="1050" b="1">
                <a:solidFill>
                  <a:srgbClr val="5B6D76"/>
                </a:solidFill>
                <a:latin typeface="Yu Gothic"/>
                <a:ea typeface="Yu Gothic"/>
                <a:cs typeface="Yu Gothic"/>
              </a:defRPr>
            </a:lvl4pPr>
            <a:lvl5pPr algn="r">
              <a:defRPr sz="1050" b="1">
                <a:solidFill>
                  <a:srgbClr val="5B6D76"/>
                </a:solidFill>
                <a:latin typeface="Yu Gothic"/>
                <a:ea typeface="Yu Gothic"/>
                <a:cs typeface="Yu Gothic"/>
              </a:defRPr>
            </a:lvl5pPr>
            <a:lvl6pPr algn="r">
              <a:defRPr sz="1050" b="1">
                <a:solidFill>
                  <a:srgbClr val="5B6D76"/>
                </a:solidFill>
                <a:latin typeface="Yu Gothic"/>
                <a:ea typeface="Yu Gothic"/>
                <a:cs typeface="Yu Gothic"/>
              </a:defRPr>
            </a:lvl6pPr>
            <a:lvl7pPr algn="r">
              <a:defRPr sz="1050" b="1">
                <a:solidFill>
                  <a:srgbClr val="5B6D76"/>
                </a:solidFill>
                <a:latin typeface="Yu Gothic"/>
                <a:ea typeface="Yu Gothic"/>
                <a:cs typeface="Yu Gothic"/>
              </a:defRPr>
            </a:lvl7pPr>
            <a:lvl8pPr algn="r">
              <a:defRPr sz="1050" b="1">
                <a:solidFill>
                  <a:srgbClr val="5B6D76"/>
                </a:solidFill>
                <a:latin typeface="Yu Gothic"/>
                <a:ea typeface="Yu Gothic"/>
                <a:cs typeface="Yu Gothic"/>
              </a:defRPr>
            </a:lvl8pPr>
            <a:lvl9pPr algn="r">
              <a:defRPr sz="1050" b="1">
                <a:solidFill>
                  <a:srgbClr val="5B6D76"/>
                </a:solidFill>
                <a:latin typeface="Yu Gothic"/>
                <a:ea typeface="Yu Gothic"/>
                <a:cs typeface="Yu Gothic"/>
              </a:defRPr>
            </a:lvl9pPr>
          </a:lstStyle>
          <a:p xmlns:a="http://schemas.openxmlformats.org/drawingml/2006/main">
            <a:pPr algn="r">
              <a:defRPr sz="1050" b="1">
                <a:solidFill>
                  <a:srgbClr val="5B6D76"/>
                </a:solidFill>
                <a:latin typeface="Yu Gothic"/>
                <a:ea typeface="Yu Gothic"/>
                <a:cs typeface="Yu Gothic"/>
              </a:defRPr>
            </a:pPr>
            <a:r>
              <a:rPr sz="1050" b="1">
                <a:solidFill>
                  <a:srgbClr val="5B6D76"/>
                </a:solidFill>
                <a:latin typeface="Yu Gothic"/>
                <a:ea typeface="Yu Gothic"/>
                <a:cs typeface="Yu Gothic"/>
              </a:rPr>
              <a:t>08</a:t>
            </a:r>
          </a:p>
        </p:txBody>
      </p:sp>
      <p:sp>
        <p:nvSpPr>
          <p:cNvPr id="5" name="">
            <a:extLst xmlns:a="http://schemas.openxmlformats.org/drawingml/2006/main">
              <a:ext uri="{FF2B5EF4-FFF2-40B4-BE49-F238E27FC236}">
                <a16:creationId xmlns:a16="http://schemas.microsoft.com/office/drawing/2014/main" id="{FFA338C8-92F4-4D09-8B11-D0E04F406681}"/>
              </a:ext>
            </a:extLst>
          </p:cNvPr>
          <p:cNvSpPr>
            <a:spLocks xmlns:a="http://schemas.openxmlformats.org/drawingml/2006/main" noGrp="1"/>
          </p:cNvSpPr>
          <p:nvPr/>
        </p:nvSpPr>
        <p:spPr>
          <a:xfrm xmlns:a="http://schemas.openxmlformats.org/drawingml/2006/main">
            <a:off x="723900" y="158115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5B6D76"/>
                </a:solidFill>
                <a:latin typeface="Yu Gothic"/>
                <a:ea typeface="Yu Gothic"/>
                <a:cs typeface="Yu Gothic"/>
              </a:defRPr>
            </a:defPPr>
            <a:lvl1pPr algn="l">
              <a:defRPr sz="1350" b="1">
                <a:solidFill>
                  <a:srgbClr val="5B6D76"/>
                </a:solidFill>
                <a:latin typeface="Yu Gothic"/>
                <a:ea typeface="Yu Gothic"/>
                <a:cs typeface="Yu Gothic"/>
              </a:defRPr>
            </a:lvl1pPr>
            <a:lvl2pPr algn="l">
              <a:defRPr sz="1350" b="1">
                <a:solidFill>
                  <a:srgbClr val="5B6D76"/>
                </a:solidFill>
                <a:latin typeface="Yu Gothic"/>
                <a:ea typeface="Yu Gothic"/>
                <a:cs typeface="Yu Gothic"/>
              </a:defRPr>
            </a:lvl2pPr>
            <a:lvl3pPr algn="l">
              <a:defRPr sz="1350" b="1">
                <a:solidFill>
                  <a:srgbClr val="5B6D76"/>
                </a:solidFill>
                <a:latin typeface="Yu Gothic"/>
                <a:ea typeface="Yu Gothic"/>
                <a:cs typeface="Yu Gothic"/>
              </a:defRPr>
            </a:lvl3pPr>
            <a:lvl4pPr algn="l">
              <a:defRPr sz="1350" b="1">
                <a:solidFill>
                  <a:srgbClr val="5B6D76"/>
                </a:solidFill>
                <a:latin typeface="Yu Gothic"/>
                <a:ea typeface="Yu Gothic"/>
                <a:cs typeface="Yu Gothic"/>
              </a:defRPr>
            </a:lvl4pPr>
            <a:lvl5pPr algn="l">
              <a:defRPr sz="1350" b="1">
                <a:solidFill>
                  <a:srgbClr val="5B6D76"/>
                </a:solidFill>
                <a:latin typeface="Yu Gothic"/>
                <a:ea typeface="Yu Gothic"/>
                <a:cs typeface="Yu Gothic"/>
              </a:defRPr>
            </a:lvl5pPr>
            <a:lvl6pPr algn="l">
              <a:defRPr sz="1350" b="1">
                <a:solidFill>
                  <a:srgbClr val="5B6D76"/>
                </a:solidFill>
                <a:latin typeface="Yu Gothic"/>
                <a:ea typeface="Yu Gothic"/>
                <a:cs typeface="Yu Gothic"/>
              </a:defRPr>
            </a:lvl6pPr>
            <a:lvl7pPr algn="l">
              <a:defRPr sz="1350" b="1">
                <a:solidFill>
                  <a:srgbClr val="5B6D76"/>
                </a:solidFill>
                <a:latin typeface="Yu Gothic"/>
                <a:ea typeface="Yu Gothic"/>
                <a:cs typeface="Yu Gothic"/>
              </a:defRPr>
            </a:lvl7pPr>
            <a:lvl8pPr algn="l">
              <a:defRPr sz="1350" b="1">
                <a:solidFill>
                  <a:srgbClr val="5B6D76"/>
                </a:solidFill>
                <a:latin typeface="Yu Gothic"/>
                <a:ea typeface="Yu Gothic"/>
                <a:cs typeface="Yu Gothic"/>
              </a:defRPr>
            </a:lvl8pPr>
            <a:lvl9pPr algn="l">
              <a:defRPr sz="1350" b="1">
                <a:solidFill>
                  <a:srgbClr val="5B6D76"/>
                </a:solidFill>
                <a:latin typeface="Yu Gothic"/>
                <a:ea typeface="Yu Gothic"/>
                <a:cs typeface="Yu Gothic"/>
              </a:defRPr>
            </a:lvl9pPr>
          </a:lstStyle>
          <a:p xmlns:a="http://schemas.openxmlformats.org/drawingml/2006/main">
            <a:pPr algn="l">
              <a:defRPr sz="1350" b="1">
                <a:solidFill>
                  <a:srgbClr val="5B6D76"/>
                </a:solidFill>
                <a:latin typeface="Yu Gothic"/>
                <a:ea typeface="Yu Gothic"/>
                <a:cs typeface="Yu Gothic"/>
              </a:defRPr>
            </a:pPr>
            <a:r>
              <a:rPr sz="1350" b="1">
                <a:solidFill>
                  <a:srgbClr val="5B6D76"/>
                </a:solidFill>
                <a:latin typeface="Yu Gothic"/>
                <a:ea typeface="Yu Gothic"/>
                <a:cs typeface="Yu Gothic"/>
              </a:rPr>
              <a:t>再現率の平均変化</a:t>
            </a:r>
          </a:p>
        </p:txBody>
      </p:sp>
      <p:sp>
        <p:nvSpPr>
          <p:cNvPr id="6" name="">
            <a:extLst xmlns:a="http://schemas.openxmlformats.org/drawingml/2006/main">
              <a:ext uri="{FF2B5EF4-FFF2-40B4-BE49-F238E27FC236}">
                <a16:creationId xmlns:a16="http://schemas.microsoft.com/office/drawing/2014/main" id="{06A8F418-FD01-4480-AF77-FF4C612EBEF8}"/>
              </a:ext>
            </a:extLst>
          </p:cNvPr>
          <p:cNvSpPr>
            <a:spLocks xmlns:a="http://schemas.openxmlformats.org/drawingml/2006/main" noGrp="1"/>
          </p:cNvSpPr>
          <p:nvPr/>
        </p:nvSpPr>
        <p:spPr>
          <a:xfrm xmlns:a="http://schemas.openxmlformats.org/drawingml/2006/main">
            <a:off x="723900" y="213360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725" b="1">
                <a:solidFill>
                  <a:srgbClr val="142B3B"/>
                </a:solidFill>
                <a:latin typeface="Yu Gothic"/>
                <a:ea typeface="Yu Gothic"/>
                <a:cs typeface="Yu Gothic"/>
              </a:defRPr>
            </a:defPPr>
            <a:lvl1pPr algn="l">
              <a:defRPr sz="1725" b="1">
                <a:solidFill>
                  <a:srgbClr val="142B3B"/>
                </a:solidFill>
                <a:latin typeface="Yu Gothic"/>
                <a:ea typeface="Yu Gothic"/>
                <a:cs typeface="Yu Gothic"/>
              </a:defRPr>
            </a:lvl1pPr>
            <a:lvl2pPr algn="l">
              <a:defRPr sz="1725" b="1">
                <a:solidFill>
                  <a:srgbClr val="142B3B"/>
                </a:solidFill>
                <a:latin typeface="Yu Gothic"/>
                <a:ea typeface="Yu Gothic"/>
                <a:cs typeface="Yu Gothic"/>
              </a:defRPr>
            </a:lvl2pPr>
            <a:lvl3pPr algn="l">
              <a:defRPr sz="1725" b="1">
                <a:solidFill>
                  <a:srgbClr val="142B3B"/>
                </a:solidFill>
                <a:latin typeface="Yu Gothic"/>
                <a:ea typeface="Yu Gothic"/>
                <a:cs typeface="Yu Gothic"/>
              </a:defRPr>
            </a:lvl3pPr>
            <a:lvl4pPr algn="l">
              <a:defRPr sz="1725" b="1">
                <a:solidFill>
                  <a:srgbClr val="142B3B"/>
                </a:solidFill>
                <a:latin typeface="Yu Gothic"/>
                <a:ea typeface="Yu Gothic"/>
                <a:cs typeface="Yu Gothic"/>
              </a:defRPr>
            </a:lvl4pPr>
            <a:lvl5pPr algn="l">
              <a:defRPr sz="1725" b="1">
                <a:solidFill>
                  <a:srgbClr val="142B3B"/>
                </a:solidFill>
                <a:latin typeface="Yu Gothic"/>
                <a:ea typeface="Yu Gothic"/>
                <a:cs typeface="Yu Gothic"/>
              </a:defRPr>
            </a:lvl5pPr>
            <a:lvl6pPr algn="l">
              <a:defRPr sz="1725" b="1">
                <a:solidFill>
                  <a:srgbClr val="142B3B"/>
                </a:solidFill>
                <a:latin typeface="Yu Gothic"/>
                <a:ea typeface="Yu Gothic"/>
                <a:cs typeface="Yu Gothic"/>
              </a:defRPr>
            </a:lvl6pPr>
            <a:lvl7pPr algn="l">
              <a:defRPr sz="1725" b="1">
                <a:solidFill>
                  <a:srgbClr val="142B3B"/>
                </a:solidFill>
                <a:latin typeface="Yu Gothic"/>
                <a:ea typeface="Yu Gothic"/>
                <a:cs typeface="Yu Gothic"/>
              </a:defRPr>
            </a:lvl7pPr>
            <a:lvl8pPr algn="l">
              <a:defRPr sz="1725" b="1">
                <a:solidFill>
                  <a:srgbClr val="142B3B"/>
                </a:solidFill>
                <a:latin typeface="Yu Gothic"/>
                <a:ea typeface="Yu Gothic"/>
                <a:cs typeface="Yu Gothic"/>
              </a:defRPr>
            </a:lvl8pPr>
            <a:lvl9pPr algn="l">
              <a:defRPr sz="1725" b="1">
                <a:solidFill>
                  <a:srgbClr val="142B3B"/>
                </a:solidFill>
                <a:latin typeface="Yu Gothic"/>
                <a:ea typeface="Yu Gothic"/>
                <a:cs typeface="Yu Gothic"/>
              </a:defRPr>
            </a:lvl9pPr>
          </a:lstStyle>
          <a:p xmlns:a="http://schemas.openxmlformats.org/drawingml/2006/main">
            <a:pPr algn="l">
              <a:defRPr sz="1725" b="1">
                <a:solidFill>
                  <a:srgbClr val="142B3B"/>
                </a:solidFill>
                <a:latin typeface="Yu Gothic"/>
                <a:ea typeface="Yu Gothic"/>
                <a:cs typeface="Yu Gothic"/>
              </a:defRPr>
            </a:pPr>
            <a:r>
              <a:rPr sz="1725" b="1">
                <a:solidFill>
                  <a:srgbClr val="142B3B"/>
                </a:solidFill>
                <a:latin typeface="Yu Gothic"/>
                <a:ea typeface="Yu Gothic"/>
                <a:cs typeface="Yu Gothic"/>
              </a:rPr>
              <a:t>yes 比率 1% → 50%</a:t>
            </a:r>
          </a:p>
        </p:txBody>
      </p:sp>
      <p:sp>
        <p:nvSpPr>
          <p:cNvPr id="7" name="">
            <a:extLst xmlns:a="http://schemas.openxmlformats.org/drawingml/2006/main">
              <a:ext uri="{FF2B5EF4-FFF2-40B4-BE49-F238E27FC236}">
                <a16:creationId xmlns:a16="http://schemas.microsoft.com/office/drawing/2014/main" id="{7B7065D9-4CCF-4C22-87B9-4229095392C9}"/>
              </a:ext>
            </a:extLst>
          </p:cNvPr>
          <p:cNvSpPr>
            <a:spLocks xmlns:a="http://schemas.openxmlformats.org/drawingml/2006/main" noGrp="1"/>
          </p:cNvSpPr>
          <p:nvPr/>
        </p:nvSpPr>
        <p:spPr>
          <a:xfrm xmlns:a="http://schemas.openxmlformats.org/drawingml/2006/main">
            <a:off x="723900" y="2581275"/>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D66B57"/>
                </a:solidFill>
                <a:latin typeface="Yu Gothic"/>
                <a:ea typeface="Yu Gothic"/>
                <a:cs typeface="Yu Gothic"/>
              </a:defRPr>
            </a:defPPr>
            <a:lvl1pPr algn="l">
              <a:defRPr sz="3150" b="1">
                <a:solidFill>
                  <a:srgbClr val="D66B57"/>
                </a:solidFill>
                <a:latin typeface="Yu Gothic"/>
                <a:ea typeface="Yu Gothic"/>
                <a:cs typeface="Yu Gothic"/>
              </a:defRPr>
            </a:lvl1pPr>
            <a:lvl2pPr algn="l">
              <a:defRPr sz="3150" b="1">
                <a:solidFill>
                  <a:srgbClr val="D66B57"/>
                </a:solidFill>
                <a:latin typeface="Yu Gothic"/>
                <a:ea typeface="Yu Gothic"/>
                <a:cs typeface="Yu Gothic"/>
              </a:defRPr>
            </a:lvl2pPr>
            <a:lvl3pPr algn="l">
              <a:defRPr sz="3150" b="1">
                <a:solidFill>
                  <a:srgbClr val="D66B57"/>
                </a:solidFill>
                <a:latin typeface="Yu Gothic"/>
                <a:ea typeface="Yu Gothic"/>
                <a:cs typeface="Yu Gothic"/>
              </a:defRPr>
            </a:lvl3pPr>
            <a:lvl4pPr algn="l">
              <a:defRPr sz="3150" b="1">
                <a:solidFill>
                  <a:srgbClr val="D66B57"/>
                </a:solidFill>
                <a:latin typeface="Yu Gothic"/>
                <a:ea typeface="Yu Gothic"/>
                <a:cs typeface="Yu Gothic"/>
              </a:defRPr>
            </a:lvl4pPr>
            <a:lvl5pPr algn="l">
              <a:defRPr sz="3150" b="1">
                <a:solidFill>
                  <a:srgbClr val="D66B57"/>
                </a:solidFill>
                <a:latin typeface="Yu Gothic"/>
                <a:ea typeface="Yu Gothic"/>
                <a:cs typeface="Yu Gothic"/>
              </a:defRPr>
            </a:lvl5pPr>
            <a:lvl6pPr algn="l">
              <a:defRPr sz="3150" b="1">
                <a:solidFill>
                  <a:srgbClr val="D66B57"/>
                </a:solidFill>
                <a:latin typeface="Yu Gothic"/>
                <a:ea typeface="Yu Gothic"/>
                <a:cs typeface="Yu Gothic"/>
              </a:defRPr>
            </a:lvl6pPr>
            <a:lvl7pPr algn="l">
              <a:defRPr sz="3150" b="1">
                <a:solidFill>
                  <a:srgbClr val="D66B57"/>
                </a:solidFill>
                <a:latin typeface="Yu Gothic"/>
                <a:ea typeface="Yu Gothic"/>
                <a:cs typeface="Yu Gothic"/>
              </a:defRPr>
            </a:lvl7pPr>
            <a:lvl8pPr algn="l">
              <a:defRPr sz="3150" b="1">
                <a:solidFill>
                  <a:srgbClr val="D66B57"/>
                </a:solidFill>
                <a:latin typeface="Yu Gothic"/>
                <a:ea typeface="Yu Gothic"/>
                <a:cs typeface="Yu Gothic"/>
              </a:defRPr>
            </a:lvl8pPr>
            <a:lvl9pPr algn="l">
              <a:defRPr sz="3150" b="1">
                <a:solidFill>
                  <a:srgbClr val="D66B57"/>
                </a:solidFill>
                <a:latin typeface="Yu Gothic"/>
                <a:ea typeface="Yu Gothic"/>
                <a:cs typeface="Yu Gothic"/>
              </a:defRPr>
            </a:lvl9pPr>
          </a:lstStyle>
          <a:p xmlns:a="http://schemas.openxmlformats.org/drawingml/2006/main">
            <a:pPr algn="l">
              <a:defRPr sz="3150" b="1">
                <a:solidFill>
                  <a:srgbClr val="D66B57"/>
                </a:solidFill>
                <a:latin typeface="Yu Gothic"/>
                <a:ea typeface="Yu Gothic"/>
                <a:cs typeface="Yu Gothic"/>
              </a:defRPr>
            </a:pPr>
            <a:r>
              <a:rPr sz="3150" b="1">
                <a:solidFill>
                  <a:srgbClr val="D66B57"/>
                </a:solidFill>
                <a:latin typeface="Yu Gothic"/>
                <a:ea typeface="Yu Gothic"/>
                <a:cs typeface="Yu Gothic"/>
              </a:rPr>
              <a:t>+0.638</a:t>
            </a:r>
          </a:p>
        </p:txBody>
      </p:sp>
      <p:sp>
        <p:nvSpPr>
          <p:cNvPr id="8" name="">
            <a:extLst xmlns:a="http://schemas.openxmlformats.org/drawingml/2006/main">
              <a:ext uri="{FF2B5EF4-FFF2-40B4-BE49-F238E27FC236}">
                <a16:creationId xmlns:a16="http://schemas.microsoft.com/office/drawing/2014/main" id="{62160E9F-131D-4D83-90F2-EFF2AA80CAB2}"/>
              </a:ext>
            </a:extLst>
          </p:cNvPr>
          <p:cNvSpPr>
            <a:spLocks xmlns:a="http://schemas.openxmlformats.org/drawingml/2006/main" noGrp="1"/>
          </p:cNvSpPr>
          <p:nvPr/>
        </p:nvSpPr>
        <p:spPr>
          <a:xfrm xmlns:a="http://schemas.openxmlformats.org/drawingml/2006/main">
            <a:off x="723900" y="3143250"/>
            <a:ext cx="3619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163A50"/>
                </a:solidFill>
                <a:latin typeface="Yu Gothic"/>
                <a:ea typeface="Yu Gothic"/>
                <a:cs typeface="Yu Gothic"/>
              </a:defRPr>
            </a:defPPr>
            <a:lvl1pPr algn="l">
              <a:defRPr sz="1350" b="1">
                <a:solidFill>
                  <a:srgbClr val="163A50"/>
                </a:solidFill>
                <a:latin typeface="Yu Gothic"/>
                <a:ea typeface="Yu Gothic"/>
                <a:cs typeface="Yu Gothic"/>
              </a:defRPr>
            </a:lvl1pPr>
            <a:lvl2pPr algn="l">
              <a:defRPr sz="1350" b="1">
                <a:solidFill>
                  <a:srgbClr val="163A50"/>
                </a:solidFill>
                <a:latin typeface="Yu Gothic"/>
                <a:ea typeface="Yu Gothic"/>
                <a:cs typeface="Yu Gothic"/>
              </a:defRPr>
            </a:lvl2pPr>
            <a:lvl3pPr algn="l">
              <a:defRPr sz="1350" b="1">
                <a:solidFill>
                  <a:srgbClr val="163A50"/>
                </a:solidFill>
                <a:latin typeface="Yu Gothic"/>
                <a:ea typeface="Yu Gothic"/>
                <a:cs typeface="Yu Gothic"/>
              </a:defRPr>
            </a:lvl3pPr>
            <a:lvl4pPr algn="l">
              <a:defRPr sz="1350" b="1">
                <a:solidFill>
                  <a:srgbClr val="163A50"/>
                </a:solidFill>
                <a:latin typeface="Yu Gothic"/>
                <a:ea typeface="Yu Gothic"/>
                <a:cs typeface="Yu Gothic"/>
              </a:defRPr>
            </a:lvl4pPr>
            <a:lvl5pPr algn="l">
              <a:defRPr sz="1350" b="1">
                <a:solidFill>
                  <a:srgbClr val="163A50"/>
                </a:solidFill>
                <a:latin typeface="Yu Gothic"/>
                <a:ea typeface="Yu Gothic"/>
                <a:cs typeface="Yu Gothic"/>
              </a:defRPr>
            </a:lvl5pPr>
            <a:lvl6pPr algn="l">
              <a:defRPr sz="1350" b="1">
                <a:solidFill>
                  <a:srgbClr val="163A50"/>
                </a:solidFill>
                <a:latin typeface="Yu Gothic"/>
                <a:ea typeface="Yu Gothic"/>
                <a:cs typeface="Yu Gothic"/>
              </a:defRPr>
            </a:lvl6pPr>
            <a:lvl7pPr algn="l">
              <a:defRPr sz="1350" b="1">
                <a:solidFill>
                  <a:srgbClr val="163A50"/>
                </a:solidFill>
                <a:latin typeface="Yu Gothic"/>
                <a:ea typeface="Yu Gothic"/>
                <a:cs typeface="Yu Gothic"/>
              </a:defRPr>
            </a:lvl7pPr>
            <a:lvl8pPr algn="l">
              <a:defRPr sz="1350" b="1">
                <a:solidFill>
                  <a:srgbClr val="163A50"/>
                </a:solidFill>
                <a:latin typeface="Yu Gothic"/>
                <a:ea typeface="Yu Gothic"/>
                <a:cs typeface="Yu Gothic"/>
              </a:defRPr>
            </a:lvl8pPr>
            <a:lvl9pPr algn="l">
              <a:defRPr sz="1350" b="1">
                <a:solidFill>
                  <a:srgbClr val="163A50"/>
                </a:solidFill>
                <a:latin typeface="Yu Gothic"/>
                <a:ea typeface="Yu Gothic"/>
                <a:cs typeface="Yu Gothic"/>
              </a:defRPr>
            </a:lvl9pPr>
          </a:lstStyle>
          <a:p xmlns:a="http://schemas.openxmlformats.org/drawingml/2006/main">
            <a:pPr algn="l">
              <a:defRPr sz="1350" b="1">
                <a:solidFill>
                  <a:srgbClr val="163A50"/>
                </a:solidFill>
                <a:latin typeface="Yu Gothic"/>
                <a:ea typeface="Yu Gothic"/>
                <a:cs typeface="Yu Gothic"/>
              </a:defRPr>
            </a:pPr>
            <a:r>
              <a:rPr sz="1350" b="1">
                <a:solidFill>
                  <a:srgbClr val="163A50"/>
                </a:solidFill>
                <a:latin typeface="Yu Gothic"/>
                <a:ea typeface="Yu Gothic"/>
                <a:cs typeface="Yu Gothic"/>
              </a:rPr>
              <a:t>ロジスティック回帰</a:t>
            </a:r>
          </a:p>
        </p:txBody>
      </p:sp>
      <p:sp>
        <p:nvSpPr>
          <p:cNvPr id="9" name="">
            <a:extLst xmlns:a="http://schemas.openxmlformats.org/drawingml/2006/main">
              <a:ext uri="{FF2B5EF4-FFF2-40B4-BE49-F238E27FC236}">
                <a16:creationId xmlns:a16="http://schemas.microsoft.com/office/drawing/2014/main" id="{D15E923A-16B7-4503-8204-D7E37A249722}"/>
              </a:ext>
            </a:extLst>
          </p:cNvPr>
          <p:cNvSpPr>
            <a:spLocks xmlns:a="http://schemas.openxmlformats.org/drawingml/2006/main" noGrp="1"/>
          </p:cNvSpPr>
          <p:nvPr/>
        </p:nvSpPr>
        <p:spPr>
          <a:xfrm xmlns:a="http://schemas.openxmlformats.org/drawingml/2006/main">
            <a:off x="723900" y="3590925"/>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147D78"/>
                </a:solidFill>
                <a:latin typeface="Yu Gothic"/>
                <a:ea typeface="Yu Gothic"/>
                <a:cs typeface="Yu Gothic"/>
              </a:defRPr>
            </a:defPPr>
            <a:lvl1pPr algn="l">
              <a:defRPr sz="3150" b="1">
                <a:solidFill>
                  <a:srgbClr val="147D78"/>
                </a:solidFill>
                <a:latin typeface="Yu Gothic"/>
                <a:ea typeface="Yu Gothic"/>
                <a:cs typeface="Yu Gothic"/>
              </a:defRPr>
            </a:lvl1pPr>
            <a:lvl2pPr algn="l">
              <a:defRPr sz="3150" b="1">
                <a:solidFill>
                  <a:srgbClr val="147D78"/>
                </a:solidFill>
                <a:latin typeface="Yu Gothic"/>
                <a:ea typeface="Yu Gothic"/>
                <a:cs typeface="Yu Gothic"/>
              </a:defRPr>
            </a:lvl2pPr>
            <a:lvl3pPr algn="l">
              <a:defRPr sz="3150" b="1">
                <a:solidFill>
                  <a:srgbClr val="147D78"/>
                </a:solidFill>
                <a:latin typeface="Yu Gothic"/>
                <a:ea typeface="Yu Gothic"/>
                <a:cs typeface="Yu Gothic"/>
              </a:defRPr>
            </a:lvl3pPr>
            <a:lvl4pPr algn="l">
              <a:defRPr sz="3150" b="1">
                <a:solidFill>
                  <a:srgbClr val="147D78"/>
                </a:solidFill>
                <a:latin typeface="Yu Gothic"/>
                <a:ea typeface="Yu Gothic"/>
                <a:cs typeface="Yu Gothic"/>
              </a:defRPr>
            </a:lvl4pPr>
            <a:lvl5pPr algn="l">
              <a:defRPr sz="3150" b="1">
                <a:solidFill>
                  <a:srgbClr val="147D78"/>
                </a:solidFill>
                <a:latin typeface="Yu Gothic"/>
                <a:ea typeface="Yu Gothic"/>
                <a:cs typeface="Yu Gothic"/>
              </a:defRPr>
            </a:lvl5pPr>
            <a:lvl6pPr algn="l">
              <a:defRPr sz="3150" b="1">
                <a:solidFill>
                  <a:srgbClr val="147D78"/>
                </a:solidFill>
                <a:latin typeface="Yu Gothic"/>
                <a:ea typeface="Yu Gothic"/>
                <a:cs typeface="Yu Gothic"/>
              </a:defRPr>
            </a:lvl6pPr>
            <a:lvl7pPr algn="l">
              <a:defRPr sz="3150" b="1">
                <a:solidFill>
                  <a:srgbClr val="147D78"/>
                </a:solidFill>
                <a:latin typeface="Yu Gothic"/>
                <a:ea typeface="Yu Gothic"/>
                <a:cs typeface="Yu Gothic"/>
              </a:defRPr>
            </a:lvl7pPr>
            <a:lvl8pPr algn="l">
              <a:defRPr sz="3150" b="1">
                <a:solidFill>
                  <a:srgbClr val="147D78"/>
                </a:solidFill>
                <a:latin typeface="Yu Gothic"/>
                <a:ea typeface="Yu Gothic"/>
                <a:cs typeface="Yu Gothic"/>
              </a:defRPr>
            </a:lvl8pPr>
            <a:lvl9pPr algn="l">
              <a:defRPr sz="3150" b="1">
                <a:solidFill>
                  <a:srgbClr val="147D78"/>
                </a:solidFill>
                <a:latin typeface="Yu Gothic"/>
                <a:ea typeface="Yu Gothic"/>
                <a:cs typeface="Yu Gothic"/>
              </a:defRPr>
            </a:lvl9pPr>
          </a:lstStyle>
          <a:p xmlns:a="http://schemas.openxmlformats.org/drawingml/2006/main">
            <a:pPr algn="l">
              <a:defRPr sz="3150" b="1">
                <a:solidFill>
                  <a:srgbClr val="147D78"/>
                </a:solidFill>
                <a:latin typeface="Yu Gothic"/>
                <a:ea typeface="Yu Gothic"/>
                <a:cs typeface="Yu Gothic"/>
              </a:defRPr>
            </a:pPr>
            <a:r>
              <a:rPr sz="3150" b="1">
                <a:solidFill>
                  <a:srgbClr val="147D78"/>
                </a:solidFill>
                <a:latin typeface="Yu Gothic"/>
                <a:ea typeface="Yu Gothic"/>
                <a:cs typeface="Yu Gothic"/>
              </a:rPr>
              <a:t>+0.669</a:t>
            </a:r>
          </a:p>
        </p:txBody>
      </p:sp>
      <p:sp>
        <p:nvSpPr>
          <p:cNvPr id="10" name="">
            <a:extLst xmlns:a="http://schemas.openxmlformats.org/drawingml/2006/main">
              <a:ext uri="{FF2B5EF4-FFF2-40B4-BE49-F238E27FC236}">
                <a16:creationId xmlns:a16="http://schemas.microsoft.com/office/drawing/2014/main" id="{299E9676-C1C6-4070-A06E-67783B15EF86}"/>
              </a:ext>
            </a:extLst>
          </p:cNvPr>
          <p:cNvSpPr>
            <a:spLocks xmlns:a="http://schemas.openxmlformats.org/drawingml/2006/main" noGrp="1"/>
          </p:cNvSpPr>
          <p:nvPr/>
        </p:nvSpPr>
        <p:spPr>
          <a:xfrm xmlns:a="http://schemas.openxmlformats.org/drawingml/2006/main">
            <a:off x="723900" y="4152900"/>
            <a:ext cx="3619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147D78"/>
                </a:solidFill>
                <a:latin typeface="Yu Gothic"/>
                <a:ea typeface="Yu Gothic"/>
                <a:cs typeface="Yu Gothic"/>
              </a:defRPr>
            </a:defPPr>
            <a:lvl1pPr algn="l">
              <a:defRPr sz="1350" b="1">
                <a:solidFill>
                  <a:srgbClr val="147D78"/>
                </a:solidFill>
                <a:latin typeface="Yu Gothic"/>
                <a:ea typeface="Yu Gothic"/>
                <a:cs typeface="Yu Gothic"/>
              </a:defRPr>
            </a:lvl1pPr>
            <a:lvl2pPr algn="l">
              <a:defRPr sz="1350" b="1">
                <a:solidFill>
                  <a:srgbClr val="147D78"/>
                </a:solidFill>
                <a:latin typeface="Yu Gothic"/>
                <a:ea typeface="Yu Gothic"/>
                <a:cs typeface="Yu Gothic"/>
              </a:defRPr>
            </a:lvl2pPr>
            <a:lvl3pPr algn="l">
              <a:defRPr sz="1350" b="1">
                <a:solidFill>
                  <a:srgbClr val="147D78"/>
                </a:solidFill>
                <a:latin typeface="Yu Gothic"/>
                <a:ea typeface="Yu Gothic"/>
                <a:cs typeface="Yu Gothic"/>
              </a:defRPr>
            </a:lvl3pPr>
            <a:lvl4pPr algn="l">
              <a:defRPr sz="1350" b="1">
                <a:solidFill>
                  <a:srgbClr val="147D78"/>
                </a:solidFill>
                <a:latin typeface="Yu Gothic"/>
                <a:ea typeface="Yu Gothic"/>
                <a:cs typeface="Yu Gothic"/>
              </a:defRPr>
            </a:lvl4pPr>
            <a:lvl5pPr algn="l">
              <a:defRPr sz="1350" b="1">
                <a:solidFill>
                  <a:srgbClr val="147D78"/>
                </a:solidFill>
                <a:latin typeface="Yu Gothic"/>
                <a:ea typeface="Yu Gothic"/>
                <a:cs typeface="Yu Gothic"/>
              </a:defRPr>
            </a:lvl5pPr>
            <a:lvl6pPr algn="l">
              <a:defRPr sz="1350" b="1">
                <a:solidFill>
                  <a:srgbClr val="147D78"/>
                </a:solidFill>
                <a:latin typeface="Yu Gothic"/>
                <a:ea typeface="Yu Gothic"/>
                <a:cs typeface="Yu Gothic"/>
              </a:defRPr>
            </a:lvl6pPr>
            <a:lvl7pPr algn="l">
              <a:defRPr sz="1350" b="1">
                <a:solidFill>
                  <a:srgbClr val="147D78"/>
                </a:solidFill>
                <a:latin typeface="Yu Gothic"/>
                <a:ea typeface="Yu Gothic"/>
                <a:cs typeface="Yu Gothic"/>
              </a:defRPr>
            </a:lvl7pPr>
            <a:lvl8pPr algn="l">
              <a:defRPr sz="1350" b="1">
                <a:solidFill>
                  <a:srgbClr val="147D78"/>
                </a:solidFill>
                <a:latin typeface="Yu Gothic"/>
                <a:ea typeface="Yu Gothic"/>
                <a:cs typeface="Yu Gothic"/>
              </a:defRPr>
            </a:lvl8pPr>
            <a:lvl9pPr algn="l">
              <a:defRPr sz="1350" b="1">
                <a:solidFill>
                  <a:srgbClr val="147D78"/>
                </a:solidFill>
                <a:latin typeface="Yu Gothic"/>
                <a:ea typeface="Yu Gothic"/>
                <a:cs typeface="Yu Gothic"/>
              </a:defRPr>
            </a:lvl9pPr>
          </a:lstStyle>
          <a:p xmlns:a="http://schemas.openxmlformats.org/drawingml/2006/main">
            <a:pPr algn="l">
              <a:defRPr sz="1350" b="1">
                <a:solidFill>
                  <a:srgbClr val="147D78"/>
                </a:solidFill>
                <a:latin typeface="Yu Gothic"/>
                <a:ea typeface="Yu Gothic"/>
                <a:cs typeface="Yu Gothic"/>
              </a:defRPr>
            </a:pPr>
            <a:r>
              <a:rPr sz="1350" b="1">
                <a:solidFill>
                  <a:srgbClr val="147D78"/>
                </a:solidFill>
                <a:latin typeface="Yu Gothic"/>
                <a:ea typeface="Yu Gothic"/>
                <a:cs typeface="Yu Gothic"/>
              </a:rPr>
              <a:t>ランダムフォレスト</a:t>
            </a:r>
          </a:p>
        </p:txBody>
      </p:sp>
      <p:sp>
        <p:nvSpPr>
          <p:cNvPr id="11" name="">
            <a:extLst xmlns:a="http://schemas.openxmlformats.org/drawingml/2006/main">
              <a:ext uri="{FF2B5EF4-FFF2-40B4-BE49-F238E27FC236}">
                <a16:creationId xmlns:a16="http://schemas.microsoft.com/office/drawing/2014/main" id="{BB06DE8D-400B-4887-9909-42816B30BF39}"/>
              </a:ext>
            </a:extLst>
          </p:cNvPr>
          <p:cNvSpPr>
            <a:spLocks xmlns:a="http://schemas.openxmlformats.org/drawingml/2006/main" noGrp="1"/>
          </p:cNvSpPr>
          <p:nvPr/>
        </p:nvSpPr>
        <p:spPr>
          <a:xfrm xmlns:a="http://schemas.openxmlformats.org/drawingml/2006/main">
            <a:off x="5105400" y="1666875"/>
            <a:ext cx="0" cy="3257550"/>
          </a:xfrm>
          <a:prstGeom xmlns:a="http://schemas.openxmlformats.org/drawingml/2006/main" prst="line">
            <a:avLst/>
          </a:prstGeom>
          <a:noFill xmlns:a="http://schemas.openxmlformats.org/drawingml/2006/main"/>
          <a:ln xmlns:a="http://schemas.openxmlformats.org/drawingml/2006/main" w="9525">
            <a:solidFill>
              <a:srgbClr val="D8DFDE"/>
            </a:solidFill>
            <a:prstDash val="solid"/>
          </a:ln>
        </p:spPr>
      </p:sp>
      <p:sp>
        <p:nvSpPr>
          <p:cNvPr id="12" name="">
            <a:extLst xmlns:a="http://schemas.openxmlformats.org/drawingml/2006/main">
              <a:ext uri="{FF2B5EF4-FFF2-40B4-BE49-F238E27FC236}">
                <a16:creationId xmlns:a16="http://schemas.microsoft.com/office/drawing/2014/main" id="{DFA9ED12-4ECB-4B6F-8069-BD1A96A7DFF5}"/>
              </a:ext>
            </a:extLst>
          </p:cNvPr>
          <p:cNvSpPr>
            <a:spLocks xmlns:a="http://schemas.openxmlformats.org/drawingml/2006/main" noGrp="1"/>
          </p:cNvSpPr>
          <p:nvPr/>
        </p:nvSpPr>
        <p:spPr>
          <a:xfrm xmlns:a="http://schemas.openxmlformats.org/drawingml/2006/main">
            <a:off x="5657850" y="213360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725" b="1">
                <a:solidFill>
                  <a:srgbClr val="142B3B"/>
                </a:solidFill>
                <a:latin typeface="Yu Gothic"/>
                <a:ea typeface="Yu Gothic"/>
                <a:cs typeface="Yu Gothic"/>
              </a:defRPr>
            </a:defPPr>
            <a:lvl1pPr algn="l">
              <a:defRPr sz="1725" b="1">
                <a:solidFill>
                  <a:srgbClr val="142B3B"/>
                </a:solidFill>
                <a:latin typeface="Yu Gothic"/>
                <a:ea typeface="Yu Gothic"/>
                <a:cs typeface="Yu Gothic"/>
              </a:defRPr>
            </a:lvl1pPr>
            <a:lvl2pPr algn="l">
              <a:defRPr sz="1725" b="1">
                <a:solidFill>
                  <a:srgbClr val="142B3B"/>
                </a:solidFill>
                <a:latin typeface="Yu Gothic"/>
                <a:ea typeface="Yu Gothic"/>
                <a:cs typeface="Yu Gothic"/>
              </a:defRPr>
            </a:lvl2pPr>
            <a:lvl3pPr algn="l">
              <a:defRPr sz="1725" b="1">
                <a:solidFill>
                  <a:srgbClr val="142B3B"/>
                </a:solidFill>
                <a:latin typeface="Yu Gothic"/>
                <a:ea typeface="Yu Gothic"/>
                <a:cs typeface="Yu Gothic"/>
              </a:defRPr>
            </a:lvl3pPr>
            <a:lvl4pPr algn="l">
              <a:defRPr sz="1725" b="1">
                <a:solidFill>
                  <a:srgbClr val="142B3B"/>
                </a:solidFill>
                <a:latin typeface="Yu Gothic"/>
                <a:ea typeface="Yu Gothic"/>
                <a:cs typeface="Yu Gothic"/>
              </a:defRPr>
            </a:lvl4pPr>
            <a:lvl5pPr algn="l">
              <a:defRPr sz="1725" b="1">
                <a:solidFill>
                  <a:srgbClr val="142B3B"/>
                </a:solidFill>
                <a:latin typeface="Yu Gothic"/>
                <a:ea typeface="Yu Gothic"/>
                <a:cs typeface="Yu Gothic"/>
              </a:defRPr>
            </a:lvl5pPr>
            <a:lvl6pPr algn="l">
              <a:defRPr sz="1725" b="1">
                <a:solidFill>
                  <a:srgbClr val="142B3B"/>
                </a:solidFill>
                <a:latin typeface="Yu Gothic"/>
                <a:ea typeface="Yu Gothic"/>
                <a:cs typeface="Yu Gothic"/>
              </a:defRPr>
            </a:lvl6pPr>
            <a:lvl7pPr algn="l">
              <a:defRPr sz="1725" b="1">
                <a:solidFill>
                  <a:srgbClr val="142B3B"/>
                </a:solidFill>
                <a:latin typeface="Yu Gothic"/>
                <a:ea typeface="Yu Gothic"/>
                <a:cs typeface="Yu Gothic"/>
              </a:defRPr>
            </a:lvl7pPr>
            <a:lvl8pPr algn="l">
              <a:defRPr sz="1725" b="1">
                <a:solidFill>
                  <a:srgbClr val="142B3B"/>
                </a:solidFill>
                <a:latin typeface="Yu Gothic"/>
                <a:ea typeface="Yu Gothic"/>
                <a:cs typeface="Yu Gothic"/>
              </a:defRPr>
            </a:lvl8pPr>
            <a:lvl9pPr algn="l">
              <a:defRPr sz="1725" b="1">
                <a:solidFill>
                  <a:srgbClr val="142B3B"/>
                </a:solidFill>
                <a:latin typeface="Yu Gothic"/>
                <a:ea typeface="Yu Gothic"/>
                <a:cs typeface="Yu Gothic"/>
              </a:defRPr>
            </a:lvl9pPr>
          </a:lstStyle>
          <a:p xmlns:a="http://schemas.openxmlformats.org/drawingml/2006/main">
            <a:pPr algn="l">
              <a:defRPr sz="1725" b="1">
                <a:solidFill>
                  <a:srgbClr val="142B3B"/>
                </a:solidFill>
                <a:latin typeface="Yu Gothic"/>
                <a:ea typeface="Yu Gothic"/>
                <a:cs typeface="Yu Gothic"/>
              </a:defRPr>
            </a:pPr>
            <a:r>
              <a:rPr sz="1725" b="1">
                <a:solidFill>
                  <a:srgbClr val="142B3B"/>
                </a:solidFill>
                <a:latin typeface="Yu Gothic"/>
                <a:ea typeface="Yu Gothic"/>
                <a:cs typeface="Yu Gothic"/>
              </a:rPr>
              <a:t>学習件数 500 → 5,000</a:t>
            </a:r>
          </a:p>
        </p:txBody>
      </p:sp>
      <p:sp>
        <p:nvSpPr>
          <p:cNvPr id="13" name="">
            <a:extLst xmlns:a="http://schemas.openxmlformats.org/drawingml/2006/main">
              <a:ext uri="{FF2B5EF4-FFF2-40B4-BE49-F238E27FC236}">
                <a16:creationId xmlns:a16="http://schemas.microsoft.com/office/drawing/2014/main" id="{CF3AE9CB-F908-4A05-BCC0-20B269441B91}"/>
              </a:ext>
            </a:extLst>
          </p:cNvPr>
          <p:cNvSpPr>
            <a:spLocks xmlns:a="http://schemas.openxmlformats.org/drawingml/2006/main" noGrp="1"/>
          </p:cNvSpPr>
          <p:nvPr/>
        </p:nvSpPr>
        <p:spPr>
          <a:xfrm xmlns:a="http://schemas.openxmlformats.org/drawingml/2006/main">
            <a:off x="5657850" y="2581275"/>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163A50"/>
                </a:solidFill>
                <a:latin typeface="Yu Gothic"/>
                <a:ea typeface="Yu Gothic"/>
                <a:cs typeface="Yu Gothic"/>
              </a:defRPr>
            </a:defPPr>
            <a:lvl1pPr algn="l">
              <a:defRPr sz="3150" b="1">
                <a:solidFill>
                  <a:srgbClr val="163A50"/>
                </a:solidFill>
                <a:latin typeface="Yu Gothic"/>
                <a:ea typeface="Yu Gothic"/>
                <a:cs typeface="Yu Gothic"/>
              </a:defRPr>
            </a:lvl1pPr>
            <a:lvl2pPr algn="l">
              <a:defRPr sz="3150" b="1">
                <a:solidFill>
                  <a:srgbClr val="163A50"/>
                </a:solidFill>
                <a:latin typeface="Yu Gothic"/>
                <a:ea typeface="Yu Gothic"/>
                <a:cs typeface="Yu Gothic"/>
              </a:defRPr>
            </a:lvl2pPr>
            <a:lvl3pPr algn="l">
              <a:defRPr sz="3150" b="1">
                <a:solidFill>
                  <a:srgbClr val="163A50"/>
                </a:solidFill>
                <a:latin typeface="Yu Gothic"/>
                <a:ea typeface="Yu Gothic"/>
                <a:cs typeface="Yu Gothic"/>
              </a:defRPr>
            </a:lvl3pPr>
            <a:lvl4pPr algn="l">
              <a:defRPr sz="3150" b="1">
                <a:solidFill>
                  <a:srgbClr val="163A50"/>
                </a:solidFill>
                <a:latin typeface="Yu Gothic"/>
                <a:ea typeface="Yu Gothic"/>
                <a:cs typeface="Yu Gothic"/>
              </a:defRPr>
            </a:lvl4pPr>
            <a:lvl5pPr algn="l">
              <a:defRPr sz="3150" b="1">
                <a:solidFill>
                  <a:srgbClr val="163A50"/>
                </a:solidFill>
                <a:latin typeface="Yu Gothic"/>
                <a:ea typeface="Yu Gothic"/>
                <a:cs typeface="Yu Gothic"/>
              </a:defRPr>
            </a:lvl5pPr>
            <a:lvl6pPr algn="l">
              <a:defRPr sz="3150" b="1">
                <a:solidFill>
                  <a:srgbClr val="163A50"/>
                </a:solidFill>
                <a:latin typeface="Yu Gothic"/>
                <a:ea typeface="Yu Gothic"/>
                <a:cs typeface="Yu Gothic"/>
              </a:defRPr>
            </a:lvl6pPr>
            <a:lvl7pPr algn="l">
              <a:defRPr sz="3150" b="1">
                <a:solidFill>
                  <a:srgbClr val="163A50"/>
                </a:solidFill>
                <a:latin typeface="Yu Gothic"/>
                <a:ea typeface="Yu Gothic"/>
                <a:cs typeface="Yu Gothic"/>
              </a:defRPr>
            </a:lvl7pPr>
            <a:lvl8pPr algn="l">
              <a:defRPr sz="3150" b="1">
                <a:solidFill>
                  <a:srgbClr val="163A50"/>
                </a:solidFill>
                <a:latin typeface="Yu Gothic"/>
                <a:ea typeface="Yu Gothic"/>
                <a:cs typeface="Yu Gothic"/>
              </a:defRPr>
            </a:lvl8pPr>
            <a:lvl9pPr algn="l">
              <a:defRPr sz="3150" b="1">
                <a:solidFill>
                  <a:srgbClr val="163A50"/>
                </a:solidFill>
                <a:latin typeface="Yu Gothic"/>
                <a:ea typeface="Yu Gothic"/>
                <a:cs typeface="Yu Gothic"/>
              </a:defRPr>
            </a:lvl9pPr>
          </a:lstStyle>
          <a:p xmlns:a="http://schemas.openxmlformats.org/drawingml/2006/main">
            <a:pPr algn="l">
              <a:defRPr sz="3150" b="1">
                <a:solidFill>
                  <a:srgbClr val="163A50"/>
                </a:solidFill>
                <a:latin typeface="Yu Gothic"/>
                <a:ea typeface="Yu Gothic"/>
                <a:cs typeface="Yu Gothic"/>
              </a:defRPr>
            </a:pPr>
            <a:r>
              <a:rPr sz="3150" b="1">
                <a:solidFill>
                  <a:srgbClr val="163A50"/>
                </a:solidFill>
                <a:latin typeface="Yu Gothic"/>
                <a:ea typeface="Yu Gothic"/>
                <a:cs typeface="Yu Gothic"/>
              </a:rPr>
              <a:t>+0.012</a:t>
            </a:r>
          </a:p>
        </p:txBody>
      </p:sp>
      <p:sp>
        <p:nvSpPr>
          <p:cNvPr id="14" name="">
            <a:extLst xmlns:a="http://schemas.openxmlformats.org/drawingml/2006/main">
              <a:ext uri="{FF2B5EF4-FFF2-40B4-BE49-F238E27FC236}">
                <a16:creationId xmlns:a16="http://schemas.microsoft.com/office/drawing/2014/main" id="{80380F85-C6ED-4E39-A942-98F38F617E3F}"/>
              </a:ext>
            </a:extLst>
          </p:cNvPr>
          <p:cNvSpPr>
            <a:spLocks xmlns:a="http://schemas.openxmlformats.org/drawingml/2006/main" noGrp="1"/>
          </p:cNvSpPr>
          <p:nvPr/>
        </p:nvSpPr>
        <p:spPr>
          <a:xfrm xmlns:a="http://schemas.openxmlformats.org/drawingml/2006/main">
            <a:off x="5657850" y="3143250"/>
            <a:ext cx="3619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163A50"/>
                </a:solidFill>
                <a:latin typeface="Yu Gothic"/>
                <a:ea typeface="Yu Gothic"/>
                <a:cs typeface="Yu Gothic"/>
              </a:defRPr>
            </a:defPPr>
            <a:lvl1pPr algn="l">
              <a:defRPr sz="1350" b="1">
                <a:solidFill>
                  <a:srgbClr val="163A50"/>
                </a:solidFill>
                <a:latin typeface="Yu Gothic"/>
                <a:ea typeface="Yu Gothic"/>
                <a:cs typeface="Yu Gothic"/>
              </a:defRPr>
            </a:lvl1pPr>
            <a:lvl2pPr algn="l">
              <a:defRPr sz="1350" b="1">
                <a:solidFill>
                  <a:srgbClr val="163A50"/>
                </a:solidFill>
                <a:latin typeface="Yu Gothic"/>
                <a:ea typeface="Yu Gothic"/>
                <a:cs typeface="Yu Gothic"/>
              </a:defRPr>
            </a:lvl2pPr>
            <a:lvl3pPr algn="l">
              <a:defRPr sz="1350" b="1">
                <a:solidFill>
                  <a:srgbClr val="163A50"/>
                </a:solidFill>
                <a:latin typeface="Yu Gothic"/>
                <a:ea typeface="Yu Gothic"/>
                <a:cs typeface="Yu Gothic"/>
              </a:defRPr>
            </a:lvl3pPr>
            <a:lvl4pPr algn="l">
              <a:defRPr sz="1350" b="1">
                <a:solidFill>
                  <a:srgbClr val="163A50"/>
                </a:solidFill>
                <a:latin typeface="Yu Gothic"/>
                <a:ea typeface="Yu Gothic"/>
                <a:cs typeface="Yu Gothic"/>
              </a:defRPr>
            </a:lvl4pPr>
            <a:lvl5pPr algn="l">
              <a:defRPr sz="1350" b="1">
                <a:solidFill>
                  <a:srgbClr val="163A50"/>
                </a:solidFill>
                <a:latin typeface="Yu Gothic"/>
                <a:ea typeface="Yu Gothic"/>
                <a:cs typeface="Yu Gothic"/>
              </a:defRPr>
            </a:lvl5pPr>
            <a:lvl6pPr algn="l">
              <a:defRPr sz="1350" b="1">
                <a:solidFill>
                  <a:srgbClr val="163A50"/>
                </a:solidFill>
                <a:latin typeface="Yu Gothic"/>
                <a:ea typeface="Yu Gothic"/>
                <a:cs typeface="Yu Gothic"/>
              </a:defRPr>
            </a:lvl6pPr>
            <a:lvl7pPr algn="l">
              <a:defRPr sz="1350" b="1">
                <a:solidFill>
                  <a:srgbClr val="163A50"/>
                </a:solidFill>
                <a:latin typeface="Yu Gothic"/>
                <a:ea typeface="Yu Gothic"/>
                <a:cs typeface="Yu Gothic"/>
              </a:defRPr>
            </a:lvl7pPr>
            <a:lvl8pPr algn="l">
              <a:defRPr sz="1350" b="1">
                <a:solidFill>
                  <a:srgbClr val="163A50"/>
                </a:solidFill>
                <a:latin typeface="Yu Gothic"/>
                <a:ea typeface="Yu Gothic"/>
                <a:cs typeface="Yu Gothic"/>
              </a:defRPr>
            </a:lvl8pPr>
            <a:lvl9pPr algn="l">
              <a:defRPr sz="1350" b="1">
                <a:solidFill>
                  <a:srgbClr val="163A50"/>
                </a:solidFill>
                <a:latin typeface="Yu Gothic"/>
                <a:ea typeface="Yu Gothic"/>
                <a:cs typeface="Yu Gothic"/>
              </a:defRPr>
            </a:lvl9pPr>
          </a:lstStyle>
          <a:p xmlns:a="http://schemas.openxmlformats.org/drawingml/2006/main">
            <a:pPr algn="l">
              <a:defRPr sz="1350" b="1">
                <a:solidFill>
                  <a:srgbClr val="163A50"/>
                </a:solidFill>
                <a:latin typeface="Yu Gothic"/>
                <a:ea typeface="Yu Gothic"/>
                <a:cs typeface="Yu Gothic"/>
              </a:defRPr>
            </a:pPr>
            <a:r>
              <a:rPr sz="1350" b="1">
                <a:solidFill>
                  <a:srgbClr val="163A50"/>
                </a:solidFill>
                <a:latin typeface="Yu Gothic"/>
                <a:ea typeface="Yu Gothic"/>
                <a:cs typeface="Yu Gothic"/>
              </a:rPr>
              <a:t>ロジスティック回帰</a:t>
            </a:r>
          </a:p>
        </p:txBody>
      </p:sp>
      <p:sp>
        <p:nvSpPr>
          <p:cNvPr id="15" name="">
            <a:extLst xmlns:a="http://schemas.openxmlformats.org/drawingml/2006/main">
              <a:ext uri="{FF2B5EF4-FFF2-40B4-BE49-F238E27FC236}">
                <a16:creationId xmlns:a16="http://schemas.microsoft.com/office/drawing/2014/main" id="{1959950B-FAD1-4C3A-9C16-2D0225B23618}"/>
              </a:ext>
            </a:extLst>
          </p:cNvPr>
          <p:cNvSpPr>
            <a:spLocks xmlns:a="http://schemas.openxmlformats.org/drawingml/2006/main" noGrp="1"/>
          </p:cNvSpPr>
          <p:nvPr/>
        </p:nvSpPr>
        <p:spPr>
          <a:xfrm xmlns:a="http://schemas.openxmlformats.org/drawingml/2006/main">
            <a:off x="5657850" y="3590925"/>
            <a:ext cx="238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3150" b="1">
                <a:solidFill>
                  <a:srgbClr val="147D78"/>
                </a:solidFill>
                <a:latin typeface="Yu Gothic"/>
                <a:ea typeface="Yu Gothic"/>
                <a:cs typeface="Yu Gothic"/>
              </a:defRPr>
            </a:defPPr>
            <a:lvl1pPr algn="l">
              <a:defRPr sz="3150" b="1">
                <a:solidFill>
                  <a:srgbClr val="147D78"/>
                </a:solidFill>
                <a:latin typeface="Yu Gothic"/>
                <a:ea typeface="Yu Gothic"/>
                <a:cs typeface="Yu Gothic"/>
              </a:defRPr>
            </a:lvl1pPr>
            <a:lvl2pPr algn="l">
              <a:defRPr sz="3150" b="1">
                <a:solidFill>
                  <a:srgbClr val="147D78"/>
                </a:solidFill>
                <a:latin typeface="Yu Gothic"/>
                <a:ea typeface="Yu Gothic"/>
                <a:cs typeface="Yu Gothic"/>
              </a:defRPr>
            </a:lvl2pPr>
            <a:lvl3pPr algn="l">
              <a:defRPr sz="3150" b="1">
                <a:solidFill>
                  <a:srgbClr val="147D78"/>
                </a:solidFill>
                <a:latin typeface="Yu Gothic"/>
                <a:ea typeface="Yu Gothic"/>
                <a:cs typeface="Yu Gothic"/>
              </a:defRPr>
            </a:lvl3pPr>
            <a:lvl4pPr algn="l">
              <a:defRPr sz="3150" b="1">
                <a:solidFill>
                  <a:srgbClr val="147D78"/>
                </a:solidFill>
                <a:latin typeface="Yu Gothic"/>
                <a:ea typeface="Yu Gothic"/>
                <a:cs typeface="Yu Gothic"/>
              </a:defRPr>
            </a:lvl4pPr>
            <a:lvl5pPr algn="l">
              <a:defRPr sz="3150" b="1">
                <a:solidFill>
                  <a:srgbClr val="147D78"/>
                </a:solidFill>
                <a:latin typeface="Yu Gothic"/>
                <a:ea typeface="Yu Gothic"/>
                <a:cs typeface="Yu Gothic"/>
              </a:defRPr>
            </a:lvl5pPr>
            <a:lvl6pPr algn="l">
              <a:defRPr sz="3150" b="1">
                <a:solidFill>
                  <a:srgbClr val="147D78"/>
                </a:solidFill>
                <a:latin typeface="Yu Gothic"/>
                <a:ea typeface="Yu Gothic"/>
                <a:cs typeface="Yu Gothic"/>
              </a:defRPr>
            </a:lvl6pPr>
            <a:lvl7pPr algn="l">
              <a:defRPr sz="3150" b="1">
                <a:solidFill>
                  <a:srgbClr val="147D78"/>
                </a:solidFill>
                <a:latin typeface="Yu Gothic"/>
                <a:ea typeface="Yu Gothic"/>
                <a:cs typeface="Yu Gothic"/>
              </a:defRPr>
            </a:lvl7pPr>
            <a:lvl8pPr algn="l">
              <a:defRPr sz="3150" b="1">
                <a:solidFill>
                  <a:srgbClr val="147D78"/>
                </a:solidFill>
                <a:latin typeface="Yu Gothic"/>
                <a:ea typeface="Yu Gothic"/>
                <a:cs typeface="Yu Gothic"/>
              </a:defRPr>
            </a:lvl8pPr>
            <a:lvl9pPr algn="l">
              <a:defRPr sz="3150" b="1">
                <a:solidFill>
                  <a:srgbClr val="147D78"/>
                </a:solidFill>
                <a:latin typeface="Yu Gothic"/>
                <a:ea typeface="Yu Gothic"/>
                <a:cs typeface="Yu Gothic"/>
              </a:defRPr>
            </a:lvl9pPr>
          </a:lstStyle>
          <a:p xmlns:a="http://schemas.openxmlformats.org/drawingml/2006/main">
            <a:pPr algn="l">
              <a:defRPr sz="3150" b="1">
                <a:solidFill>
                  <a:srgbClr val="147D78"/>
                </a:solidFill>
                <a:latin typeface="Yu Gothic"/>
                <a:ea typeface="Yu Gothic"/>
                <a:cs typeface="Yu Gothic"/>
              </a:defRPr>
            </a:pPr>
            <a:r>
              <a:rPr sz="3150" b="1">
                <a:solidFill>
                  <a:srgbClr val="147D78"/>
                </a:solidFill>
                <a:latin typeface="Yu Gothic"/>
                <a:ea typeface="Yu Gothic"/>
                <a:cs typeface="Yu Gothic"/>
              </a:rPr>
              <a:t>+0.037</a:t>
            </a:r>
          </a:p>
        </p:txBody>
      </p:sp>
      <p:sp>
        <p:nvSpPr>
          <p:cNvPr id="16" name="">
            <a:extLst xmlns:a="http://schemas.openxmlformats.org/drawingml/2006/main">
              <a:ext uri="{FF2B5EF4-FFF2-40B4-BE49-F238E27FC236}">
                <a16:creationId xmlns:a16="http://schemas.microsoft.com/office/drawing/2014/main" id="{9C732A27-DDE7-4D02-870E-204E97B2DBCA}"/>
              </a:ext>
            </a:extLst>
          </p:cNvPr>
          <p:cNvSpPr>
            <a:spLocks xmlns:a="http://schemas.openxmlformats.org/drawingml/2006/main" noGrp="1"/>
          </p:cNvSpPr>
          <p:nvPr/>
        </p:nvSpPr>
        <p:spPr>
          <a:xfrm xmlns:a="http://schemas.openxmlformats.org/drawingml/2006/main">
            <a:off x="5657850" y="4152900"/>
            <a:ext cx="3619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147D78"/>
                </a:solidFill>
                <a:latin typeface="Yu Gothic"/>
                <a:ea typeface="Yu Gothic"/>
                <a:cs typeface="Yu Gothic"/>
              </a:defRPr>
            </a:defPPr>
            <a:lvl1pPr algn="l">
              <a:defRPr sz="1350" b="1">
                <a:solidFill>
                  <a:srgbClr val="147D78"/>
                </a:solidFill>
                <a:latin typeface="Yu Gothic"/>
                <a:ea typeface="Yu Gothic"/>
                <a:cs typeface="Yu Gothic"/>
              </a:defRPr>
            </a:lvl1pPr>
            <a:lvl2pPr algn="l">
              <a:defRPr sz="1350" b="1">
                <a:solidFill>
                  <a:srgbClr val="147D78"/>
                </a:solidFill>
                <a:latin typeface="Yu Gothic"/>
                <a:ea typeface="Yu Gothic"/>
                <a:cs typeface="Yu Gothic"/>
              </a:defRPr>
            </a:lvl2pPr>
            <a:lvl3pPr algn="l">
              <a:defRPr sz="1350" b="1">
                <a:solidFill>
                  <a:srgbClr val="147D78"/>
                </a:solidFill>
                <a:latin typeface="Yu Gothic"/>
                <a:ea typeface="Yu Gothic"/>
                <a:cs typeface="Yu Gothic"/>
              </a:defRPr>
            </a:lvl3pPr>
            <a:lvl4pPr algn="l">
              <a:defRPr sz="1350" b="1">
                <a:solidFill>
                  <a:srgbClr val="147D78"/>
                </a:solidFill>
                <a:latin typeface="Yu Gothic"/>
                <a:ea typeface="Yu Gothic"/>
                <a:cs typeface="Yu Gothic"/>
              </a:defRPr>
            </a:lvl4pPr>
            <a:lvl5pPr algn="l">
              <a:defRPr sz="1350" b="1">
                <a:solidFill>
                  <a:srgbClr val="147D78"/>
                </a:solidFill>
                <a:latin typeface="Yu Gothic"/>
                <a:ea typeface="Yu Gothic"/>
                <a:cs typeface="Yu Gothic"/>
              </a:defRPr>
            </a:lvl5pPr>
            <a:lvl6pPr algn="l">
              <a:defRPr sz="1350" b="1">
                <a:solidFill>
                  <a:srgbClr val="147D78"/>
                </a:solidFill>
                <a:latin typeface="Yu Gothic"/>
                <a:ea typeface="Yu Gothic"/>
                <a:cs typeface="Yu Gothic"/>
              </a:defRPr>
            </a:lvl6pPr>
            <a:lvl7pPr algn="l">
              <a:defRPr sz="1350" b="1">
                <a:solidFill>
                  <a:srgbClr val="147D78"/>
                </a:solidFill>
                <a:latin typeface="Yu Gothic"/>
                <a:ea typeface="Yu Gothic"/>
                <a:cs typeface="Yu Gothic"/>
              </a:defRPr>
            </a:lvl7pPr>
            <a:lvl8pPr algn="l">
              <a:defRPr sz="1350" b="1">
                <a:solidFill>
                  <a:srgbClr val="147D78"/>
                </a:solidFill>
                <a:latin typeface="Yu Gothic"/>
                <a:ea typeface="Yu Gothic"/>
                <a:cs typeface="Yu Gothic"/>
              </a:defRPr>
            </a:lvl8pPr>
            <a:lvl9pPr algn="l">
              <a:defRPr sz="1350" b="1">
                <a:solidFill>
                  <a:srgbClr val="147D78"/>
                </a:solidFill>
                <a:latin typeface="Yu Gothic"/>
                <a:ea typeface="Yu Gothic"/>
                <a:cs typeface="Yu Gothic"/>
              </a:defRPr>
            </a:lvl9pPr>
          </a:lstStyle>
          <a:p xmlns:a="http://schemas.openxmlformats.org/drawingml/2006/main">
            <a:pPr algn="l">
              <a:defRPr sz="1350" b="1">
                <a:solidFill>
                  <a:srgbClr val="147D78"/>
                </a:solidFill>
                <a:latin typeface="Yu Gothic"/>
                <a:ea typeface="Yu Gothic"/>
                <a:cs typeface="Yu Gothic"/>
              </a:defRPr>
            </a:pPr>
            <a:r>
              <a:rPr sz="1350" b="1">
                <a:solidFill>
                  <a:srgbClr val="147D78"/>
                </a:solidFill>
                <a:latin typeface="Yu Gothic"/>
                <a:ea typeface="Yu Gothic"/>
                <a:cs typeface="Yu Gothic"/>
              </a:rPr>
              <a:t>ランダムフォレスト</a:t>
            </a:r>
          </a:p>
        </p:txBody>
      </p:sp>
      <p:sp>
        <p:nvSpPr>
          <p:cNvPr id="17" name="">
            <a:extLst xmlns:a="http://schemas.openxmlformats.org/drawingml/2006/main">
              <a:ext uri="{FF2B5EF4-FFF2-40B4-BE49-F238E27FC236}">
                <a16:creationId xmlns:a16="http://schemas.microsoft.com/office/drawing/2014/main" id="{6B862F98-E268-4D24-A324-38F0BCFE2503}"/>
              </a:ext>
            </a:extLst>
          </p:cNvPr>
          <p:cNvSpPr>
            <a:spLocks xmlns:a="http://schemas.openxmlformats.org/drawingml/2006/main" noGrp="1"/>
          </p:cNvSpPr>
          <p:nvPr/>
        </p:nvSpPr>
        <p:spPr>
          <a:xfrm xmlns:a="http://schemas.openxmlformats.org/drawingml/2006/main">
            <a:off x="5657850" y="4610100"/>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0">
                <a:solidFill>
                  <a:srgbClr val="5B6D76"/>
                </a:solidFill>
                <a:latin typeface="Yu Gothic"/>
                <a:ea typeface="Yu Gothic"/>
                <a:cs typeface="Yu Gothic"/>
              </a:defRPr>
            </a:defPPr>
            <a:lvl1pPr algn="l">
              <a:defRPr sz="1200" b="0">
                <a:solidFill>
                  <a:srgbClr val="5B6D76"/>
                </a:solidFill>
                <a:latin typeface="Yu Gothic"/>
                <a:ea typeface="Yu Gothic"/>
                <a:cs typeface="Yu Gothic"/>
              </a:defRPr>
            </a:lvl1pPr>
            <a:lvl2pPr algn="l">
              <a:defRPr sz="1200" b="0">
                <a:solidFill>
                  <a:srgbClr val="5B6D76"/>
                </a:solidFill>
                <a:latin typeface="Yu Gothic"/>
                <a:ea typeface="Yu Gothic"/>
                <a:cs typeface="Yu Gothic"/>
              </a:defRPr>
            </a:lvl2pPr>
            <a:lvl3pPr algn="l">
              <a:defRPr sz="1200" b="0">
                <a:solidFill>
                  <a:srgbClr val="5B6D76"/>
                </a:solidFill>
                <a:latin typeface="Yu Gothic"/>
                <a:ea typeface="Yu Gothic"/>
                <a:cs typeface="Yu Gothic"/>
              </a:defRPr>
            </a:lvl3pPr>
            <a:lvl4pPr algn="l">
              <a:defRPr sz="1200" b="0">
                <a:solidFill>
                  <a:srgbClr val="5B6D76"/>
                </a:solidFill>
                <a:latin typeface="Yu Gothic"/>
                <a:ea typeface="Yu Gothic"/>
                <a:cs typeface="Yu Gothic"/>
              </a:defRPr>
            </a:lvl4pPr>
            <a:lvl5pPr algn="l">
              <a:defRPr sz="1200" b="0">
                <a:solidFill>
                  <a:srgbClr val="5B6D76"/>
                </a:solidFill>
                <a:latin typeface="Yu Gothic"/>
                <a:ea typeface="Yu Gothic"/>
                <a:cs typeface="Yu Gothic"/>
              </a:defRPr>
            </a:lvl5pPr>
            <a:lvl6pPr algn="l">
              <a:defRPr sz="1200" b="0">
                <a:solidFill>
                  <a:srgbClr val="5B6D76"/>
                </a:solidFill>
                <a:latin typeface="Yu Gothic"/>
                <a:ea typeface="Yu Gothic"/>
                <a:cs typeface="Yu Gothic"/>
              </a:defRPr>
            </a:lvl6pPr>
            <a:lvl7pPr algn="l">
              <a:defRPr sz="1200" b="0">
                <a:solidFill>
                  <a:srgbClr val="5B6D76"/>
                </a:solidFill>
                <a:latin typeface="Yu Gothic"/>
                <a:ea typeface="Yu Gothic"/>
                <a:cs typeface="Yu Gothic"/>
              </a:defRPr>
            </a:lvl7pPr>
            <a:lvl8pPr algn="l">
              <a:defRPr sz="1200" b="0">
                <a:solidFill>
                  <a:srgbClr val="5B6D76"/>
                </a:solidFill>
                <a:latin typeface="Yu Gothic"/>
                <a:ea typeface="Yu Gothic"/>
                <a:cs typeface="Yu Gothic"/>
              </a:defRPr>
            </a:lvl8pPr>
            <a:lvl9pPr algn="l">
              <a:defRPr sz="1200" b="0">
                <a:solidFill>
                  <a:srgbClr val="5B6D76"/>
                </a:solidFill>
                <a:latin typeface="Yu Gothic"/>
                <a:ea typeface="Yu Gothic"/>
                <a:cs typeface="Yu Gothic"/>
              </a:defRPr>
            </a:lvl9pPr>
          </a:lstStyle>
          <a:p xmlns:a="http://schemas.openxmlformats.org/drawingml/2006/main">
            <a:pPr algn="l">
              <a:defRPr sz="1200" b="0">
                <a:solidFill>
                  <a:srgbClr val="5B6D76"/>
                </a:solidFill>
                <a:latin typeface="Yu Gothic"/>
                <a:ea typeface="Yu Gothic"/>
                <a:cs typeface="Yu Gothic"/>
              </a:defRPr>
            </a:pPr>
            <a:r>
              <a:rPr sz="1200" b="0">
                <a:solidFill>
                  <a:srgbClr val="5B6D76"/>
                </a:solidFill>
                <a:latin typeface="Yu Gothic"/>
                <a:ea typeface="Yu Gothic"/>
                <a:cs typeface="Yu Gothic"/>
              </a:rPr>
              <a:t>再現率の増加量を比べた記述的な比較</a:t>
            </a:r>
          </a:p>
        </p:txBody>
      </p:sp>
      <p:sp>
        <p:nvSpPr>
          <p:cNvPr id="18" name="">
            <a:extLst xmlns:a="http://schemas.openxmlformats.org/drawingml/2006/main">
              <a:ext uri="{FF2B5EF4-FFF2-40B4-BE49-F238E27FC236}">
                <a16:creationId xmlns:a16="http://schemas.microsoft.com/office/drawing/2014/main" id="{46A332BD-82CF-4790-9C29-0E8352D19627}"/>
              </a:ext>
            </a:extLst>
          </p:cNvPr>
          <p:cNvSpPr>
            <a:spLocks xmlns:a="http://schemas.openxmlformats.org/drawingml/2006/main" noGrp="1"/>
          </p:cNvSpPr>
          <p:nvPr/>
        </p:nvSpPr>
        <p:spPr>
          <a:xfrm xmlns:a="http://schemas.openxmlformats.org/drawingml/2006/main">
            <a:off x="723900" y="5219700"/>
            <a:ext cx="10744200" cy="762000"/>
          </a:xfrm>
          <a:prstGeom xmlns:a="http://schemas.openxmlformats.org/drawingml/2006/main" prst="rect">
            <a:avLst/>
          </a:prstGeom>
          <a:solidFill xmlns:a="http://schemas.openxmlformats.org/drawingml/2006/main">
            <a:srgbClr val="E8EFE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C3D1CC5-4BBA-4423-93E8-B1059ACA1748}"/>
              </a:ext>
            </a:extLst>
          </p:cNvPr>
          <p:cNvSpPr>
            <a:spLocks xmlns:a="http://schemas.openxmlformats.org/drawingml/2006/main" noGrp="1"/>
          </p:cNvSpPr>
          <p:nvPr/>
        </p:nvSpPr>
        <p:spPr>
          <a:xfrm xmlns:a="http://schemas.openxmlformats.org/drawingml/2006/main">
            <a:off x="933450" y="5362575"/>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147D78"/>
                </a:solidFill>
                <a:latin typeface="Yu Gothic"/>
                <a:ea typeface="Yu Gothic"/>
                <a:cs typeface="Yu Gothic"/>
              </a:defRPr>
            </a:defPPr>
            <a:lvl1pPr algn="l">
              <a:defRPr sz="1350" b="1">
                <a:solidFill>
                  <a:srgbClr val="147D78"/>
                </a:solidFill>
                <a:latin typeface="Yu Gothic"/>
                <a:ea typeface="Yu Gothic"/>
                <a:cs typeface="Yu Gothic"/>
              </a:defRPr>
            </a:lvl1pPr>
            <a:lvl2pPr algn="l">
              <a:defRPr sz="1350" b="1">
                <a:solidFill>
                  <a:srgbClr val="147D78"/>
                </a:solidFill>
                <a:latin typeface="Yu Gothic"/>
                <a:ea typeface="Yu Gothic"/>
                <a:cs typeface="Yu Gothic"/>
              </a:defRPr>
            </a:lvl2pPr>
            <a:lvl3pPr algn="l">
              <a:defRPr sz="1350" b="1">
                <a:solidFill>
                  <a:srgbClr val="147D78"/>
                </a:solidFill>
                <a:latin typeface="Yu Gothic"/>
                <a:ea typeface="Yu Gothic"/>
                <a:cs typeface="Yu Gothic"/>
              </a:defRPr>
            </a:lvl3pPr>
            <a:lvl4pPr algn="l">
              <a:defRPr sz="1350" b="1">
                <a:solidFill>
                  <a:srgbClr val="147D78"/>
                </a:solidFill>
                <a:latin typeface="Yu Gothic"/>
                <a:ea typeface="Yu Gothic"/>
                <a:cs typeface="Yu Gothic"/>
              </a:defRPr>
            </a:lvl4pPr>
            <a:lvl5pPr algn="l">
              <a:defRPr sz="1350" b="1">
                <a:solidFill>
                  <a:srgbClr val="147D78"/>
                </a:solidFill>
                <a:latin typeface="Yu Gothic"/>
                <a:ea typeface="Yu Gothic"/>
                <a:cs typeface="Yu Gothic"/>
              </a:defRPr>
            </a:lvl5pPr>
            <a:lvl6pPr algn="l">
              <a:defRPr sz="1350" b="1">
                <a:solidFill>
                  <a:srgbClr val="147D78"/>
                </a:solidFill>
                <a:latin typeface="Yu Gothic"/>
                <a:ea typeface="Yu Gothic"/>
                <a:cs typeface="Yu Gothic"/>
              </a:defRPr>
            </a:lvl6pPr>
            <a:lvl7pPr algn="l">
              <a:defRPr sz="1350" b="1">
                <a:solidFill>
                  <a:srgbClr val="147D78"/>
                </a:solidFill>
                <a:latin typeface="Yu Gothic"/>
                <a:ea typeface="Yu Gothic"/>
                <a:cs typeface="Yu Gothic"/>
              </a:defRPr>
            </a:lvl7pPr>
            <a:lvl8pPr algn="l">
              <a:defRPr sz="1350" b="1">
                <a:solidFill>
                  <a:srgbClr val="147D78"/>
                </a:solidFill>
                <a:latin typeface="Yu Gothic"/>
                <a:ea typeface="Yu Gothic"/>
                <a:cs typeface="Yu Gothic"/>
              </a:defRPr>
            </a:lvl8pPr>
            <a:lvl9pPr algn="l">
              <a:defRPr sz="1350" b="1">
                <a:solidFill>
                  <a:srgbClr val="147D78"/>
                </a:solidFill>
                <a:latin typeface="Yu Gothic"/>
                <a:ea typeface="Yu Gothic"/>
                <a:cs typeface="Yu Gothic"/>
              </a:defRPr>
            </a:lvl9pPr>
          </a:lstStyle>
          <a:p xmlns:a="http://schemas.openxmlformats.org/drawingml/2006/main">
            <a:pPr algn="l">
              <a:defRPr sz="1350" b="1">
                <a:solidFill>
                  <a:srgbClr val="147D78"/>
                </a:solidFill>
                <a:latin typeface="Yu Gothic"/>
                <a:ea typeface="Yu Gothic"/>
                <a:cs typeface="Yu Gothic"/>
              </a:defRPr>
            </a:pPr>
            <a:r>
              <a:rPr sz="1350" b="1">
                <a:solidFill>
                  <a:srgbClr val="147D78"/>
                </a:solidFill>
                <a:latin typeface="Yu Gothic"/>
                <a:ea typeface="Yu Gothic"/>
                <a:cs typeface="Yu Gothic"/>
              </a:rPr>
              <a:t>結論</a:t>
            </a:r>
          </a:p>
        </p:txBody>
      </p:sp>
      <p:sp>
        <p:nvSpPr>
          <p:cNvPr id="20" name="">
            <a:extLst xmlns:a="http://schemas.openxmlformats.org/drawingml/2006/main">
              <a:ext uri="{FF2B5EF4-FFF2-40B4-BE49-F238E27FC236}">
                <a16:creationId xmlns:a16="http://schemas.microsoft.com/office/drawing/2014/main" id="{D3B7CD12-BF12-47DE-A7BC-F752655C9017}"/>
              </a:ext>
            </a:extLst>
          </p:cNvPr>
          <p:cNvSpPr>
            <a:spLocks xmlns:a="http://schemas.openxmlformats.org/drawingml/2006/main" noGrp="1"/>
          </p:cNvSpPr>
          <p:nvPr/>
        </p:nvSpPr>
        <p:spPr>
          <a:xfrm xmlns:a="http://schemas.openxmlformats.org/drawingml/2006/main">
            <a:off x="2190750" y="5314950"/>
            <a:ext cx="885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650" b="1">
                <a:solidFill>
                  <a:srgbClr val="142B3B"/>
                </a:solidFill>
                <a:latin typeface="Yu Gothic"/>
                <a:ea typeface="Yu Gothic"/>
                <a:cs typeface="Yu Gothic"/>
              </a:defRPr>
            </a:defPPr>
            <a:lvl1pPr algn="l">
              <a:defRPr sz="1650" b="1">
                <a:solidFill>
                  <a:srgbClr val="142B3B"/>
                </a:solidFill>
                <a:latin typeface="Yu Gothic"/>
                <a:ea typeface="Yu Gothic"/>
                <a:cs typeface="Yu Gothic"/>
              </a:defRPr>
            </a:lvl1pPr>
            <a:lvl2pPr algn="l">
              <a:defRPr sz="1650" b="1">
                <a:solidFill>
                  <a:srgbClr val="142B3B"/>
                </a:solidFill>
                <a:latin typeface="Yu Gothic"/>
                <a:ea typeface="Yu Gothic"/>
                <a:cs typeface="Yu Gothic"/>
              </a:defRPr>
            </a:lvl2pPr>
            <a:lvl3pPr algn="l">
              <a:defRPr sz="1650" b="1">
                <a:solidFill>
                  <a:srgbClr val="142B3B"/>
                </a:solidFill>
                <a:latin typeface="Yu Gothic"/>
                <a:ea typeface="Yu Gothic"/>
                <a:cs typeface="Yu Gothic"/>
              </a:defRPr>
            </a:lvl3pPr>
            <a:lvl4pPr algn="l">
              <a:defRPr sz="1650" b="1">
                <a:solidFill>
                  <a:srgbClr val="142B3B"/>
                </a:solidFill>
                <a:latin typeface="Yu Gothic"/>
                <a:ea typeface="Yu Gothic"/>
                <a:cs typeface="Yu Gothic"/>
              </a:defRPr>
            </a:lvl4pPr>
            <a:lvl5pPr algn="l">
              <a:defRPr sz="1650" b="1">
                <a:solidFill>
                  <a:srgbClr val="142B3B"/>
                </a:solidFill>
                <a:latin typeface="Yu Gothic"/>
                <a:ea typeface="Yu Gothic"/>
                <a:cs typeface="Yu Gothic"/>
              </a:defRPr>
            </a:lvl5pPr>
            <a:lvl6pPr algn="l">
              <a:defRPr sz="1650" b="1">
                <a:solidFill>
                  <a:srgbClr val="142B3B"/>
                </a:solidFill>
                <a:latin typeface="Yu Gothic"/>
                <a:ea typeface="Yu Gothic"/>
                <a:cs typeface="Yu Gothic"/>
              </a:defRPr>
            </a:lvl6pPr>
            <a:lvl7pPr algn="l">
              <a:defRPr sz="1650" b="1">
                <a:solidFill>
                  <a:srgbClr val="142B3B"/>
                </a:solidFill>
                <a:latin typeface="Yu Gothic"/>
                <a:ea typeface="Yu Gothic"/>
                <a:cs typeface="Yu Gothic"/>
              </a:defRPr>
            </a:lvl7pPr>
            <a:lvl8pPr algn="l">
              <a:defRPr sz="1650" b="1">
                <a:solidFill>
                  <a:srgbClr val="142B3B"/>
                </a:solidFill>
                <a:latin typeface="Yu Gothic"/>
                <a:ea typeface="Yu Gothic"/>
                <a:cs typeface="Yu Gothic"/>
              </a:defRPr>
            </a:lvl8pPr>
            <a:lvl9pPr algn="l">
              <a:defRPr sz="1650" b="1">
                <a:solidFill>
                  <a:srgbClr val="142B3B"/>
                </a:solidFill>
                <a:latin typeface="Yu Gothic"/>
                <a:ea typeface="Yu Gothic"/>
                <a:cs typeface="Yu Gothic"/>
              </a:defRPr>
            </a:lvl9pPr>
          </a:lstStyle>
          <a:p xmlns:a="http://schemas.openxmlformats.org/drawingml/2006/main">
            <a:pPr algn="l">
              <a:defRPr sz="1650" b="1">
                <a:solidFill>
                  <a:srgbClr val="142B3B"/>
                </a:solidFill>
                <a:latin typeface="Yu Gothic"/>
                <a:ea typeface="Yu Gothic"/>
                <a:cs typeface="Yu Gothic"/>
              </a:defRPr>
            </a:pPr>
            <a:r>
              <a:rPr sz="1650" b="1">
                <a:solidFill>
                  <a:srgbClr val="142B3B"/>
                </a:solidFill>
                <a:latin typeface="Yu Gothic"/>
                <a:ea typeface="Yu Gothic"/>
                <a:cs typeface="Yu Gothic"/>
              </a:rPr>
              <a:t>少数の yes を見つけるには、学習データに yes の例を確保することが重要でした。</a:t>
            </a:r>
          </a:p>
        </p:txBody>
      </p:sp>
      <p:sp>
        <p:nvSpPr>
          <p:cNvPr id="21" name="">
            <a:extLst xmlns:a="http://schemas.openxmlformats.org/drawingml/2006/main">
              <a:ext uri="{FF2B5EF4-FFF2-40B4-BE49-F238E27FC236}">
                <a16:creationId xmlns:a16="http://schemas.microsoft.com/office/drawing/2014/main" id="{6F701EC5-E304-499D-AD7D-2F39C40529C6}"/>
              </a:ext>
            </a:extLst>
          </p:cNvPr>
          <p:cNvSpPr>
            <a:spLocks xmlns:a="http://schemas.openxmlformats.org/drawingml/2006/main" noGrp="1"/>
          </p:cNvSpPr>
          <p:nvPr/>
        </p:nvSpPr>
        <p:spPr>
          <a:xfrm xmlns:a="http://schemas.openxmlformats.org/drawingml/2006/main">
            <a:off x="723900" y="6143625"/>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0">
                <a:solidFill>
                  <a:srgbClr val="5B6D76"/>
                </a:solidFill>
                <a:latin typeface="Yu Gothic"/>
                <a:ea typeface="Yu Gothic"/>
                <a:cs typeface="Yu Gothic"/>
              </a:defRPr>
            </a:defPPr>
            <a:lvl1pPr algn="l">
              <a:defRPr sz="1125" b="0">
                <a:solidFill>
                  <a:srgbClr val="5B6D76"/>
                </a:solidFill>
                <a:latin typeface="Yu Gothic"/>
                <a:ea typeface="Yu Gothic"/>
                <a:cs typeface="Yu Gothic"/>
              </a:defRPr>
            </a:lvl1pPr>
            <a:lvl2pPr algn="l">
              <a:defRPr sz="1125" b="0">
                <a:solidFill>
                  <a:srgbClr val="5B6D76"/>
                </a:solidFill>
                <a:latin typeface="Yu Gothic"/>
                <a:ea typeface="Yu Gothic"/>
                <a:cs typeface="Yu Gothic"/>
              </a:defRPr>
            </a:lvl2pPr>
            <a:lvl3pPr algn="l">
              <a:defRPr sz="1125" b="0">
                <a:solidFill>
                  <a:srgbClr val="5B6D76"/>
                </a:solidFill>
                <a:latin typeface="Yu Gothic"/>
                <a:ea typeface="Yu Gothic"/>
                <a:cs typeface="Yu Gothic"/>
              </a:defRPr>
            </a:lvl3pPr>
            <a:lvl4pPr algn="l">
              <a:defRPr sz="1125" b="0">
                <a:solidFill>
                  <a:srgbClr val="5B6D76"/>
                </a:solidFill>
                <a:latin typeface="Yu Gothic"/>
                <a:ea typeface="Yu Gothic"/>
                <a:cs typeface="Yu Gothic"/>
              </a:defRPr>
            </a:lvl4pPr>
            <a:lvl5pPr algn="l">
              <a:defRPr sz="1125" b="0">
                <a:solidFill>
                  <a:srgbClr val="5B6D76"/>
                </a:solidFill>
                <a:latin typeface="Yu Gothic"/>
                <a:ea typeface="Yu Gothic"/>
                <a:cs typeface="Yu Gothic"/>
              </a:defRPr>
            </a:lvl5pPr>
            <a:lvl6pPr algn="l">
              <a:defRPr sz="1125" b="0">
                <a:solidFill>
                  <a:srgbClr val="5B6D76"/>
                </a:solidFill>
                <a:latin typeface="Yu Gothic"/>
                <a:ea typeface="Yu Gothic"/>
                <a:cs typeface="Yu Gothic"/>
              </a:defRPr>
            </a:lvl6pPr>
            <a:lvl7pPr algn="l">
              <a:defRPr sz="1125" b="0">
                <a:solidFill>
                  <a:srgbClr val="5B6D76"/>
                </a:solidFill>
                <a:latin typeface="Yu Gothic"/>
                <a:ea typeface="Yu Gothic"/>
                <a:cs typeface="Yu Gothic"/>
              </a:defRPr>
            </a:lvl7pPr>
            <a:lvl8pPr algn="l">
              <a:defRPr sz="1125" b="0">
                <a:solidFill>
                  <a:srgbClr val="5B6D76"/>
                </a:solidFill>
                <a:latin typeface="Yu Gothic"/>
                <a:ea typeface="Yu Gothic"/>
                <a:cs typeface="Yu Gothic"/>
              </a:defRPr>
            </a:lvl8pPr>
            <a:lvl9pPr algn="l">
              <a:defRPr sz="1125" b="0">
                <a:solidFill>
                  <a:srgbClr val="5B6D76"/>
                </a:solidFill>
                <a:latin typeface="Yu Gothic"/>
                <a:ea typeface="Yu Gothic"/>
                <a:cs typeface="Yu Gothic"/>
              </a:defRPr>
            </a:lvl9pPr>
          </a:lstStyle>
          <a:p xmlns:a="http://schemas.openxmlformats.org/drawingml/2006/main">
            <a:pPr algn="l">
              <a:defRPr sz="1125" b="0">
                <a:solidFill>
                  <a:srgbClr val="5B6D76"/>
                </a:solidFill>
                <a:latin typeface="Yu Gothic"/>
                <a:ea typeface="Yu Gothic"/>
                <a:cs typeface="Yu Gothic"/>
              </a:defRPr>
            </a:pPr>
            <a:r>
              <a:rPr sz="1125" b="0">
                <a:solidFill>
                  <a:srgbClr val="5B6D76"/>
                </a:solidFill>
                <a:latin typeface="Yu Gothic"/>
                <a:ea typeface="Yu Gothic"/>
                <a:cs typeface="Yu Gothic"/>
              </a:rPr>
              <a:t>対象はこの公開データ・2モデル・今回の設定です。統計的有意差や必要な最低性能は未評価。</a:t>
            </a:r>
          </a:p>
        </p:txBody>
      </p:sp>
    </p:spTree>
    <p:extLst>
      <p:ext uri="{BB962C8B-B14F-4D97-AF65-F5344CB8AC3E}">
        <p14:creationId xmlns:p14="http://schemas.microsoft.com/office/powerpoint/2010/main" val="1805454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2026-10-28T03:24:20.9420000Z</dcterms:created>
  <dcterms:modified xsi:type="dcterms:W3CDTF">2026-10-28T03:24:20.9420000Z</dcterms:modified>
</coreProperties>
</file>