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167ba25ea034c79" /><Relationship Type="http://schemas.openxmlformats.org/officeDocument/2006/relationships/extended-properties" Target="/docProps/app.xml" Id="Re588bcaaea9b4dfc" /><Relationship Type="http://schemas.openxmlformats.org/officeDocument/2006/relationships/officeDocument" Target="/ppt/presentation.xml" Id="R60f4d8e179b64694" /></Relationships>
</file>

<file path=ppt/presentation.xml><?xml version="1.0" encoding="utf-8"?>
<p:presentation xmlns:p="http://schemas.openxmlformats.org/presentationml/2006/main">
  <p:sldMasterIdLst>
    <p:sldMasterId xmlns:r="http://schemas.openxmlformats.org/officeDocument/2006/relationships" id="2147483648" r:id="Rd3d3e2c72e2c4b9d"/>
  </p:sldMasterIdLst>
  <p:notesMasterIdLst>
    <p:notesMasterId xmlns:r="http://schemas.openxmlformats.org/officeDocument/2006/relationships" r:id="Re936b8d2ecac4eb6"/>
  </p:notesMasterIdLst>
  <p:sldIdLst>
    <p:sldId xmlns:r="http://schemas.openxmlformats.org/officeDocument/2006/relationships" id="256" r:id="R0ba7c2fada06461f"/>
    <p:sldId xmlns:r="http://schemas.openxmlformats.org/officeDocument/2006/relationships" id="257" r:id="Rca111bf6eaf24192"/>
    <p:sldId xmlns:r="http://schemas.openxmlformats.org/officeDocument/2006/relationships" id="258" r:id="R3b8d025e03a04ad1"/>
    <p:sldId xmlns:r="http://schemas.openxmlformats.org/officeDocument/2006/relationships" id="259" r:id="R0ebca3b65b1f4557"/>
    <p:sldId xmlns:r="http://schemas.openxmlformats.org/officeDocument/2006/relationships" id="260" r:id="R819c1c49d03d46aa"/>
    <p:sldId xmlns:r="http://schemas.openxmlformats.org/officeDocument/2006/relationships" id="261" r:id="R42bf5d9b0faa42c4"/>
    <p:sldId xmlns:r="http://schemas.openxmlformats.org/officeDocument/2006/relationships" id="262" r:id="R93eb2bad41de410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7821077de5b4b0e" /><Relationship Type="http://schemas.openxmlformats.org/officeDocument/2006/relationships/slideMaster" Target="/ppt/slideMasters/slideMaster1.xml" Id="Rd3d3e2c72e2c4b9d" /><Relationship Type="http://schemas.openxmlformats.org/officeDocument/2006/relationships/notesMaster" Target="/ppt/notesMasters/notesMaster1.xml" Id="Re936b8d2ecac4eb6" /><Relationship Type="http://schemas.openxmlformats.org/officeDocument/2006/relationships/presProps" Target="/ppt/presProps.xml" Id="R7dfc0f4adfa543d2" /><Relationship Type="http://schemas.openxmlformats.org/officeDocument/2006/relationships/tableStyles" Target="/ppt/tableStyles.xml" Id="R2baa4f1da6de4f57" /><Relationship Type="http://schemas.openxmlformats.org/officeDocument/2006/relationships/slide" Target="/ppt/slides/slide1.xml" Id="R0ba7c2fada06461f" /><Relationship Type="http://schemas.openxmlformats.org/officeDocument/2006/relationships/slide" Target="/ppt/slides/slide2.xml" Id="Rca111bf6eaf24192" /><Relationship Type="http://schemas.openxmlformats.org/officeDocument/2006/relationships/slide" Target="/ppt/slides/slide3.xml" Id="R3b8d025e03a04ad1" /><Relationship Type="http://schemas.openxmlformats.org/officeDocument/2006/relationships/slide" Target="/ppt/slides/slide4.xml" Id="R0ebca3b65b1f4557" /><Relationship Type="http://schemas.openxmlformats.org/officeDocument/2006/relationships/slide" Target="/ppt/slides/slide5.xml" Id="R819c1c49d03d46aa" /><Relationship Type="http://schemas.openxmlformats.org/officeDocument/2006/relationships/slide" Target="/ppt/slides/slide6.xml" Id="R42bf5d9b0faa42c4" /><Relationship Type="http://schemas.openxmlformats.org/officeDocument/2006/relationships/slide" Target="/ppt/slides/slide7.xml" Id="R93eb2bad41de410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761fbcd3bb4cb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351d56c0fc4cc0" /><Relationship Type="http://schemas.openxmlformats.org/officeDocument/2006/relationships/notesMaster" Target="/ppt/notesMasters/notesMaster1.xml" Id="R1942f50fe9784b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241bac35e3ed4350" /><Relationship Type="http://schemas.openxmlformats.org/officeDocument/2006/relationships/notesMaster" Target="/ppt/notesMasters/notesMaster1.xml" Id="Rcd9919e668fa4bb1" /></Relationships>
</file>

<file path=ppt/notesSlides/_rels/notesSlide3.xml.rels>&#65279;<?xml version="1.0" encoding="utf-8"?><Relationships xmlns="http://schemas.openxmlformats.org/package/2006/relationships"><Relationship Type="http://schemas.openxmlformats.org/officeDocument/2006/relationships/slide" Target="/ppt/slides/slide3.xml" Id="R7450a07fc38f438b" /><Relationship Type="http://schemas.openxmlformats.org/officeDocument/2006/relationships/notesMaster" Target="/ppt/notesMasters/notesMaster1.xml" Id="R683ef1e5f989426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8acf3f800f043b4" /><Relationship Type="http://schemas.openxmlformats.org/officeDocument/2006/relationships/notesMaster" Target="/ppt/notesMasters/notesMaster1.xml" Id="R0648f48682dd4d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baa694b2cd774fe5" /><Relationship Type="http://schemas.openxmlformats.org/officeDocument/2006/relationships/notesMaster" Target="/ppt/notesMasters/notesMaster1.xml" Id="R5d0d48b02264414c" /></Relationships>
</file>

<file path=ppt/notesSlides/_rels/notesSlide6.xml.rels>&#65279;<?xml version="1.0" encoding="utf-8"?><Relationships xmlns="http://schemas.openxmlformats.org/package/2006/relationships"><Relationship Type="http://schemas.openxmlformats.org/officeDocument/2006/relationships/slide" Target="/ppt/slides/slide6.xml" Id="R4d7666c6b8be4b4c" /><Relationship Type="http://schemas.openxmlformats.org/officeDocument/2006/relationships/notesMaster" Target="/ppt/notesMasters/notesMaster1.xml" Id="R2df93db4d8a34274" /></Relationships>
</file>

<file path=ppt/notesSlides/_rels/notesSlide7.xml.rels>&#65279;<?xml version="1.0" encoding="utf-8"?><Relationships xmlns="http://schemas.openxmlformats.org/package/2006/relationships"><Relationship Type="http://schemas.openxmlformats.org/officeDocument/2006/relationships/slide" Target="/ppt/slides/slide7.xml" Id="R32d54c9d62094fa7" /><Relationship Type="http://schemas.openxmlformats.org/officeDocument/2006/relationships/notesMaster" Target="/ppt/notesMasters/notesMaster1.xml" Id="R0ceb06849f234ee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銀行の電話案内記録を使い、申し込み例が少ない条件で予測がどのくらい見逃すかを調べています。200回の実験と分析は完了しました。今日は研究の進捗と、結果の読み方、今後相談したい点を説明します。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元データはUCI Bank Marketing (ID 222)。yesは5,289/45,211=11.7%、noは39,922/45,211=88.3%です。テストデータのyes比率は約11.7%です。全員noと予測した場合は正解率が約88.3%でも、申し込みありの人の再現率は0%になります。この例は問題説明用で、実験モデルのスコアとは区別します。</a:t>
            </a:r>
          </a:p>
          <a:p xmlns:a="http://schemas.openxmlformats.org/drawingml/2006/main">
            <a:r>
              <a:t>出典: Moro, S., Rita, P., &amp; Cortez, P. (2014). Bank Marketing [Dataset]. UCI Machine Learning Repository. https://doi.org/10.24432/C5K306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45,211件のうち30%（13,564件）をテスト用に取り分け、同じテストデータを全実験で使いました。残りから学習用データを抽出し、件数と申し込みありの比率を変えました。比率の条件は比較のため設定したもので、実際の元データの割合とは異なる条件も含みます。電話の通話時間durationは、案内後に分かる情報なので入力から外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実際のコマンドは `python src/experiment.py --quick` です。2026-10-28の試運転は約39秒で終了し、CSVに2行を出力、スキップ条件は0でした。ここに示す正解率と再現率は、学習500件、yes比率10%、seed42の単一試行の結果です。200回の本実験の平均値ではありません。出力CSVはresults/quick_results_2026-10-28.csvに保存しまし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グラフは4つの学習データ量・5シードで得た再現率を等重みで平均した値です。yes比率1%の条件はLRの平均正解率0.883、平均再現率0.003。RFは0.883、再現率0.000です。yes比率を上げると今回の実験条件では再現率が上がる傾向でした。対象データとモデル、設定を限定した結果で、一般化には追加検証が必要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変化量は他の条件を等重みにした平均再現率の差です。統計的有意差検定を行っていないため、差が確実に再現するとは断定しません。また、固定したテスト分割は一つです。用途に応じた最低性能の目安を決めていないため、最低学習件数や割合を最終的に推奨することはまだできません。指導教員に再現率の目標値や、ロードマップで任意となっているclass_weight=balancedの追加比較を行うべきか相談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ードマップの提出日を記載しています。現時点では環境構築から分析までを先行して完了し、中間発表と指導教員からの指摘はまだです。次は結果を指導教員に確認し、必要なら追加実験を決めます。ロードマップ上の拡張案class_weight=balancedを実施するか、研究上の最低目標とともに相談します。中間発表後、指摘を反映して論文の章立てと初稿、最終発表スライドを作成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a060251aad45e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ccc38caeba2463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12495ff8dc64f5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04aefe8f4e1435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5f3397d994f461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38977d35f894ef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CF2385-BF1F-4C6B-95FE-AC8856E9507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C28B928-4910-43E6-9994-0154F55272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BECC404-42AA-4E97-A91F-F204B8DA426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5F3B7F9-9762-4463-A4A2-C14E31A4C47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F767114-37DE-489E-8656-97CC9D7AADC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1689BE6-B526-4786-B152-C7729C8E030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E8E3B8F-BE77-4512-8F22-F2146833703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4BA375C-1C63-4314-8A7F-7C22CAC8051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D6391-169C-49AB-917A-489A77C10FA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55535BB-A7E3-47B4-B443-E6D540C0A57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e68533515cc4ffe" /><Relationship Type="http://schemas.openxmlformats.org/officeDocument/2006/relationships/slideLayout" Target="/ppt/slideLayouts/slideLayout1.xml" Id="R7c73c5eefd8f4bba" /><Relationship Type="http://schemas.openxmlformats.org/officeDocument/2006/relationships/slideLayout" Target="/ppt/slideLayouts/slideLayout2.xml" Id="R69dae22b764a4a0f" /><Relationship Type="http://schemas.openxmlformats.org/officeDocument/2006/relationships/slideLayout" Target="/ppt/slideLayouts/slideLayout3.xml" Id="Rc6f01268ed9a4389" /><Relationship Type="http://schemas.openxmlformats.org/officeDocument/2006/relationships/slideLayout" Target="/ppt/slideLayouts/slideLayout4.xml" Id="Ra5ca484a6a6b48ad" /><Relationship Type="http://schemas.openxmlformats.org/officeDocument/2006/relationships/slideLayout" Target="/ppt/slideLayouts/slideLayout5.xml" Id="R72513008e35947ac" /><Relationship Type="http://schemas.openxmlformats.org/officeDocument/2006/relationships/slideLayout" Target="/ppt/slideLayouts/slideLayout6.xml" Id="Rd05738fda7d947c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c73c5eefd8f4bba"/>
    <p:sldLayoutId xmlns:r="http://schemas.openxmlformats.org/officeDocument/2006/relationships" id="2147483650" r:id="R69dae22b764a4a0f"/>
    <p:sldLayoutId xmlns:r="http://schemas.openxmlformats.org/officeDocument/2006/relationships" id="2147483651" r:id="Rc6f01268ed9a4389"/>
    <p:sldLayoutId xmlns:r="http://schemas.openxmlformats.org/officeDocument/2006/relationships" id="2147483652" r:id="Ra5ca484a6a6b48ad"/>
    <p:sldLayoutId xmlns:r="http://schemas.openxmlformats.org/officeDocument/2006/relationships" id="2147483653" r:id="R72513008e35947ac"/>
    <p:sldLayoutId xmlns:r="http://schemas.openxmlformats.org/officeDocument/2006/relationships" id="2147483654" r:id="Rd05738fda7d947c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42d6ead08ff44a2" /><Relationship Type="http://schemas.openxmlformats.org/officeDocument/2006/relationships/notesSlide" Target="/ppt/notesSlides/notesSlide1.xml" Id="Rc3caf66ffa92431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dd939acc65a4d81" /><Relationship Type="http://schemas.openxmlformats.org/officeDocument/2006/relationships/notesSlide" Target="/ppt/notesSlides/notesSlide2.xml" Id="Re9302b8f17cb487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d95ad1cc65f4558" /><Relationship Type="http://schemas.openxmlformats.org/officeDocument/2006/relationships/notesSlide" Target="/ppt/notesSlides/notesSlide3.xml" Id="R2178f5e1fcce43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c5bea532f56417d" /><Relationship Type="http://schemas.openxmlformats.org/officeDocument/2006/relationships/notesSlide" Target="/ppt/notesSlides/notesSlide4.xml" Id="Rc030cb38c92e4bc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ffeec8a09224bae" /><Relationship Type="http://schemas.openxmlformats.org/officeDocument/2006/relationships/chart" Target="/ppt/slides/charts/chart1.xml" Id="Raac55129e5e741ff" /><Relationship Type="http://schemas.openxmlformats.org/officeDocument/2006/relationships/notesSlide" Target="/ppt/notesSlides/notesSlide5.xml" Id="R6c43a0f55d9a484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e4478353aa448ef" /><Relationship Type="http://schemas.openxmlformats.org/officeDocument/2006/relationships/notesSlide" Target="/ppt/notesSlides/notesSlide6.xml" Id="R455ae68025f345c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bae21ca7ab74e87" /><Relationship Type="http://schemas.openxmlformats.org/officeDocument/2006/relationships/notesSlide" Target="/ppt/notesSlides/notesSlide7.xml" Id="Rf7b9e9793b014c1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ロジスティック回帰</c:v>
          </c:tx>
          <c:spPr>
            <a:ln xmlns:a="http://schemas.openxmlformats.org/drawingml/2006/main" w="28575">
              <a:solidFill>
                <a:srgbClr val="163A50"/>
              </a:solidFill>
              <a:prstDash val="solid"/>
            </a:ln>
          </c:spPr>
          <c:marker>
            <c:symbol val="circle"/>
            <c:size val="8"/>
            <c:spPr>
              <a:solidFill xmlns:a="http://schemas.openxmlformats.org/drawingml/2006/main">
                <a:srgbClr val="163A50"/>
              </a:solidFill>
            </c:spPr>
          </c:marker>
          <c:cat>
            <c:strRef>
              <c:f>'Chart Data'!$A$2:$A$6</c:f>
              <c:strCache>
                <c:ptCount val="5"/>
                <c:pt idx="0">
                  <c:v>1%</c:v>
                </c:pt>
                <c:pt idx="1">
                  <c:v>5%</c:v>
                </c:pt>
                <c:pt idx="2">
                  <c:v>10%</c:v>
                </c:pt>
                <c:pt idx="3">
                  <c:v>30%</c:v>
                </c:pt>
                <c:pt idx="4">
                  <c:v>50%</c:v>
                </c:pt>
              </c:strCache>
            </c:strRef>
          </c:cat>
          <c:val>
            <c:numRef>
              <c:f>'Chart Data'!$B$2:$B$6</c:f>
              <c:numCache>
                <c:formatCode>0%</c:formatCode>
                <c:ptCount val="5"/>
                <c:pt idx="0">
                  <c:v>0.003</c:v>
                </c:pt>
                <c:pt idx="1">
                  <c:v>0.068</c:v>
                </c:pt>
                <c:pt idx="2">
                  <c:v>0.155</c:v>
                </c:pt>
                <c:pt idx="3">
                  <c:v>0.39</c:v>
                </c:pt>
                <c:pt idx="4">
                  <c:v>0.641</c:v>
                </c:pt>
              </c:numCache>
            </c:numRef>
          </c:val>
          <c:smooth val="0"/>
        </c:ser>
        <c:ser>
          <c:idx val="1"/>
          <c:order val="1"/>
          <c:tx>
            <c:v>ランダムフォレスト</c:v>
          </c:tx>
          <c:spPr>
            <a:ln xmlns:a="http://schemas.openxmlformats.org/drawingml/2006/main" w="28575">
              <a:solidFill>
                <a:srgbClr val="147D78"/>
              </a:solidFill>
              <a:prstDash val="solid"/>
            </a:ln>
          </c:spPr>
          <c:marker>
            <c:symbol val="circle"/>
            <c:size val="8"/>
            <c:spPr>
              <a:solidFill xmlns:a="http://schemas.openxmlformats.org/drawingml/2006/main">
                <a:srgbClr val="147D78"/>
              </a:solidFill>
            </c:spPr>
          </c:marker>
          <c:cat>
            <c:strRef>
              <c:f>'Chart Data'!$C$2:$C$6</c:f>
              <c:strCache>
                <c:ptCount val="5"/>
                <c:pt idx="0">
                  <c:v>1%</c:v>
                </c:pt>
                <c:pt idx="1">
                  <c:v>5%</c:v>
                </c:pt>
                <c:pt idx="2">
                  <c:v>10%</c:v>
                </c:pt>
                <c:pt idx="3">
                  <c:v>30%</c:v>
                </c:pt>
                <c:pt idx="4">
                  <c:v>50%</c:v>
                </c:pt>
              </c:strCache>
            </c:strRef>
          </c:cat>
          <c:val>
            <c:numRef>
              <c:f>'Chart Data'!$D$2:$D$6</c:f>
              <c:numCache>
                <c:formatCode>0%</c:formatCode>
                <c:ptCount val="5"/>
                <c:pt idx="0">
                  <c:v>0</c:v>
                </c:pt>
                <c:pt idx="1">
                  <c:v>0.036</c:v>
                </c:pt>
                <c:pt idx="2">
                  <c:v>0.141</c:v>
                </c:pt>
                <c:pt idx="3">
                  <c:v>0.442</c:v>
                </c:pt>
                <c:pt idx="4">
                  <c:v>0.669</c:v>
                </c:pt>
              </c:numCache>
            </c:numRef>
          </c:val>
          <c:smooth val="0"/>
        </c:ser>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050">
                    <a:solidFill>
                      <a:srgbClr val="142B3B"/>
                    </a:solidFill>
                  </a:rPr>
                  <a:t>学習データ中の申し込みありの割合</a:t>
                </a:r>
              </a:p>
            </c:rich>
          </c:tx>
          <c:overlay val="0"/>
          <c:txPr>
            <a:bodyPr xmlns:a="http://schemas.openxmlformats.org/drawingml/2006/main" anchorCtr="1"/>
            <a:lstStyle xmlns:a="http://schemas.openxmlformats.org/drawingml/2006/main"/>
            <a:p xmlns:a="http://schemas.openxmlformats.org/drawingml/2006/main">
              <a:pPr>
                <a:defRPr sz="1050">
                  <a:solidFill>
                    <a:srgbClr val="142B3B"/>
                  </a:solidFill>
                </a:defRPr>
              </a:pPr>
            </a:p>
          </c:txPr>
        </c:title>
        <c:numFmt formatCode="General"/>
        <c:majorTickMark val="none"/>
        <c:minorTickMark val="none"/>
        <c:spPr>
          <a:ln xmlns:a="http://schemas.openxmlformats.org/drawingml/2006/main" w="9525">
            <a:solidFill>
              <a:srgbClr val="AEB9BC"/>
            </a:solidFill>
            <a:prstDash val="solid"/>
          </a:ln>
        </c:spPr>
        <c:txPr>
          <a:bodyPr xmlns:a="http://schemas.openxmlformats.org/drawingml/2006/main" anchorCtr="1"/>
          <a:lstStyle xmlns:a="http://schemas.openxmlformats.org/drawingml/2006/main"/>
          <a:p xmlns:a="http://schemas.openxmlformats.org/drawingml/2006/main">
            <a:pPr>
              <a:defRPr sz="1050">
                <a:solidFill>
                  <a:srgbClr val="142B3B"/>
                </a:solidFill>
              </a:defRPr>
            </a:pPr>
          </a:p>
        </c:txPr>
        <c:crossAx val="48672768"/>
      </c:catAx>
      <c:valAx>
        <c:axId val="48672768"/>
        <c:scaling>
          <c:orientation val="minMax"/>
          <c:max val="0.8"/>
          <c:min val="0"/>
        </c:scaling>
        <c:delete val="0"/>
        <c:axPos val="l"/>
        <c:majorGridlines>
          <c:spPr>
            <a:ln xmlns:a="http://schemas.openxmlformats.org/drawingml/2006/main" w="9525">
              <a:solidFill>
                <a:srgbClr val="D8DFDE"/>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142B3B"/>
                    </a:solidFill>
                  </a:rPr>
                  <a:t>見つけた割合</a:t>
                </a:r>
              </a:p>
            </c:rich>
          </c:tx>
          <c:overlay val="0"/>
          <c:txPr>
            <a:bodyPr xmlns:a="http://schemas.openxmlformats.org/drawingml/2006/main" anchorCtr="1"/>
            <a:lstStyle xmlns:a="http://schemas.openxmlformats.org/drawingml/2006/main"/>
            <a:p xmlns:a="http://schemas.openxmlformats.org/drawingml/2006/main">
              <a:pPr>
                <a:defRPr sz="1050">
                  <a:solidFill>
                    <a:srgbClr val="142B3B"/>
                  </a:solidFil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B6D76"/>
                </a:solidFill>
              </a:defRPr>
            </a:pPr>
          </a:p>
        </c:txPr>
        <c:crossAx val="48650112"/>
        <c:crossBetween val="between"/>
        <c:majorUnit val="0.2"/>
      </c:valAx>
      <c:spPr>
        <a:noFill xmlns:a="http://schemas.openxmlformats.org/drawingml/2006/main"/>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142B3B"/>
              </a:solidFill>
            </a:defRPr>
          </a:pPr>
        </a:p>
      </c:txPr>
    </c:legend>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B3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594554F-C704-4ECB-A291-23EA1D4853D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7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05DA254-3F1C-4A19-B0B1-AA74F828D9B8}"/>
              </a:ext>
            </a:extLst>
          </p:cNvPr>
          <p:cNvSpPr>
            <a:spLocks xmlns:a="http://schemas.openxmlformats.org/drawingml/2006/main" noGrp="1"/>
          </p:cNvSpPr>
          <p:nvPr/>
        </p:nvSpPr>
        <p:spPr>
          <a:xfrm xmlns:a="http://schemas.openxmlformats.org/drawingml/2006/main">
            <a:off x="7762875" y="0"/>
            <a:ext cx="4429125" cy="6858000"/>
          </a:xfrm>
          <a:prstGeom xmlns:a="http://schemas.openxmlformats.org/drawingml/2006/main" prst="rect">
            <a:avLst/>
          </a:prstGeom>
          <a:solidFill xmlns:a="http://schemas.openxmlformats.org/drawingml/2006/main">
            <a:srgbClr val="163A5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3FCED44-999B-4B73-8379-4BEA7DBAE968}"/>
              </a:ext>
            </a:extLst>
          </p:cNvPr>
          <p:cNvSpPr>
            <a:spLocks xmlns:a="http://schemas.openxmlformats.org/drawingml/2006/main" noGrp="1"/>
          </p:cNvSpPr>
          <p:nvPr/>
        </p:nvSpPr>
        <p:spPr>
          <a:xfrm xmlns:a="http://schemas.openxmlformats.org/drawingml/2006/main">
            <a:off x="742950" y="666750"/>
            <a:ext cx="628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8FD0C3"/>
                </a:solidFill>
                <a:latin typeface="Yu Gothic"/>
                <a:ea typeface="Yu Gothic"/>
                <a:cs typeface="Yu Gothic"/>
              </a:defRPr>
            </a:defPPr>
            <a:lvl1pPr algn="l">
              <a:defRPr sz="1350" b="1">
                <a:solidFill>
                  <a:srgbClr val="8FD0C3"/>
                </a:solidFill>
                <a:latin typeface="Yu Gothic"/>
                <a:ea typeface="Yu Gothic"/>
                <a:cs typeface="Yu Gothic"/>
              </a:defRPr>
            </a:lvl1pPr>
            <a:lvl2pPr algn="l">
              <a:defRPr sz="1350" b="1">
                <a:solidFill>
                  <a:srgbClr val="8FD0C3"/>
                </a:solidFill>
                <a:latin typeface="Yu Gothic"/>
                <a:ea typeface="Yu Gothic"/>
                <a:cs typeface="Yu Gothic"/>
              </a:defRPr>
            </a:lvl2pPr>
            <a:lvl3pPr algn="l">
              <a:defRPr sz="1350" b="1">
                <a:solidFill>
                  <a:srgbClr val="8FD0C3"/>
                </a:solidFill>
                <a:latin typeface="Yu Gothic"/>
                <a:ea typeface="Yu Gothic"/>
                <a:cs typeface="Yu Gothic"/>
              </a:defRPr>
            </a:lvl3pPr>
            <a:lvl4pPr algn="l">
              <a:defRPr sz="1350" b="1">
                <a:solidFill>
                  <a:srgbClr val="8FD0C3"/>
                </a:solidFill>
                <a:latin typeface="Yu Gothic"/>
                <a:ea typeface="Yu Gothic"/>
                <a:cs typeface="Yu Gothic"/>
              </a:defRPr>
            </a:lvl4pPr>
            <a:lvl5pPr algn="l">
              <a:defRPr sz="1350" b="1">
                <a:solidFill>
                  <a:srgbClr val="8FD0C3"/>
                </a:solidFill>
                <a:latin typeface="Yu Gothic"/>
                <a:ea typeface="Yu Gothic"/>
                <a:cs typeface="Yu Gothic"/>
              </a:defRPr>
            </a:lvl5pPr>
            <a:lvl6pPr algn="l">
              <a:defRPr sz="1350" b="1">
                <a:solidFill>
                  <a:srgbClr val="8FD0C3"/>
                </a:solidFill>
                <a:latin typeface="Yu Gothic"/>
                <a:ea typeface="Yu Gothic"/>
                <a:cs typeface="Yu Gothic"/>
              </a:defRPr>
            </a:lvl6pPr>
            <a:lvl7pPr algn="l">
              <a:defRPr sz="1350" b="1">
                <a:solidFill>
                  <a:srgbClr val="8FD0C3"/>
                </a:solidFill>
                <a:latin typeface="Yu Gothic"/>
                <a:ea typeface="Yu Gothic"/>
                <a:cs typeface="Yu Gothic"/>
              </a:defRPr>
            </a:lvl7pPr>
            <a:lvl8pPr algn="l">
              <a:defRPr sz="1350" b="1">
                <a:solidFill>
                  <a:srgbClr val="8FD0C3"/>
                </a:solidFill>
                <a:latin typeface="Yu Gothic"/>
                <a:ea typeface="Yu Gothic"/>
                <a:cs typeface="Yu Gothic"/>
              </a:defRPr>
            </a:lvl8pPr>
            <a:lvl9pPr algn="l">
              <a:defRPr sz="1350" b="1">
                <a:solidFill>
                  <a:srgbClr val="8FD0C3"/>
                </a:solidFill>
                <a:latin typeface="Yu Gothic"/>
                <a:ea typeface="Yu Gothic"/>
                <a:cs typeface="Yu Gothic"/>
              </a:defRPr>
            </a:lvl9pPr>
          </a:lstStyle>
          <a:p xmlns:a="http://schemas.openxmlformats.org/drawingml/2006/main">
            <a:pPr algn="l">
              <a:defRPr sz="1350" b="1">
                <a:solidFill>
                  <a:srgbClr val="8FD0C3"/>
                </a:solidFill>
                <a:latin typeface="Yu Gothic"/>
                <a:ea typeface="Yu Gothic"/>
                <a:cs typeface="Yu Gothic"/>
              </a:defRPr>
            </a:pPr>
            <a:r>
              <a:rPr sz="1350" b="1">
                <a:solidFill>
                  <a:srgbClr val="8FD0C3"/>
                </a:solidFill>
                <a:latin typeface="Yu Gothic"/>
                <a:ea typeface="Yu Gothic"/>
                <a:cs typeface="Yu Gothic"/>
              </a:rPr>
              <a:t>中間発表用｜研究の問いと現在地</a:t>
            </a:r>
          </a:p>
        </p:txBody>
      </p:sp>
      <p:sp>
        <p:nvSpPr>
          <p:cNvPr id="4" name="">
            <a:extLst xmlns:a="http://schemas.openxmlformats.org/drawingml/2006/main">
              <a:ext uri="{FF2B5EF4-FFF2-40B4-BE49-F238E27FC236}">
                <a16:creationId xmlns:a16="http://schemas.microsoft.com/office/drawing/2014/main" id="{0DF41EBE-E97E-4FC8-BEE5-378073EFD975}"/>
              </a:ext>
            </a:extLst>
          </p:cNvPr>
          <p:cNvSpPr>
            <a:spLocks xmlns:a="http://schemas.openxmlformats.org/drawingml/2006/main" noGrp="1"/>
          </p:cNvSpPr>
          <p:nvPr/>
        </p:nvSpPr>
        <p:spPr>
          <a:xfrm xmlns:a="http://schemas.openxmlformats.org/drawingml/2006/main">
            <a:off x="742950" y="1504950"/>
            <a:ext cx="6953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600" b="1">
                <a:solidFill>
                  <a:srgbClr val="FFFFFF"/>
                </a:solidFill>
                <a:latin typeface="Yu Gothic"/>
                <a:ea typeface="Yu Gothic"/>
                <a:cs typeface="Yu Gothic"/>
              </a:defRPr>
            </a:defPPr>
            <a:lvl1pPr algn="l">
              <a:defRPr sz="3600" b="1">
                <a:solidFill>
                  <a:srgbClr val="FFFFFF"/>
                </a:solidFill>
                <a:latin typeface="Yu Gothic"/>
                <a:ea typeface="Yu Gothic"/>
                <a:cs typeface="Yu Gothic"/>
              </a:defRPr>
            </a:lvl1pPr>
            <a:lvl2pPr algn="l">
              <a:defRPr sz="3600" b="1">
                <a:solidFill>
                  <a:srgbClr val="FFFFFF"/>
                </a:solidFill>
                <a:latin typeface="Yu Gothic"/>
                <a:ea typeface="Yu Gothic"/>
                <a:cs typeface="Yu Gothic"/>
              </a:defRPr>
            </a:lvl2pPr>
            <a:lvl3pPr algn="l">
              <a:defRPr sz="3600" b="1">
                <a:solidFill>
                  <a:srgbClr val="FFFFFF"/>
                </a:solidFill>
                <a:latin typeface="Yu Gothic"/>
                <a:ea typeface="Yu Gothic"/>
                <a:cs typeface="Yu Gothic"/>
              </a:defRPr>
            </a:lvl3pPr>
            <a:lvl4pPr algn="l">
              <a:defRPr sz="3600" b="1">
                <a:solidFill>
                  <a:srgbClr val="FFFFFF"/>
                </a:solidFill>
                <a:latin typeface="Yu Gothic"/>
                <a:ea typeface="Yu Gothic"/>
                <a:cs typeface="Yu Gothic"/>
              </a:defRPr>
            </a:lvl4pPr>
            <a:lvl5pPr algn="l">
              <a:defRPr sz="3600" b="1">
                <a:solidFill>
                  <a:srgbClr val="FFFFFF"/>
                </a:solidFill>
                <a:latin typeface="Yu Gothic"/>
                <a:ea typeface="Yu Gothic"/>
                <a:cs typeface="Yu Gothic"/>
              </a:defRPr>
            </a:lvl5pPr>
            <a:lvl6pPr algn="l">
              <a:defRPr sz="3600" b="1">
                <a:solidFill>
                  <a:srgbClr val="FFFFFF"/>
                </a:solidFill>
                <a:latin typeface="Yu Gothic"/>
                <a:ea typeface="Yu Gothic"/>
                <a:cs typeface="Yu Gothic"/>
              </a:defRPr>
            </a:lvl6pPr>
            <a:lvl7pPr algn="l">
              <a:defRPr sz="3600" b="1">
                <a:solidFill>
                  <a:srgbClr val="FFFFFF"/>
                </a:solidFill>
                <a:latin typeface="Yu Gothic"/>
                <a:ea typeface="Yu Gothic"/>
                <a:cs typeface="Yu Gothic"/>
              </a:defRPr>
            </a:lvl7pPr>
            <a:lvl8pPr algn="l">
              <a:defRPr sz="3600" b="1">
                <a:solidFill>
                  <a:srgbClr val="FFFFFF"/>
                </a:solidFill>
                <a:latin typeface="Yu Gothic"/>
                <a:ea typeface="Yu Gothic"/>
                <a:cs typeface="Yu Gothic"/>
              </a:defRPr>
            </a:lvl8pPr>
            <a:lvl9pPr algn="l">
              <a:defRPr sz="3600" b="1">
                <a:solidFill>
                  <a:srgbClr val="FFFFFF"/>
                </a:solidFill>
                <a:latin typeface="Yu Gothic"/>
                <a:ea typeface="Yu Gothic"/>
                <a:cs typeface="Yu Gothic"/>
              </a:defRPr>
            </a:lvl9pPr>
          </a:lstStyle>
          <a:p xmlns:a="http://schemas.openxmlformats.org/drawingml/2006/main">
            <a:pPr algn="l">
              <a:defRPr sz="3600" b="1">
                <a:solidFill>
                  <a:srgbClr val="FFFFFF"/>
                </a:solidFill>
                <a:latin typeface="Yu Gothic"/>
                <a:ea typeface="Yu Gothic"/>
                <a:cs typeface="Yu Gothic"/>
              </a:defRPr>
            </a:pPr>
            <a:r>
              <a:rPr sz="3600" b="1">
                <a:solidFill>
                  <a:srgbClr val="FFFFFF"/>
                </a:solidFill>
                <a:latin typeface="Yu Gothic"/>
                <a:ea typeface="Yu Gothic"/>
                <a:cs typeface="Yu Gothic"/>
              </a:rPr>
              <a:t>申し込み例が少ないとき、</a:t>
            </a:r>
          </a:p>
          <a:p xmlns:a="http://schemas.openxmlformats.org/drawingml/2006/main">
            <a:pPr algn="l">
              <a:defRPr sz="3600" b="1">
                <a:solidFill>
                  <a:srgbClr val="FFFFFF"/>
                </a:solidFill>
                <a:latin typeface="Yu Gothic"/>
                <a:ea typeface="Yu Gothic"/>
                <a:cs typeface="Yu Gothic"/>
              </a:defRPr>
            </a:pPr>
            <a:r>
              <a:rPr sz="3600" b="1">
                <a:solidFill>
                  <a:srgbClr val="FFFFFF"/>
                </a:solidFill>
                <a:latin typeface="Yu Gothic"/>
                <a:ea typeface="Yu Gothic"/>
                <a:cs typeface="Yu Gothic"/>
              </a:rPr>
              <a:t>予測はどれだけ見逃すか</a:t>
            </a:r>
          </a:p>
        </p:txBody>
      </p:sp>
      <p:sp>
        <p:nvSpPr>
          <p:cNvPr id="5" name="">
            <a:extLst xmlns:a="http://schemas.openxmlformats.org/drawingml/2006/main">
              <a:ext uri="{FF2B5EF4-FFF2-40B4-BE49-F238E27FC236}">
                <a16:creationId xmlns:a16="http://schemas.microsoft.com/office/drawing/2014/main" id="{8C70882B-3A53-4023-8E39-D8A32B4CEF63}"/>
              </a:ext>
            </a:extLst>
          </p:cNvPr>
          <p:cNvSpPr>
            <a:spLocks xmlns:a="http://schemas.openxmlformats.org/drawingml/2006/main" noGrp="1"/>
          </p:cNvSpPr>
          <p:nvPr/>
        </p:nvSpPr>
        <p:spPr>
          <a:xfrm xmlns:a="http://schemas.openxmlformats.org/drawingml/2006/main">
            <a:off x="781050" y="3390900"/>
            <a:ext cx="6477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00" b="0">
                <a:solidFill>
                  <a:srgbClr val="D7E2E4"/>
                </a:solidFill>
                <a:latin typeface="Yu Gothic"/>
                <a:ea typeface="Yu Gothic"/>
                <a:cs typeface="Yu Gothic"/>
              </a:defRPr>
            </a:defPPr>
            <a:lvl1pPr algn="l">
              <a:defRPr sz="1800" b="0">
                <a:solidFill>
                  <a:srgbClr val="D7E2E4"/>
                </a:solidFill>
                <a:latin typeface="Yu Gothic"/>
                <a:ea typeface="Yu Gothic"/>
                <a:cs typeface="Yu Gothic"/>
              </a:defRPr>
            </a:lvl1pPr>
            <a:lvl2pPr algn="l">
              <a:defRPr sz="1800" b="0">
                <a:solidFill>
                  <a:srgbClr val="D7E2E4"/>
                </a:solidFill>
                <a:latin typeface="Yu Gothic"/>
                <a:ea typeface="Yu Gothic"/>
                <a:cs typeface="Yu Gothic"/>
              </a:defRPr>
            </a:lvl2pPr>
            <a:lvl3pPr algn="l">
              <a:defRPr sz="1800" b="0">
                <a:solidFill>
                  <a:srgbClr val="D7E2E4"/>
                </a:solidFill>
                <a:latin typeface="Yu Gothic"/>
                <a:ea typeface="Yu Gothic"/>
                <a:cs typeface="Yu Gothic"/>
              </a:defRPr>
            </a:lvl3pPr>
            <a:lvl4pPr algn="l">
              <a:defRPr sz="1800" b="0">
                <a:solidFill>
                  <a:srgbClr val="D7E2E4"/>
                </a:solidFill>
                <a:latin typeface="Yu Gothic"/>
                <a:ea typeface="Yu Gothic"/>
                <a:cs typeface="Yu Gothic"/>
              </a:defRPr>
            </a:lvl4pPr>
            <a:lvl5pPr algn="l">
              <a:defRPr sz="1800" b="0">
                <a:solidFill>
                  <a:srgbClr val="D7E2E4"/>
                </a:solidFill>
                <a:latin typeface="Yu Gothic"/>
                <a:ea typeface="Yu Gothic"/>
                <a:cs typeface="Yu Gothic"/>
              </a:defRPr>
            </a:lvl5pPr>
            <a:lvl6pPr algn="l">
              <a:defRPr sz="1800" b="0">
                <a:solidFill>
                  <a:srgbClr val="D7E2E4"/>
                </a:solidFill>
                <a:latin typeface="Yu Gothic"/>
                <a:ea typeface="Yu Gothic"/>
                <a:cs typeface="Yu Gothic"/>
              </a:defRPr>
            </a:lvl6pPr>
            <a:lvl7pPr algn="l">
              <a:defRPr sz="1800" b="0">
                <a:solidFill>
                  <a:srgbClr val="D7E2E4"/>
                </a:solidFill>
                <a:latin typeface="Yu Gothic"/>
                <a:ea typeface="Yu Gothic"/>
                <a:cs typeface="Yu Gothic"/>
              </a:defRPr>
            </a:lvl7pPr>
            <a:lvl8pPr algn="l">
              <a:defRPr sz="1800" b="0">
                <a:solidFill>
                  <a:srgbClr val="D7E2E4"/>
                </a:solidFill>
                <a:latin typeface="Yu Gothic"/>
                <a:ea typeface="Yu Gothic"/>
                <a:cs typeface="Yu Gothic"/>
              </a:defRPr>
            </a:lvl8pPr>
            <a:lvl9pPr algn="l">
              <a:defRPr sz="1800" b="0">
                <a:solidFill>
                  <a:srgbClr val="D7E2E4"/>
                </a:solidFill>
                <a:latin typeface="Yu Gothic"/>
                <a:ea typeface="Yu Gothic"/>
                <a:cs typeface="Yu Gothic"/>
              </a:defRPr>
            </a:lvl9pPr>
          </a:lstStyle>
          <a:p xmlns:a="http://schemas.openxmlformats.org/drawingml/2006/main">
            <a:pPr algn="l">
              <a:defRPr sz="1800" b="0">
                <a:solidFill>
                  <a:srgbClr val="D7E2E4"/>
                </a:solidFill>
                <a:latin typeface="Yu Gothic"/>
                <a:ea typeface="Yu Gothic"/>
                <a:cs typeface="Yu Gothic"/>
              </a:defRPr>
            </a:pPr>
            <a:r>
              <a:rPr sz="1800" b="0">
                <a:solidFill>
                  <a:srgbClr val="D7E2E4"/>
                </a:solidFill>
                <a:latin typeface="Yu Gothic"/>
                <a:ea typeface="Yu Gothic"/>
                <a:cs typeface="Yu Gothic"/>
              </a:rPr>
              <a:t>銀行の電話案内記録で調べる</a:t>
            </a:r>
          </a:p>
          <a:p xmlns:a="http://schemas.openxmlformats.org/drawingml/2006/main">
            <a:pPr algn="l">
              <a:defRPr sz="1800" b="0">
                <a:solidFill>
                  <a:srgbClr val="D7E2E4"/>
                </a:solidFill>
                <a:latin typeface="Yu Gothic"/>
                <a:ea typeface="Yu Gothic"/>
                <a:cs typeface="Yu Gothic"/>
              </a:defRPr>
            </a:pPr>
            <a:r>
              <a:rPr sz="1800" b="0">
                <a:solidFill>
                  <a:srgbClr val="D7E2E4"/>
                </a:solidFill>
                <a:latin typeface="Yu Gothic"/>
                <a:ea typeface="Yu Gothic"/>
                <a:cs typeface="Yu Gothic"/>
              </a:rPr>
              <a:t>学習データの量と申し込み例の割合</a:t>
            </a:r>
          </a:p>
        </p:txBody>
      </p:sp>
      <p:sp>
        <p:nvSpPr>
          <p:cNvPr id="6" name="">
            <a:extLst xmlns:a="http://schemas.openxmlformats.org/drawingml/2006/main">
              <a:ext uri="{FF2B5EF4-FFF2-40B4-BE49-F238E27FC236}">
                <a16:creationId xmlns:a16="http://schemas.microsoft.com/office/drawing/2014/main" id="{9D4BC412-6E7C-4A4F-82C1-F878BD61CE80}"/>
              </a:ext>
            </a:extLst>
          </p:cNvPr>
          <p:cNvSpPr>
            <a:spLocks xmlns:a="http://schemas.openxmlformats.org/drawingml/2006/main" noGrp="1"/>
          </p:cNvSpPr>
          <p:nvPr/>
        </p:nvSpPr>
        <p:spPr>
          <a:xfrm xmlns:a="http://schemas.openxmlformats.org/drawingml/2006/main">
            <a:off x="781050" y="4610100"/>
            <a:ext cx="6000750" cy="0"/>
          </a:xfrm>
          <a:prstGeom xmlns:a="http://schemas.openxmlformats.org/drawingml/2006/main" prst="line">
            <a:avLst/>
          </a:prstGeom>
          <a:noFill xmlns:a="http://schemas.openxmlformats.org/drawingml/2006/main"/>
          <a:ln xmlns:a="http://schemas.openxmlformats.org/drawingml/2006/main" w="9525">
            <a:solidFill>
              <a:srgbClr val="496475"/>
            </a:solidFill>
            <a:prstDash val="solid"/>
          </a:ln>
        </p:spPr>
      </p:sp>
      <p:sp>
        <p:nvSpPr>
          <p:cNvPr id="7" name="">
            <a:extLst xmlns:a="http://schemas.openxmlformats.org/drawingml/2006/main">
              <a:ext uri="{FF2B5EF4-FFF2-40B4-BE49-F238E27FC236}">
                <a16:creationId xmlns:a16="http://schemas.microsoft.com/office/drawing/2014/main" id="{FA9FC37E-5235-4759-B4B4-156B30BC33F8}"/>
              </a:ext>
            </a:extLst>
          </p:cNvPr>
          <p:cNvSpPr>
            <a:spLocks xmlns:a="http://schemas.openxmlformats.org/drawingml/2006/main" noGrp="1"/>
          </p:cNvSpPr>
          <p:nvPr/>
        </p:nvSpPr>
        <p:spPr>
          <a:xfrm xmlns:a="http://schemas.openxmlformats.org/drawingml/2006/main">
            <a:off x="781050" y="4857750"/>
            <a:ext cx="657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0">
                <a:solidFill>
                  <a:srgbClr val="AFC0C7"/>
                </a:solidFill>
                <a:latin typeface="Yu Gothic"/>
                <a:ea typeface="Yu Gothic"/>
                <a:cs typeface="Yu Gothic"/>
              </a:defRPr>
            </a:defPPr>
            <a:lvl1pPr algn="l">
              <a:defRPr sz="1425" b="0">
                <a:solidFill>
                  <a:srgbClr val="AFC0C7"/>
                </a:solidFill>
                <a:latin typeface="Yu Gothic"/>
                <a:ea typeface="Yu Gothic"/>
                <a:cs typeface="Yu Gothic"/>
              </a:defRPr>
            </a:lvl1pPr>
            <a:lvl2pPr algn="l">
              <a:defRPr sz="1425" b="0">
                <a:solidFill>
                  <a:srgbClr val="AFC0C7"/>
                </a:solidFill>
                <a:latin typeface="Yu Gothic"/>
                <a:ea typeface="Yu Gothic"/>
                <a:cs typeface="Yu Gothic"/>
              </a:defRPr>
            </a:lvl2pPr>
            <a:lvl3pPr algn="l">
              <a:defRPr sz="1425" b="0">
                <a:solidFill>
                  <a:srgbClr val="AFC0C7"/>
                </a:solidFill>
                <a:latin typeface="Yu Gothic"/>
                <a:ea typeface="Yu Gothic"/>
                <a:cs typeface="Yu Gothic"/>
              </a:defRPr>
            </a:lvl3pPr>
            <a:lvl4pPr algn="l">
              <a:defRPr sz="1425" b="0">
                <a:solidFill>
                  <a:srgbClr val="AFC0C7"/>
                </a:solidFill>
                <a:latin typeface="Yu Gothic"/>
                <a:ea typeface="Yu Gothic"/>
                <a:cs typeface="Yu Gothic"/>
              </a:defRPr>
            </a:lvl4pPr>
            <a:lvl5pPr algn="l">
              <a:defRPr sz="1425" b="0">
                <a:solidFill>
                  <a:srgbClr val="AFC0C7"/>
                </a:solidFill>
                <a:latin typeface="Yu Gothic"/>
                <a:ea typeface="Yu Gothic"/>
                <a:cs typeface="Yu Gothic"/>
              </a:defRPr>
            </a:lvl5pPr>
            <a:lvl6pPr algn="l">
              <a:defRPr sz="1425" b="0">
                <a:solidFill>
                  <a:srgbClr val="AFC0C7"/>
                </a:solidFill>
                <a:latin typeface="Yu Gothic"/>
                <a:ea typeface="Yu Gothic"/>
                <a:cs typeface="Yu Gothic"/>
              </a:defRPr>
            </a:lvl6pPr>
            <a:lvl7pPr algn="l">
              <a:defRPr sz="1425" b="0">
                <a:solidFill>
                  <a:srgbClr val="AFC0C7"/>
                </a:solidFill>
                <a:latin typeface="Yu Gothic"/>
                <a:ea typeface="Yu Gothic"/>
                <a:cs typeface="Yu Gothic"/>
              </a:defRPr>
            </a:lvl7pPr>
            <a:lvl8pPr algn="l">
              <a:defRPr sz="1425" b="0">
                <a:solidFill>
                  <a:srgbClr val="AFC0C7"/>
                </a:solidFill>
                <a:latin typeface="Yu Gothic"/>
                <a:ea typeface="Yu Gothic"/>
                <a:cs typeface="Yu Gothic"/>
              </a:defRPr>
            </a:lvl8pPr>
            <a:lvl9pPr algn="l">
              <a:defRPr sz="1425" b="0">
                <a:solidFill>
                  <a:srgbClr val="AFC0C7"/>
                </a:solidFill>
                <a:latin typeface="Yu Gothic"/>
                <a:ea typeface="Yu Gothic"/>
                <a:cs typeface="Yu Gothic"/>
              </a:defRPr>
            </a:lvl9pPr>
          </a:lstStyle>
          <a:p xmlns:a="http://schemas.openxmlformats.org/drawingml/2006/main">
            <a:pPr algn="l">
              <a:defRPr sz="1425" b="0">
                <a:solidFill>
                  <a:srgbClr val="AFC0C7"/>
                </a:solidFill>
                <a:latin typeface="Yu Gothic"/>
                <a:ea typeface="Yu Gothic"/>
                <a:cs typeface="Yu Gothic"/>
              </a:defRPr>
            </a:pPr>
            <a:r>
              <a:rPr sz="1425" b="0">
                <a:solidFill>
                  <a:srgbClr val="AFC0C7"/>
                </a:solidFill>
                <a:latin typeface="Yu Gothic"/>
                <a:ea typeface="Yu Gothic"/>
                <a:cs typeface="Yu Gothic"/>
              </a:rPr>
              <a:t>200回の比較を実施｜分析・グラフ作成済み</a:t>
            </a:r>
          </a:p>
        </p:txBody>
      </p:sp>
      <p:sp>
        <p:nvSpPr>
          <p:cNvPr id="8" name="">
            <a:extLst xmlns:a="http://schemas.openxmlformats.org/drawingml/2006/main">
              <a:ext uri="{FF2B5EF4-FFF2-40B4-BE49-F238E27FC236}">
                <a16:creationId xmlns:a16="http://schemas.microsoft.com/office/drawing/2014/main" id="{69C65379-497C-45DE-B470-F0971B006454}"/>
              </a:ext>
            </a:extLst>
          </p:cNvPr>
          <p:cNvSpPr>
            <a:spLocks xmlns:a="http://schemas.openxmlformats.org/drawingml/2006/main" noGrp="1"/>
          </p:cNvSpPr>
          <p:nvPr/>
        </p:nvSpPr>
        <p:spPr>
          <a:xfrm xmlns:a="http://schemas.openxmlformats.org/drawingml/2006/main">
            <a:off x="8382000" y="13144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1">
                <a:solidFill>
                  <a:srgbClr val="AFC0C7"/>
                </a:solidFill>
                <a:latin typeface="Yu Gothic"/>
                <a:ea typeface="Yu Gothic"/>
                <a:cs typeface="Yu Gothic"/>
              </a:defRPr>
            </a:defPPr>
            <a:lvl1pPr algn="ctr">
              <a:defRPr sz="1350" b="1">
                <a:solidFill>
                  <a:srgbClr val="AFC0C7"/>
                </a:solidFill>
                <a:latin typeface="Yu Gothic"/>
                <a:ea typeface="Yu Gothic"/>
                <a:cs typeface="Yu Gothic"/>
              </a:defRPr>
            </a:lvl1pPr>
            <a:lvl2pPr algn="ctr">
              <a:defRPr sz="1350" b="1">
                <a:solidFill>
                  <a:srgbClr val="AFC0C7"/>
                </a:solidFill>
                <a:latin typeface="Yu Gothic"/>
                <a:ea typeface="Yu Gothic"/>
                <a:cs typeface="Yu Gothic"/>
              </a:defRPr>
            </a:lvl2pPr>
            <a:lvl3pPr algn="ctr">
              <a:defRPr sz="1350" b="1">
                <a:solidFill>
                  <a:srgbClr val="AFC0C7"/>
                </a:solidFill>
                <a:latin typeface="Yu Gothic"/>
                <a:ea typeface="Yu Gothic"/>
                <a:cs typeface="Yu Gothic"/>
              </a:defRPr>
            </a:lvl3pPr>
            <a:lvl4pPr algn="ctr">
              <a:defRPr sz="1350" b="1">
                <a:solidFill>
                  <a:srgbClr val="AFC0C7"/>
                </a:solidFill>
                <a:latin typeface="Yu Gothic"/>
                <a:ea typeface="Yu Gothic"/>
                <a:cs typeface="Yu Gothic"/>
              </a:defRPr>
            </a:lvl4pPr>
            <a:lvl5pPr algn="ctr">
              <a:defRPr sz="1350" b="1">
                <a:solidFill>
                  <a:srgbClr val="AFC0C7"/>
                </a:solidFill>
                <a:latin typeface="Yu Gothic"/>
                <a:ea typeface="Yu Gothic"/>
                <a:cs typeface="Yu Gothic"/>
              </a:defRPr>
            </a:lvl5pPr>
            <a:lvl6pPr algn="ctr">
              <a:defRPr sz="1350" b="1">
                <a:solidFill>
                  <a:srgbClr val="AFC0C7"/>
                </a:solidFill>
                <a:latin typeface="Yu Gothic"/>
                <a:ea typeface="Yu Gothic"/>
                <a:cs typeface="Yu Gothic"/>
              </a:defRPr>
            </a:lvl6pPr>
            <a:lvl7pPr algn="ctr">
              <a:defRPr sz="1350" b="1">
                <a:solidFill>
                  <a:srgbClr val="AFC0C7"/>
                </a:solidFill>
                <a:latin typeface="Yu Gothic"/>
                <a:ea typeface="Yu Gothic"/>
                <a:cs typeface="Yu Gothic"/>
              </a:defRPr>
            </a:lvl7pPr>
            <a:lvl8pPr algn="ctr">
              <a:defRPr sz="1350" b="1">
                <a:solidFill>
                  <a:srgbClr val="AFC0C7"/>
                </a:solidFill>
                <a:latin typeface="Yu Gothic"/>
                <a:ea typeface="Yu Gothic"/>
                <a:cs typeface="Yu Gothic"/>
              </a:defRPr>
            </a:lvl8pPr>
            <a:lvl9pPr algn="ctr">
              <a:defRPr sz="1350" b="1">
                <a:solidFill>
                  <a:srgbClr val="AFC0C7"/>
                </a:solidFill>
                <a:latin typeface="Yu Gothic"/>
                <a:ea typeface="Yu Gothic"/>
                <a:cs typeface="Yu Gothic"/>
              </a:defRPr>
            </a:lvl9pPr>
          </a:lstStyle>
          <a:p xmlns:a="http://schemas.openxmlformats.org/drawingml/2006/main">
            <a:pPr algn="ctr">
              <a:defRPr sz="1350" b="1">
                <a:solidFill>
                  <a:srgbClr val="AFC0C7"/>
                </a:solidFill>
                <a:latin typeface="Yu Gothic"/>
                <a:ea typeface="Yu Gothic"/>
                <a:cs typeface="Yu Gothic"/>
              </a:defRPr>
            </a:pPr>
            <a:r>
              <a:rPr sz="1350" b="1">
                <a:solidFill>
                  <a:srgbClr val="AFC0C7"/>
                </a:solidFill>
                <a:latin typeface="Yu Gothic"/>
                <a:ea typeface="Yu Gothic"/>
                <a:cs typeface="Yu Gothic"/>
              </a:rPr>
              <a:t>次の節目</a:t>
            </a:r>
          </a:p>
        </p:txBody>
      </p:sp>
      <p:sp>
        <p:nvSpPr>
          <p:cNvPr id="9" name="">
            <a:extLst xmlns:a="http://schemas.openxmlformats.org/drawingml/2006/main">
              <a:ext uri="{FF2B5EF4-FFF2-40B4-BE49-F238E27FC236}">
                <a16:creationId xmlns:a16="http://schemas.microsoft.com/office/drawing/2014/main" id="{1A471056-8D30-4326-9DEB-83133A882341}"/>
              </a:ext>
            </a:extLst>
          </p:cNvPr>
          <p:cNvSpPr>
            <a:spLocks xmlns:a="http://schemas.openxmlformats.org/drawingml/2006/main" noGrp="1"/>
          </p:cNvSpPr>
          <p:nvPr/>
        </p:nvSpPr>
        <p:spPr>
          <a:xfrm xmlns:a="http://schemas.openxmlformats.org/drawingml/2006/main">
            <a:off x="8096250" y="2076450"/>
            <a:ext cx="3238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250" b="1">
                <a:solidFill>
                  <a:srgbClr val="FFFFFF"/>
                </a:solidFill>
                <a:latin typeface="Yu Gothic"/>
                <a:ea typeface="Yu Gothic"/>
                <a:cs typeface="Yu Gothic"/>
              </a:defRPr>
            </a:defPPr>
            <a:lvl1pPr algn="ctr">
              <a:defRPr sz="2250" b="1">
                <a:solidFill>
                  <a:srgbClr val="FFFFFF"/>
                </a:solidFill>
                <a:latin typeface="Yu Gothic"/>
                <a:ea typeface="Yu Gothic"/>
                <a:cs typeface="Yu Gothic"/>
              </a:defRPr>
            </a:lvl1pPr>
            <a:lvl2pPr algn="ctr">
              <a:defRPr sz="2250" b="1">
                <a:solidFill>
                  <a:srgbClr val="FFFFFF"/>
                </a:solidFill>
                <a:latin typeface="Yu Gothic"/>
                <a:ea typeface="Yu Gothic"/>
                <a:cs typeface="Yu Gothic"/>
              </a:defRPr>
            </a:lvl2pPr>
            <a:lvl3pPr algn="ctr">
              <a:defRPr sz="2250" b="1">
                <a:solidFill>
                  <a:srgbClr val="FFFFFF"/>
                </a:solidFill>
                <a:latin typeface="Yu Gothic"/>
                <a:ea typeface="Yu Gothic"/>
                <a:cs typeface="Yu Gothic"/>
              </a:defRPr>
            </a:lvl3pPr>
            <a:lvl4pPr algn="ctr">
              <a:defRPr sz="2250" b="1">
                <a:solidFill>
                  <a:srgbClr val="FFFFFF"/>
                </a:solidFill>
                <a:latin typeface="Yu Gothic"/>
                <a:ea typeface="Yu Gothic"/>
                <a:cs typeface="Yu Gothic"/>
              </a:defRPr>
            </a:lvl4pPr>
            <a:lvl5pPr algn="ctr">
              <a:defRPr sz="2250" b="1">
                <a:solidFill>
                  <a:srgbClr val="FFFFFF"/>
                </a:solidFill>
                <a:latin typeface="Yu Gothic"/>
                <a:ea typeface="Yu Gothic"/>
                <a:cs typeface="Yu Gothic"/>
              </a:defRPr>
            </a:lvl5pPr>
            <a:lvl6pPr algn="ctr">
              <a:defRPr sz="2250" b="1">
                <a:solidFill>
                  <a:srgbClr val="FFFFFF"/>
                </a:solidFill>
                <a:latin typeface="Yu Gothic"/>
                <a:ea typeface="Yu Gothic"/>
                <a:cs typeface="Yu Gothic"/>
              </a:defRPr>
            </a:lvl6pPr>
            <a:lvl7pPr algn="ctr">
              <a:defRPr sz="2250" b="1">
                <a:solidFill>
                  <a:srgbClr val="FFFFFF"/>
                </a:solidFill>
                <a:latin typeface="Yu Gothic"/>
                <a:ea typeface="Yu Gothic"/>
                <a:cs typeface="Yu Gothic"/>
              </a:defRPr>
            </a:lvl7pPr>
            <a:lvl8pPr algn="ctr">
              <a:defRPr sz="2250" b="1">
                <a:solidFill>
                  <a:srgbClr val="FFFFFF"/>
                </a:solidFill>
                <a:latin typeface="Yu Gothic"/>
                <a:ea typeface="Yu Gothic"/>
                <a:cs typeface="Yu Gothic"/>
              </a:defRPr>
            </a:lvl8pPr>
            <a:lvl9pPr algn="ctr">
              <a:defRPr sz="2250" b="1">
                <a:solidFill>
                  <a:srgbClr val="FFFFFF"/>
                </a:solidFill>
                <a:latin typeface="Yu Gothic"/>
                <a:ea typeface="Yu Gothic"/>
                <a:cs typeface="Yu Gothic"/>
              </a:defRPr>
            </a:lvl9pPr>
          </a:lstStyle>
          <a:p xmlns:a="http://schemas.openxmlformats.org/drawingml/2006/main">
            <a:pPr algn="ctr">
              <a:defRPr sz="2250" b="1">
                <a:solidFill>
                  <a:srgbClr val="FFFFFF"/>
                </a:solidFill>
                <a:latin typeface="Yu Gothic"/>
                <a:ea typeface="Yu Gothic"/>
                <a:cs typeface="Yu Gothic"/>
              </a:defRPr>
            </a:pPr>
            <a:r>
              <a:rPr sz="2250" b="1">
                <a:solidFill>
                  <a:srgbClr val="FFFFFF"/>
                </a:solidFill>
                <a:latin typeface="Yu Gothic"/>
                <a:ea typeface="Yu Gothic"/>
                <a:cs typeface="Yu Gothic"/>
              </a:rPr>
              <a:t>指導教員への</a:t>
            </a:r>
          </a:p>
          <a:p xmlns:a="http://schemas.openxmlformats.org/drawingml/2006/main">
            <a:pPr algn="ctr">
              <a:defRPr sz="2250" b="1">
                <a:solidFill>
                  <a:srgbClr val="FFFFFF"/>
                </a:solidFill>
                <a:latin typeface="Yu Gothic"/>
                <a:ea typeface="Yu Gothic"/>
                <a:cs typeface="Yu Gothic"/>
              </a:defRPr>
            </a:pPr>
            <a:r>
              <a:rPr sz="2250" b="1">
                <a:solidFill>
                  <a:srgbClr val="FFFFFF"/>
                </a:solidFill>
                <a:latin typeface="Yu Gothic"/>
                <a:ea typeface="Yu Gothic"/>
                <a:cs typeface="Yu Gothic"/>
              </a:rPr>
              <a:t>結果相談と中間発表</a:t>
            </a:r>
          </a:p>
        </p:txBody>
      </p:sp>
      <p:sp>
        <p:nvSpPr>
          <p:cNvPr id="10" name="">
            <a:extLst xmlns:a="http://schemas.openxmlformats.org/drawingml/2006/main">
              <a:ext uri="{FF2B5EF4-FFF2-40B4-BE49-F238E27FC236}">
                <a16:creationId xmlns:a16="http://schemas.microsoft.com/office/drawing/2014/main" id="{2007EEE4-C8AC-4993-BBE3-99E0F92B44DE}"/>
              </a:ext>
            </a:extLst>
          </p:cNvPr>
          <p:cNvSpPr>
            <a:spLocks xmlns:a="http://schemas.openxmlformats.org/drawingml/2006/main" noGrp="1"/>
          </p:cNvSpPr>
          <p:nvPr/>
        </p:nvSpPr>
        <p:spPr>
          <a:xfrm xmlns:a="http://schemas.openxmlformats.org/drawingml/2006/main">
            <a:off x="8591550" y="3448050"/>
            <a:ext cx="2190750" cy="19050"/>
          </a:xfrm>
          <a:prstGeom xmlns:a="http://schemas.openxmlformats.org/drawingml/2006/main" prst="rect">
            <a:avLst/>
          </a:prstGeom>
          <a:solidFill xmlns:a="http://schemas.openxmlformats.org/drawingml/2006/main">
            <a:srgbClr val="4E728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169AB2F-D125-461D-8F03-382910A163DF}"/>
              </a:ext>
            </a:extLst>
          </p:cNvPr>
          <p:cNvSpPr>
            <a:spLocks xmlns:a="http://schemas.openxmlformats.org/drawingml/2006/main" noGrp="1"/>
          </p:cNvSpPr>
          <p:nvPr/>
        </p:nvSpPr>
        <p:spPr>
          <a:xfrm xmlns:a="http://schemas.openxmlformats.org/drawingml/2006/main">
            <a:off x="8172450" y="379095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00" b="1">
                <a:solidFill>
                  <a:srgbClr val="8FD0C3"/>
                </a:solidFill>
                <a:latin typeface="Yu Gothic"/>
                <a:ea typeface="Yu Gothic"/>
                <a:cs typeface="Yu Gothic"/>
              </a:defRPr>
            </a:defPPr>
            <a:lvl1pPr algn="ctr">
              <a:defRPr sz="1500" b="1">
                <a:solidFill>
                  <a:srgbClr val="8FD0C3"/>
                </a:solidFill>
                <a:latin typeface="Yu Gothic"/>
                <a:ea typeface="Yu Gothic"/>
                <a:cs typeface="Yu Gothic"/>
              </a:defRPr>
            </a:lvl1pPr>
            <a:lvl2pPr algn="ctr">
              <a:defRPr sz="1500" b="1">
                <a:solidFill>
                  <a:srgbClr val="8FD0C3"/>
                </a:solidFill>
                <a:latin typeface="Yu Gothic"/>
                <a:ea typeface="Yu Gothic"/>
                <a:cs typeface="Yu Gothic"/>
              </a:defRPr>
            </a:lvl2pPr>
            <a:lvl3pPr algn="ctr">
              <a:defRPr sz="1500" b="1">
                <a:solidFill>
                  <a:srgbClr val="8FD0C3"/>
                </a:solidFill>
                <a:latin typeface="Yu Gothic"/>
                <a:ea typeface="Yu Gothic"/>
                <a:cs typeface="Yu Gothic"/>
              </a:defRPr>
            </a:lvl3pPr>
            <a:lvl4pPr algn="ctr">
              <a:defRPr sz="1500" b="1">
                <a:solidFill>
                  <a:srgbClr val="8FD0C3"/>
                </a:solidFill>
                <a:latin typeface="Yu Gothic"/>
                <a:ea typeface="Yu Gothic"/>
                <a:cs typeface="Yu Gothic"/>
              </a:defRPr>
            </a:lvl4pPr>
            <a:lvl5pPr algn="ctr">
              <a:defRPr sz="1500" b="1">
                <a:solidFill>
                  <a:srgbClr val="8FD0C3"/>
                </a:solidFill>
                <a:latin typeface="Yu Gothic"/>
                <a:ea typeface="Yu Gothic"/>
                <a:cs typeface="Yu Gothic"/>
              </a:defRPr>
            </a:lvl5pPr>
            <a:lvl6pPr algn="ctr">
              <a:defRPr sz="1500" b="1">
                <a:solidFill>
                  <a:srgbClr val="8FD0C3"/>
                </a:solidFill>
                <a:latin typeface="Yu Gothic"/>
                <a:ea typeface="Yu Gothic"/>
                <a:cs typeface="Yu Gothic"/>
              </a:defRPr>
            </a:lvl6pPr>
            <a:lvl7pPr algn="ctr">
              <a:defRPr sz="1500" b="1">
                <a:solidFill>
                  <a:srgbClr val="8FD0C3"/>
                </a:solidFill>
                <a:latin typeface="Yu Gothic"/>
                <a:ea typeface="Yu Gothic"/>
                <a:cs typeface="Yu Gothic"/>
              </a:defRPr>
            </a:lvl7pPr>
            <a:lvl8pPr algn="ctr">
              <a:defRPr sz="1500" b="1">
                <a:solidFill>
                  <a:srgbClr val="8FD0C3"/>
                </a:solidFill>
                <a:latin typeface="Yu Gothic"/>
                <a:ea typeface="Yu Gothic"/>
                <a:cs typeface="Yu Gothic"/>
              </a:defRPr>
            </a:lvl8pPr>
            <a:lvl9pPr algn="ctr">
              <a:defRPr sz="1500" b="1">
                <a:solidFill>
                  <a:srgbClr val="8FD0C3"/>
                </a:solidFill>
                <a:latin typeface="Yu Gothic"/>
                <a:ea typeface="Yu Gothic"/>
                <a:cs typeface="Yu Gothic"/>
              </a:defRPr>
            </a:lvl9pPr>
          </a:lstStyle>
          <a:p xmlns:a="http://schemas.openxmlformats.org/drawingml/2006/main">
            <a:pPr algn="ctr">
              <a:defRPr sz="1500" b="1">
                <a:solidFill>
                  <a:srgbClr val="8FD0C3"/>
                </a:solidFill>
                <a:latin typeface="Yu Gothic"/>
                <a:ea typeface="Yu Gothic"/>
                <a:cs typeface="Yu Gothic"/>
              </a:defRPr>
            </a:pPr>
            <a:r>
              <a:rPr sz="1500" b="1">
                <a:solidFill>
                  <a:srgbClr val="8FD0C3"/>
                </a:solidFill>
                <a:latin typeface="Yu Gothic"/>
                <a:ea typeface="Yu Gothic"/>
                <a:cs typeface="Yu Gothic"/>
              </a:rPr>
              <a:t>2026年12月14〜18日</a:t>
            </a:r>
          </a:p>
        </p:txBody>
      </p:sp>
      <p:sp>
        <p:nvSpPr>
          <p:cNvPr id="12" name="">
            <a:extLst xmlns:a="http://schemas.openxmlformats.org/drawingml/2006/main">
              <a:ext uri="{FF2B5EF4-FFF2-40B4-BE49-F238E27FC236}">
                <a16:creationId xmlns:a16="http://schemas.microsoft.com/office/drawing/2014/main" id="{A48F2135-0646-40EF-991C-4891FE819B4F}"/>
              </a:ext>
            </a:extLst>
          </p:cNvPr>
          <p:cNvSpPr>
            <a:spLocks xmlns:a="http://schemas.openxmlformats.org/drawingml/2006/main" noGrp="1"/>
          </p:cNvSpPr>
          <p:nvPr/>
        </p:nvSpPr>
        <p:spPr>
          <a:xfrm xmlns:a="http://schemas.openxmlformats.org/drawingml/2006/main">
            <a:off x="8172450" y="41910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AFC0C7"/>
                </a:solidFill>
                <a:latin typeface="Yu Gothic"/>
                <a:ea typeface="Yu Gothic"/>
                <a:cs typeface="Yu Gothic"/>
              </a:defRPr>
            </a:defPPr>
            <a:lvl1pPr algn="ctr">
              <a:defRPr sz="1200" b="0">
                <a:solidFill>
                  <a:srgbClr val="AFC0C7"/>
                </a:solidFill>
                <a:latin typeface="Yu Gothic"/>
                <a:ea typeface="Yu Gothic"/>
                <a:cs typeface="Yu Gothic"/>
              </a:defRPr>
            </a:lvl1pPr>
            <a:lvl2pPr algn="ctr">
              <a:defRPr sz="1200" b="0">
                <a:solidFill>
                  <a:srgbClr val="AFC0C7"/>
                </a:solidFill>
                <a:latin typeface="Yu Gothic"/>
                <a:ea typeface="Yu Gothic"/>
                <a:cs typeface="Yu Gothic"/>
              </a:defRPr>
            </a:lvl2pPr>
            <a:lvl3pPr algn="ctr">
              <a:defRPr sz="1200" b="0">
                <a:solidFill>
                  <a:srgbClr val="AFC0C7"/>
                </a:solidFill>
                <a:latin typeface="Yu Gothic"/>
                <a:ea typeface="Yu Gothic"/>
                <a:cs typeface="Yu Gothic"/>
              </a:defRPr>
            </a:lvl3pPr>
            <a:lvl4pPr algn="ctr">
              <a:defRPr sz="1200" b="0">
                <a:solidFill>
                  <a:srgbClr val="AFC0C7"/>
                </a:solidFill>
                <a:latin typeface="Yu Gothic"/>
                <a:ea typeface="Yu Gothic"/>
                <a:cs typeface="Yu Gothic"/>
              </a:defRPr>
            </a:lvl4pPr>
            <a:lvl5pPr algn="ctr">
              <a:defRPr sz="1200" b="0">
                <a:solidFill>
                  <a:srgbClr val="AFC0C7"/>
                </a:solidFill>
                <a:latin typeface="Yu Gothic"/>
                <a:ea typeface="Yu Gothic"/>
                <a:cs typeface="Yu Gothic"/>
              </a:defRPr>
            </a:lvl5pPr>
            <a:lvl6pPr algn="ctr">
              <a:defRPr sz="1200" b="0">
                <a:solidFill>
                  <a:srgbClr val="AFC0C7"/>
                </a:solidFill>
                <a:latin typeface="Yu Gothic"/>
                <a:ea typeface="Yu Gothic"/>
                <a:cs typeface="Yu Gothic"/>
              </a:defRPr>
            </a:lvl6pPr>
            <a:lvl7pPr algn="ctr">
              <a:defRPr sz="1200" b="0">
                <a:solidFill>
                  <a:srgbClr val="AFC0C7"/>
                </a:solidFill>
                <a:latin typeface="Yu Gothic"/>
                <a:ea typeface="Yu Gothic"/>
                <a:cs typeface="Yu Gothic"/>
              </a:defRPr>
            </a:lvl7pPr>
            <a:lvl8pPr algn="ctr">
              <a:defRPr sz="1200" b="0">
                <a:solidFill>
                  <a:srgbClr val="AFC0C7"/>
                </a:solidFill>
                <a:latin typeface="Yu Gothic"/>
                <a:ea typeface="Yu Gothic"/>
                <a:cs typeface="Yu Gothic"/>
              </a:defRPr>
            </a:lvl8pPr>
            <a:lvl9pPr algn="ctr">
              <a:defRPr sz="1200" b="0">
                <a:solidFill>
                  <a:srgbClr val="AFC0C7"/>
                </a:solidFill>
                <a:latin typeface="Yu Gothic"/>
                <a:ea typeface="Yu Gothic"/>
                <a:cs typeface="Yu Gothic"/>
              </a:defRPr>
            </a:lvl9pPr>
          </a:lstStyle>
          <a:p xmlns:a="http://schemas.openxmlformats.org/drawingml/2006/main">
            <a:pPr algn="ctr">
              <a:defRPr sz="1200" b="0">
                <a:solidFill>
                  <a:srgbClr val="AFC0C7"/>
                </a:solidFill>
                <a:latin typeface="Yu Gothic"/>
                <a:ea typeface="Yu Gothic"/>
                <a:cs typeface="Yu Gothic"/>
              </a:defRPr>
            </a:pPr>
            <a:r>
              <a:rPr sz="1200" b="0">
                <a:solidFill>
                  <a:srgbClr val="AFC0C7"/>
                </a:solidFill>
                <a:latin typeface="Yu Gothic"/>
                <a:ea typeface="Yu Gothic"/>
                <a:cs typeface="Yu Gothic"/>
              </a:rPr>
              <a:t>ロードマップ上の発表期間</a:t>
            </a:r>
          </a:p>
        </p:txBody>
      </p:sp>
    </p:spTree>
    <p:extLst>
      <p:ext uri="{BB962C8B-B14F-4D97-AF65-F5344CB8AC3E}">
        <p14:creationId xmlns:p14="http://schemas.microsoft.com/office/powerpoint/2010/main" val="679484291"/>
      </p:ext>
    </p:extLst>
  </p:cSld>
</p:sld>
</file>

<file path=ppt/slides/slide2.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26D795B-8C8C-46FD-BE86-A9226C49E74D}"/>
              </a:ext>
            </a:extLst>
          </p:cNvPr>
          <p:cNvSpPr>
            <a:spLocks xmlns:a="http://schemas.openxmlformats.org/drawingml/2006/main" noGrp="1"/>
          </p:cNvSpPr>
          <p:nvPr/>
        </p:nvSpPr>
        <p:spPr>
          <a:xfrm xmlns:a="http://schemas.openxmlformats.org/drawingml/2006/main">
            <a:off x="685800" y="26670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47D78"/>
                </a:solidFill>
                <a:latin typeface="Yu Gothic"/>
                <a:ea typeface="Yu Gothic"/>
                <a:cs typeface="Yu Gothic"/>
              </a:defRPr>
            </a:defPPr>
            <a:lvl1pPr algn="l">
              <a:defRPr sz="1050" b="1">
                <a:solidFill>
                  <a:srgbClr val="147D78"/>
                </a:solidFill>
                <a:latin typeface="Yu Gothic"/>
                <a:ea typeface="Yu Gothic"/>
                <a:cs typeface="Yu Gothic"/>
              </a:defRPr>
            </a:lvl1pPr>
            <a:lvl2pPr algn="l">
              <a:defRPr sz="1050" b="1">
                <a:solidFill>
                  <a:srgbClr val="147D78"/>
                </a:solidFill>
                <a:latin typeface="Yu Gothic"/>
                <a:ea typeface="Yu Gothic"/>
                <a:cs typeface="Yu Gothic"/>
              </a:defRPr>
            </a:lvl2pPr>
            <a:lvl3pPr algn="l">
              <a:defRPr sz="1050" b="1">
                <a:solidFill>
                  <a:srgbClr val="147D78"/>
                </a:solidFill>
                <a:latin typeface="Yu Gothic"/>
                <a:ea typeface="Yu Gothic"/>
                <a:cs typeface="Yu Gothic"/>
              </a:defRPr>
            </a:lvl3pPr>
            <a:lvl4pPr algn="l">
              <a:defRPr sz="1050" b="1">
                <a:solidFill>
                  <a:srgbClr val="147D78"/>
                </a:solidFill>
                <a:latin typeface="Yu Gothic"/>
                <a:ea typeface="Yu Gothic"/>
                <a:cs typeface="Yu Gothic"/>
              </a:defRPr>
            </a:lvl4pPr>
            <a:lvl5pPr algn="l">
              <a:defRPr sz="1050" b="1">
                <a:solidFill>
                  <a:srgbClr val="147D78"/>
                </a:solidFill>
                <a:latin typeface="Yu Gothic"/>
                <a:ea typeface="Yu Gothic"/>
                <a:cs typeface="Yu Gothic"/>
              </a:defRPr>
            </a:lvl5pPr>
            <a:lvl6pPr algn="l">
              <a:defRPr sz="1050" b="1">
                <a:solidFill>
                  <a:srgbClr val="147D78"/>
                </a:solidFill>
                <a:latin typeface="Yu Gothic"/>
                <a:ea typeface="Yu Gothic"/>
                <a:cs typeface="Yu Gothic"/>
              </a:defRPr>
            </a:lvl6pPr>
            <a:lvl7pPr algn="l">
              <a:defRPr sz="1050" b="1">
                <a:solidFill>
                  <a:srgbClr val="147D78"/>
                </a:solidFill>
                <a:latin typeface="Yu Gothic"/>
                <a:ea typeface="Yu Gothic"/>
                <a:cs typeface="Yu Gothic"/>
              </a:defRPr>
            </a:lvl7pPr>
            <a:lvl8pPr algn="l">
              <a:defRPr sz="1050" b="1">
                <a:solidFill>
                  <a:srgbClr val="147D78"/>
                </a:solidFill>
                <a:latin typeface="Yu Gothic"/>
                <a:ea typeface="Yu Gothic"/>
                <a:cs typeface="Yu Gothic"/>
              </a:defRPr>
            </a:lvl8pPr>
            <a:lvl9pPr algn="l">
              <a:defRPr sz="1050" b="1">
                <a:solidFill>
                  <a:srgbClr val="147D78"/>
                </a:solidFill>
                <a:latin typeface="Yu Gothic"/>
                <a:ea typeface="Yu Gothic"/>
                <a:cs typeface="Yu Gothic"/>
              </a:defRPr>
            </a:lvl9pPr>
          </a:lstStyle>
          <a:p xmlns:a="http://schemas.openxmlformats.org/drawingml/2006/main">
            <a:pPr algn="l">
              <a:defRPr sz="1050" b="1">
                <a:solidFill>
                  <a:srgbClr val="147D78"/>
                </a:solidFill>
                <a:latin typeface="Yu Gothic"/>
                <a:ea typeface="Yu Gothic"/>
                <a:cs typeface="Yu Gothic"/>
              </a:defRPr>
            </a:pPr>
            <a:r>
              <a:rPr sz="1050" b="1">
                <a:solidFill>
                  <a:srgbClr val="147D78"/>
                </a:solidFill>
                <a:latin typeface="Yu Gothic"/>
                <a:ea typeface="Yu Gothic"/>
                <a:cs typeface="Yu Gothic"/>
              </a:rPr>
              <a:t>背景と目的</a:t>
            </a:r>
          </a:p>
        </p:txBody>
      </p:sp>
      <p:sp>
        <p:nvSpPr>
          <p:cNvPr id="2" name="">
            <a:extLst xmlns:a="http://schemas.openxmlformats.org/drawingml/2006/main">
              <a:ext uri="{FF2B5EF4-FFF2-40B4-BE49-F238E27FC236}">
                <a16:creationId xmlns:a16="http://schemas.microsoft.com/office/drawing/2014/main" id="{21F0243F-40A7-471B-B57B-1B6FFB54008D}"/>
              </a:ext>
            </a:extLst>
          </p:cNvPr>
          <p:cNvSpPr>
            <a:spLocks xmlns:a="http://schemas.openxmlformats.org/drawingml/2006/main" noGrp="1"/>
          </p:cNvSpPr>
          <p:nvPr/>
        </p:nvSpPr>
        <p:spPr>
          <a:xfrm xmlns:a="http://schemas.openxmlformats.org/drawingml/2006/main">
            <a:off x="685800" y="600075"/>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925" b="1">
                <a:solidFill>
                  <a:srgbClr val="142B3B"/>
                </a:solidFill>
                <a:latin typeface="Yu Gothic"/>
                <a:ea typeface="Yu Gothic"/>
                <a:cs typeface="Yu Gothic"/>
              </a:defRPr>
            </a:defPPr>
            <a:lvl1pPr algn="l">
              <a:defRPr sz="2925" b="1">
                <a:solidFill>
                  <a:srgbClr val="142B3B"/>
                </a:solidFill>
                <a:latin typeface="Yu Gothic"/>
                <a:ea typeface="Yu Gothic"/>
                <a:cs typeface="Yu Gothic"/>
              </a:defRPr>
            </a:lvl1pPr>
            <a:lvl2pPr algn="l">
              <a:defRPr sz="2925" b="1">
                <a:solidFill>
                  <a:srgbClr val="142B3B"/>
                </a:solidFill>
                <a:latin typeface="Yu Gothic"/>
                <a:ea typeface="Yu Gothic"/>
                <a:cs typeface="Yu Gothic"/>
              </a:defRPr>
            </a:lvl2pPr>
            <a:lvl3pPr algn="l">
              <a:defRPr sz="2925" b="1">
                <a:solidFill>
                  <a:srgbClr val="142B3B"/>
                </a:solidFill>
                <a:latin typeface="Yu Gothic"/>
                <a:ea typeface="Yu Gothic"/>
                <a:cs typeface="Yu Gothic"/>
              </a:defRPr>
            </a:lvl3pPr>
            <a:lvl4pPr algn="l">
              <a:defRPr sz="2925" b="1">
                <a:solidFill>
                  <a:srgbClr val="142B3B"/>
                </a:solidFill>
                <a:latin typeface="Yu Gothic"/>
                <a:ea typeface="Yu Gothic"/>
                <a:cs typeface="Yu Gothic"/>
              </a:defRPr>
            </a:lvl4pPr>
            <a:lvl5pPr algn="l">
              <a:defRPr sz="2925" b="1">
                <a:solidFill>
                  <a:srgbClr val="142B3B"/>
                </a:solidFill>
                <a:latin typeface="Yu Gothic"/>
                <a:ea typeface="Yu Gothic"/>
                <a:cs typeface="Yu Gothic"/>
              </a:defRPr>
            </a:lvl5pPr>
            <a:lvl6pPr algn="l">
              <a:defRPr sz="2925" b="1">
                <a:solidFill>
                  <a:srgbClr val="142B3B"/>
                </a:solidFill>
                <a:latin typeface="Yu Gothic"/>
                <a:ea typeface="Yu Gothic"/>
                <a:cs typeface="Yu Gothic"/>
              </a:defRPr>
            </a:lvl6pPr>
            <a:lvl7pPr algn="l">
              <a:defRPr sz="2925" b="1">
                <a:solidFill>
                  <a:srgbClr val="142B3B"/>
                </a:solidFill>
                <a:latin typeface="Yu Gothic"/>
                <a:ea typeface="Yu Gothic"/>
                <a:cs typeface="Yu Gothic"/>
              </a:defRPr>
            </a:lvl7pPr>
            <a:lvl8pPr algn="l">
              <a:defRPr sz="2925" b="1">
                <a:solidFill>
                  <a:srgbClr val="142B3B"/>
                </a:solidFill>
                <a:latin typeface="Yu Gothic"/>
                <a:ea typeface="Yu Gothic"/>
                <a:cs typeface="Yu Gothic"/>
              </a:defRPr>
            </a:lvl8pPr>
            <a:lvl9pPr algn="l">
              <a:defRPr sz="2925" b="1">
                <a:solidFill>
                  <a:srgbClr val="142B3B"/>
                </a:solidFill>
                <a:latin typeface="Yu Gothic"/>
                <a:ea typeface="Yu Gothic"/>
                <a:cs typeface="Yu Gothic"/>
              </a:defRPr>
            </a:lvl9pPr>
          </a:lstStyle>
          <a:p xmlns:a="http://schemas.openxmlformats.org/drawingml/2006/main">
            <a:pPr algn="l">
              <a:defRPr sz="2925" b="1">
                <a:solidFill>
                  <a:srgbClr val="142B3B"/>
                </a:solidFill>
                <a:latin typeface="Yu Gothic"/>
                <a:ea typeface="Yu Gothic"/>
                <a:cs typeface="Yu Gothic"/>
              </a:defRPr>
            </a:pPr>
            <a:r>
              <a:rPr sz="2925" b="1">
                <a:solidFill>
                  <a:srgbClr val="142B3B"/>
                </a:solidFill>
                <a:latin typeface="Yu Gothic"/>
                <a:ea typeface="Yu Gothic"/>
                <a:cs typeface="Yu Gothic"/>
              </a:rPr>
              <a:t>全体の正解率だけでは、見逃しに気づけない</a:t>
            </a:r>
          </a:p>
        </p:txBody>
      </p:sp>
      <p:sp>
        <p:nvSpPr>
          <p:cNvPr id="3" name="">
            <a:extLst xmlns:a="http://schemas.openxmlformats.org/drawingml/2006/main">
              <a:ext uri="{FF2B5EF4-FFF2-40B4-BE49-F238E27FC236}">
                <a16:creationId xmlns:a16="http://schemas.microsoft.com/office/drawing/2014/main" id="{5ED65BB3-86FD-45E4-8B0B-729960EB6A4C}"/>
              </a:ext>
            </a:extLst>
          </p:cNvPr>
          <p:cNvSpPr>
            <a:spLocks xmlns:a="http://schemas.openxmlformats.org/drawingml/2006/main" noGrp="1"/>
          </p:cNvSpPr>
          <p:nvPr/>
        </p:nvSpPr>
        <p:spPr>
          <a:xfrm xmlns:a="http://schemas.openxmlformats.org/drawingml/2006/main">
            <a:off x="685800" y="1285875"/>
            <a:ext cx="10820400" cy="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4" name="">
            <a:extLst xmlns:a="http://schemas.openxmlformats.org/drawingml/2006/main">
              <a:ext uri="{FF2B5EF4-FFF2-40B4-BE49-F238E27FC236}">
                <a16:creationId xmlns:a16="http://schemas.microsoft.com/office/drawing/2014/main" id="{9E72A509-20C3-4658-810B-047714BA6A32}"/>
              </a:ext>
            </a:extLst>
          </p:cNvPr>
          <p:cNvSpPr>
            <a:spLocks xmlns:a="http://schemas.openxmlformats.org/drawingml/2006/main" noGrp="1"/>
          </p:cNvSpPr>
          <p:nvPr/>
        </p:nvSpPr>
        <p:spPr>
          <a:xfrm xmlns:a="http://schemas.openxmlformats.org/drawingml/2006/main">
            <a:off x="11068050" y="6391275"/>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5B6D76"/>
                </a:solidFill>
                <a:latin typeface="Yu Gothic"/>
                <a:ea typeface="Yu Gothic"/>
                <a:cs typeface="Yu Gothic"/>
              </a:defRPr>
            </a:defPPr>
            <a:lvl1pPr algn="r">
              <a:defRPr sz="1050" b="1">
                <a:solidFill>
                  <a:srgbClr val="5B6D76"/>
                </a:solidFill>
                <a:latin typeface="Yu Gothic"/>
                <a:ea typeface="Yu Gothic"/>
                <a:cs typeface="Yu Gothic"/>
              </a:defRPr>
            </a:lvl1pPr>
            <a:lvl2pPr algn="r">
              <a:defRPr sz="1050" b="1">
                <a:solidFill>
                  <a:srgbClr val="5B6D76"/>
                </a:solidFill>
                <a:latin typeface="Yu Gothic"/>
                <a:ea typeface="Yu Gothic"/>
                <a:cs typeface="Yu Gothic"/>
              </a:defRPr>
            </a:lvl2pPr>
            <a:lvl3pPr algn="r">
              <a:defRPr sz="1050" b="1">
                <a:solidFill>
                  <a:srgbClr val="5B6D76"/>
                </a:solidFill>
                <a:latin typeface="Yu Gothic"/>
                <a:ea typeface="Yu Gothic"/>
                <a:cs typeface="Yu Gothic"/>
              </a:defRPr>
            </a:lvl3pPr>
            <a:lvl4pPr algn="r">
              <a:defRPr sz="1050" b="1">
                <a:solidFill>
                  <a:srgbClr val="5B6D76"/>
                </a:solidFill>
                <a:latin typeface="Yu Gothic"/>
                <a:ea typeface="Yu Gothic"/>
                <a:cs typeface="Yu Gothic"/>
              </a:defRPr>
            </a:lvl4pPr>
            <a:lvl5pPr algn="r">
              <a:defRPr sz="1050" b="1">
                <a:solidFill>
                  <a:srgbClr val="5B6D76"/>
                </a:solidFill>
                <a:latin typeface="Yu Gothic"/>
                <a:ea typeface="Yu Gothic"/>
                <a:cs typeface="Yu Gothic"/>
              </a:defRPr>
            </a:lvl5pPr>
            <a:lvl6pPr algn="r">
              <a:defRPr sz="1050" b="1">
                <a:solidFill>
                  <a:srgbClr val="5B6D76"/>
                </a:solidFill>
                <a:latin typeface="Yu Gothic"/>
                <a:ea typeface="Yu Gothic"/>
                <a:cs typeface="Yu Gothic"/>
              </a:defRPr>
            </a:lvl6pPr>
            <a:lvl7pPr algn="r">
              <a:defRPr sz="1050" b="1">
                <a:solidFill>
                  <a:srgbClr val="5B6D76"/>
                </a:solidFill>
                <a:latin typeface="Yu Gothic"/>
                <a:ea typeface="Yu Gothic"/>
                <a:cs typeface="Yu Gothic"/>
              </a:defRPr>
            </a:lvl7pPr>
            <a:lvl8pPr algn="r">
              <a:defRPr sz="1050" b="1">
                <a:solidFill>
                  <a:srgbClr val="5B6D76"/>
                </a:solidFill>
                <a:latin typeface="Yu Gothic"/>
                <a:ea typeface="Yu Gothic"/>
                <a:cs typeface="Yu Gothic"/>
              </a:defRPr>
            </a:lvl8pPr>
            <a:lvl9pPr algn="r">
              <a:defRPr sz="1050" b="1">
                <a:solidFill>
                  <a:srgbClr val="5B6D76"/>
                </a:solidFill>
                <a:latin typeface="Yu Gothic"/>
                <a:ea typeface="Yu Gothic"/>
                <a:cs typeface="Yu Gothic"/>
              </a:defRPr>
            </a:lvl9pPr>
          </a:lstStyle>
          <a:p xmlns:a="http://schemas.openxmlformats.org/drawingml/2006/main">
            <a:pPr algn="r">
              <a:defRPr sz="1050" b="1">
                <a:solidFill>
                  <a:srgbClr val="5B6D76"/>
                </a:solidFill>
                <a:latin typeface="Yu Gothic"/>
                <a:ea typeface="Yu Gothic"/>
                <a:cs typeface="Yu Gothic"/>
              </a:defRPr>
            </a:pPr>
            <a:r>
              <a:rPr sz="1050" b="1">
                <a:solidFill>
                  <a:srgbClr val="5B6D76"/>
                </a:solidFill>
                <a:latin typeface="Yu Gothic"/>
                <a:ea typeface="Yu Gothic"/>
                <a:cs typeface="Yu Gothic"/>
              </a:rPr>
              <a:t>02</a:t>
            </a:r>
          </a:p>
        </p:txBody>
      </p:sp>
      <p:sp>
        <p:nvSpPr>
          <p:cNvPr id="5" name="">
            <a:extLst xmlns:a="http://schemas.openxmlformats.org/drawingml/2006/main">
              <a:ext uri="{FF2B5EF4-FFF2-40B4-BE49-F238E27FC236}">
                <a16:creationId xmlns:a16="http://schemas.microsoft.com/office/drawing/2014/main" id="{57DDE7D2-7A18-4371-AE9C-D76AF2879006}"/>
              </a:ext>
            </a:extLst>
          </p:cNvPr>
          <p:cNvSpPr>
            <a:spLocks xmlns:a="http://schemas.openxmlformats.org/drawingml/2006/main" noGrp="1"/>
          </p:cNvSpPr>
          <p:nvPr/>
        </p:nvSpPr>
        <p:spPr>
          <a:xfrm xmlns:a="http://schemas.openxmlformats.org/drawingml/2006/main">
            <a:off x="723900" y="1600200"/>
            <a:ext cx="4286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1">
                <a:solidFill>
                  <a:srgbClr val="5B6D76"/>
                </a:solidFill>
                <a:latin typeface="Yu Gothic"/>
                <a:ea typeface="Yu Gothic"/>
                <a:cs typeface="Yu Gothic"/>
              </a:defRPr>
            </a:defPPr>
            <a:lvl1pPr algn="l">
              <a:defRPr sz="1425" b="1">
                <a:solidFill>
                  <a:srgbClr val="5B6D76"/>
                </a:solidFill>
                <a:latin typeface="Yu Gothic"/>
                <a:ea typeface="Yu Gothic"/>
                <a:cs typeface="Yu Gothic"/>
              </a:defRPr>
            </a:lvl1pPr>
            <a:lvl2pPr algn="l">
              <a:defRPr sz="1425" b="1">
                <a:solidFill>
                  <a:srgbClr val="5B6D76"/>
                </a:solidFill>
                <a:latin typeface="Yu Gothic"/>
                <a:ea typeface="Yu Gothic"/>
                <a:cs typeface="Yu Gothic"/>
              </a:defRPr>
            </a:lvl2pPr>
            <a:lvl3pPr algn="l">
              <a:defRPr sz="1425" b="1">
                <a:solidFill>
                  <a:srgbClr val="5B6D76"/>
                </a:solidFill>
                <a:latin typeface="Yu Gothic"/>
                <a:ea typeface="Yu Gothic"/>
                <a:cs typeface="Yu Gothic"/>
              </a:defRPr>
            </a:lvl3pPr>
            <a:lvl4pPr algn="l">
              <a:defRPr sz="1425" b="1">
                <a:solidFill>
                  <a:srgbClr val="5B6D76"/>
                </a:solidFill>
                <a:latin typeface="Yu Gothic"/>
                <a:ea typeface="Yu Gothic"/>
                <a:cs typeface="Yu Gothic"/>
              </a:defRPr>
            </a:lvl4pPr>
            <a:lvl5pPr algn="l">
              <a:defRPr sz="1425" b="1">
                <a:solidFill>
                  <a:srgbClr val="5B6D76"/>
                </a:solidFill>
                <a:latin typeface="Yu Gothic"/>
                <a:ea typeface="Yu Gothic"/>
                <a:cs typeface="Yu Gothic"/>
              </a:defRPr>
            </a:lvl5pPr>
            <a:lvl6pPr algn="l">
              <a:defRPr sz="1425" b="1">
                <a:solidFill>
                  <a:srgbClr val="5B6D76"/>
                </a:solidFill>
                <a:latin typeface="Yu Gothic"/>
                <a:ea typeface="Yu Gothic"/>
                <a:cs typeface="Yu Gothic"/>
              </a:defRPr>
            </a:lvl6pPr>
            <a:lvl7pPr algn="l">
              <a:defRPr sz="1425" b="1">
                <a:solidFill>
                  <a:srgbClr val="5B6D76"/>
                </a:solidFill>
                <a:latin typeface="Yu Gothic"/>
                <a:ea typeface="Yu Gothic"/>
                <a:cs typeface="Yu Gothic"/>
              </a:defRPr>
            </a:lvl7pPr>
            <a:lvl8pPr algn="l">
              <a:defRPr sz="1425" b="1">
                <a:solidFill>
                  <a:srgbClr val="5B6D76"/>
                </a:solidFill>
                <a:latin typeface="Yu Gothic"/>
                <a:ea typeface="Yu Gothic"/>
                <a:cs typeface="Yu Gothic"/>
              </a:defRPr>
            </a:lvl8pPr>
            <a:lvl9pPr algn="l">
              <a:defRPr sz="1425" b="1">
                <a:solidFill>
                  <a:srgbClr val="5B6D76"/>
                </a:solidFill>
                <a:latin typeface="Yu Gothic"/>
                <a:ea typeface="Yu Gothic"/>
                <a:cs typeface="Yu Gothic"/>
              </a:defRPr>
            </a:lvl9pPr>
          </a:lstStyle>
          <a:p xmlns:a="http://schemas.openxmlformats.org/drawingml/2006/main">
            <a:pPr algn="l">
              <a:defRPr sz="1425" b="1">
                <a:solidFill>
                  <a:srgbClr val="5B6D76"/>
                </a:solidFill>
                <a:latin typeface="Yu Gothic"/>
                <a:ea typeface="Yu Gothic"/>
                <a:cs typeface="Yu Gothic"/>
              </a:defRPr>
            </a:pPr>
            <a:r>
              <a:rPr sz="1425" b="1">
                <a:solidFill>
                  <a:srgbClr val="5B6D76"/>
                </a:solidFill>
                <a:latin typeface="Yu Gothic"/>
                <a:ea typeface="Yu Gothic"/>
                <a:cs typeface="Yu Gothic"/>
              </a:rPr>
              <a:t>Bank Marketingの記録</a:t>
            </a:r>
          </a:p>
        </p:txBody>
      </p:sp>
      <p:sp>
        <p:nvSpPr>
          <p:cNvPr id="6" name="">
            <a:extLst xmlns:a="http://schemas.openxmlformats.org/drawingml/2006/main">
              <a:ext uri="{FF2B5EF4-FFF2-40B4-BE49-F238E27FC236}">
                <a16:creationId xmlns:a16="http://schemas.microsoft.com/office/drawing/2014/main" id="{76441CE1-E8CE-4131-B226-1FAE86A0F632}"/>
              </a:ext>
            </a:extLst>
          </p:cNvPr>
          <p:cNvSpPr>
            <a:spLocks xmlns:a="http://schemas.openxmlformats.org/drawingml/2006/main" noGrp="1"/>
          </p:cNvSpPr>
          <p:nvPr/>
        </p:nvSpPr>
        <p:spPr>
          <a:xfrm xmlns:a="http://schemas.openxmlformats.org/drawingml/2006/main">
            <a:off x="723900" y="1952625"/>
            <a:ext cx="3619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825" b="1">
                <a:solidFill>
                  <a:srgbClr val="142B3B"/>
                </a:solidFill>
                <a:latin typeface="Yu Gothic"/>
                <a:ea typeface="Yu Gothic"/>
                <a:cs typeface="Yu Gothic"/>
              </a:defRPr>
            </a:defPPr>
            <a:lvl1pPr algn="l">
              <a:defRPr sz="3825" b="1">
                <a:solidFill>
                  <a:srgbClr val="142B3B"/>
                </a:solidFill>
                <a:latin typeface="Yu Gothic"/>
                <a:ea typeface="Yu Gothic"/>
                <a:cs typeface="Yu Gothic"/>
              </a:defRPr>
            </a:lvl1pPr>
            <a:lvl2pPr algn="l">
              <a:defRPr sz="3825" b="1">
                <a:solidFill>
                  <a:srgbClr val="142B3B"/>
                </a:solidFill>
                <a:latin typeface="Yu Gothic"/>
                <a:ea typeface="Yu Gothic"/>
                <a:cs typeface="Yu Gothic"/>
              </a:defRPr>
            </a:lvl2pPr>
            <a:lvl3pPr algn="l">
              <a:defRPr sz="3825" b="1">
                <a:solidFill>
                  <a:srgbClr val="142B3B"/>
                </a:solidFill>
                <a:latin typeface="Yu Gothic"/>
                <a:ea typeface="Yu Gothic"/>
                <a:cs typeface="Yu Gothic"/>
              </a:defRPr>
            </a:lvl3pPr>
            <a:lvl4pPr algn="l">
              <a:defRPr sz="3825" b="1">
                <a:solidFill>
                  <a:srgbClr val="142B3B"/>
                </a:solidFill>
                <a:latin typeface="Yu Gothic"/>
                <a:ea typeface="Yu Gothic"/>
                <a:cs typeface="Yu Gothic"/>
              </a:defRPr>
            </a:lvl4pPr>
            <a:lvl5pPr algn="l">
              <a:defRPr sz="3825" b="1">
                <a:solidFill>
                  <a:srgbClr val="142B3B"/>
                </a:solidFill>
                <a:latin typeface="Yu Gothic"/>
                <a:ea typeface="Yu Gothic"/>
                <a:cs typeface="Yu Gothic"/>
              </a:defRPr>
            </a:lvl5pPr>
            <a:lvl6pPr algn="l">
              <a:defRPr sz="3825" b="1">
                <a:solidFill>
                  <a:srgbClr val="142B3B"/>
                </a:solidFill>
                <a:latin typeface="Yu Gothic"/>
                <a:ea typeface="Yu Gothic"/>
                <a:cs typeface="Yu Gothic"/>
              </a:defRPr>
            </a:lvl6pPr>
            <a:lvl7pPr algn="l">
              <a:defRPr sz="3825" b="1">
                <a:solidFill>
                  <a:srgbClr val="142B3B"/>
                </a:solidFill>
                <a:latin typeface="Yu Gothic"/>
                <a:ea typeface="Yu Gothic"/>
                <a:cs typeface="Yu Gothic"/>
              </a:defRPr>
            </a:lvl7pPr>
            <a:lvl8pPr algn="l">
              <a:defRPr sz="3825" b="1">
                <a:solidFill>
                  <a:srgbClr val="142B3B"/>
                </a:solidFill>
                <a:latin typeface="Yu Gothic"/>
                <a:ea typeface="Yu Gothic"/>
                <a:cs typeface="Yu Gothic"/>
              </a:defRPr>
            </a:lvl8pPr>
            <a:lvl9pPr algn="l">
              <a:defRPr sz="3825" b="1">
                <a:solidFill>
                  <a:srgbClr val="142B3B"/>
                </a:solidFill>
                <a:latin typeface="Yu Gothic"/>
                <a:ea typeface="Yu Gothic"/>
                <a:cs typeface="Yu Gothic"/>
              </a:defRPr>
            </a:lvl9pPr>
          </a:lstStyle>
          <a:p xmlns:a="http://schemas.openxmlformats.org/drawingml/2006/main">
            <a:pPr algn="l">
              <a:defRPr sz="3825" b="1">
                <a:solidFill>
                  <a:srgbClr val="142B3B"/>
                </a:solidFill>
                <a:latin typeface="Yu Gothic"/>
                <a:ea typeface="Yu Gothic"/>
                <a:cs typeface="Yu Gothic"/>
              </a:defRPr>
            </a:pPr>
            <a:r>
              <a:rPr sz="3825" b="1">
                <a:solidFill>
                  <a:srgbClr val="142B3B"/>
                </a:solidFill>
                <a:latin typeface="Yu Gothic"/>
                <a:ea typeface="Yu Gothic"/>
                <a:cs typeface="Yu Gothic"/>
              </a:rPr>
              <a:t>45,211件</a:t>
            </a:r>
          </a:p>
        </p:txBody>
      </p:sp>
      <p:sp>
        <p:nvSpPr>
          <p:cNvPr id="7" name="">
            <a:extLst xmlns:a="http://schemas.openxmlformats.org/drawingml/2006/main">
              <a:ext uri="{FF2B5EF4-FFF2-40B4-BE49-F238E27FC236}">
                <a16:creationId xmlns:a16="http://schemas.microsoft.com/office/drawing/2014/main" id="{AA819B08-B101-4813-A28E-B50AB6E46B80}"/>
              </a:ext>
            </a:extLst>
          </p:cNvPr>
          <p:cNvSpPr>
            <a:spLocks xmlns:a="http://schemas.openxmlformats.org/drawingml/2006/main" noGrp="1"/>
          </p:cNvSpPr>
          <p:nvPr/>
        </p:nvSpPr>
        <p:spPr>
          <a:xfrm xmlns:a="http://schemas.openxmlformats.org/drawingml/2006/main">
            <a:off x="723900" y="28956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D66B57"/>
                </a:solidFill>
                <a:latin typeface="Yu Gothic"/>
                <a:ea typeface="Yu Gothic"/>
                <a:cs typeface="Yu Gothic"/>
              </a:defRPr>
            </a:defPPr>
            <a:lvl1pPr algn="l">
              <a:defRPr sz="1350" b="1">
                <a:solidFill>
                  <a:srgbClr val="D66B57"/>
                </a:solidFill>
                <a:latin typeface="Yu Gothic"/>
                <a:ea typeface="Yu Gothic"/>
                <a:cs typeface="Yu Gothic"/>
              </a:defRPr>
            </a:lvl1pPr>
            <a:lvl2pPr algn="l">
              <a:defRPr sz="1350" b="1">
                <a:solidFill>
                  <a:srgbClr val="D66B57"/>
                </a:solidFill>
                <a:latin typeface="Yu Gothic"/>
                <a:ea typeface="Yu Gothic"/>
                <a:cs typeface="Yu Gothic"/>
              </a:defRPr>
            </a:lvl2pPr>
            <a:lvl3pPr algn="l">
              <a:defRPr sz="1350" b="1">
                <a:solidFill>
                  <a:srgbClr val="D66B57"/>
                </a:solidFill>
                <a:latin typeface="Yu Gothic"/>
                <a:ea typeface="Yu Gothic"/>
                <a:cs typeface="Yu Gothic"/>
              </a:defRPr>
            </a:lvl3pPr>
            <a:lvl4pPr algn="l">
              <a:defRPr sz="1350" b="1">
                <a:solidFill>
                  <a:srgbClr val="D66B57"/>
                </a:solidFill>
                <a:latin typeface="Yu Gothic"/>
                <a:ea typeface="Yu Gothic"/>
                <a:cs typeface="Yu Gothic"/>
              </a:defRPr>
            </a:lvl4pPr>
            <a:lvl5pPr algn="l">
              <a:defRPr sz="1350" b="1">
                <a:solidFill>
                  <a:srgbClr val="D66B57"/>
                </a:solidFill>
                <a:latin typeface="Yu Gothic"/>
                <a:ea typeface="Yu Gothic"/>
                <a:cs typeface="Yu Gothic"/>
              </a:defRPr>
            </a:lvl5pPr>
            <a:lvl6pPr algn="l">
              <a:defRPr sz="1350" b="1">
                <a:solidFill>
                  <a:srgbClr val="D66B57"/>
                </a:solidFill>
                <a:latin typeface="Yu Gothic"/>
                <a:ea typeface="Yu Gothic"/>
                <a:cs typeface="Yu Gothic"/>
              </a:defRPr>
            </a:lvl6pPr>
            <a:lvl7pPr algn="l">
              <a:defRPr sz="1350" b="1">
                <a:solidFill>
                  <a:srgbClr val="D66B57"/>
                </a:solidFill>
                <a:latin typeface="Yu Gothic"/>
                <a:ea typeface="Yu Gothic"/>
                <a:cs typeface="Yu Gothic"/>
              </a:defRPr>
            </a:lvl7pPr>
            <a:lvl8pPr algn="l">
              <a:defRPr sz="1350" b="1">
                <a:solidFill>
                  <a:srgbClr val="D66B57"/>
                </a:solidFill>
                <a:latin typeface="Yu Gothic"/>
                <a:ea typeface="Yu Gothic"/>
                <a:cs typeface="Yu Gothic"/>
              </a:defRPr>
            </a:lvl8pPr>
            <a:lvl9pPr algn="l">
              <a:defRPr sz="1350" b="1">
                <a:solidFill>
                  <a:srgbClr val="D66B57"/>
                </a:solidFill>
                <a:latin typeface="Yu Gothic"/>
                <a:ea typeface="Yu Gothic"/>
                <a:cs typeface="Yu Gothic"/>
              </a:defRPr>
            </a:lvl9pPr>
          </a:lstStyle>
          <a:p xmlns:a="http://schemas.openxmlformats.org/drawingml/2006/main">
            <a:pPr algn="l">
              <a:defRPr sz="1350" b="1">
                <a:solidFill>
                  <a:srgbClr val="D66B57"/>
                </a:solidFill>
                <a:latin typeface="Yu Gothic"/>
                <a:ea typeface="Yu Gothic"/>
                <a:cs typeface="Yu Gothic"/>
              </a:defRPr>
            </a:pPr>
            <a:r>
              <a:rPr sz="1350" b="1">
                <a:solidFill>
                  <a:srgbClr val="D66B57"/>
                </a:solidFill>
                <a:latin typeface="Yu Gothic"/>
                <a:ea typeface="Yu Gothic"/>
                <a:cs typeface="Yu Gothic"/>
              </a:rPr>
              <a:t>申し込みあり</a:t>
            </a:r>
          </a:p>
        </p:txBody>
      </p:sp>
      <p:sp>
        <p:nvSpPr>
          <p:cNvPr id="8" name="">
            <a:extLst xmlns:a="http://schemas.openxmlformats.org/drawingml/2006/main">
              <a:ext uri="{FF2B5EF4-FFF2-40B4-BE49-F238E27FC236}">
                <a16:creationId xmlns:a16="http://schemas.microsoft.com/office/drawing/2014/main" id="{0DBAE7FE-6AE3-4F4C-972C-F12A186FBC1B}"/>
              </a:ext>
            </a:extLst>
          </p:cNvPr>
          <p:cNvSpPr>
            <a:spLocks xmlns:a="http://schemas.openxmlformats.org/drawingml/2006/main" noGrp="1"/>
          </p:cNvSpPr>
          <p:nvPr/>
        </p:nvSpPr>
        <p:spPr>
          <a:xfrm xmlns:a="http://schemas.openxmlformats.org/drawingml/2006/main">
            <a:off x="723900" y="3238500"/>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75" b="1">
                <a:solidFill>
                  <a:srgbClr val="D66B57"/>
                </a:solidFill>
                <a:latin typeface="Yu Gothic"/>
                <a:ea typeface="Yu Gothic"/>
                <a:cs typeface="Yu Gothic"/>
              </a:defRPr>
            </a:defPPr>
            <a:lvl1pPr algn="l">
              <a:defRPr sz="2175" b="1">
                <a:solidFill>
                  <a:srgbClr val="D66B57"/>
                </a:solidFill>
                <a:latin typeface="Yu Gothic"/>
                <a:ea typeface="Yu Gothic"/>
                <a:cs typeface="Yu Gothic"/>
              </a:defRPr>
            </a:lvl1pPr>
            <a:lvl2pPr algn="l">
              <a:defRPr sz="2175" b="1">
                <a:solidFill>
                  <a:srgbClr val="D66B57"/>
                </a:solidFill>
                <a:latin typeface="Yu Gothic"/>
                <a:ea typeface="Yu Gothic"/>
                <a:cs typeface="Yu Gothic"/>
              </a:defRPr>
            </a:lvl2pPr>
            <a:lvl3pPr algn="l">
              <a:defRPr sz="2175" b="1">
                <a:solidFill>
                  <a:srgbClr val="D66B57"/>
                </a:solidFill>
                <a:latin typeface="Yu Gothic"/>
                <a:ea typeface="Yu Gothic"/>
                <a:cs typeface="Yu Gothic"/>
              </a:defRPr>
            </a:lvl3pPr>
            <a:lvl4pPr algn="l">
              <a:defRPr sz="2175" b="1">
                <a:solidFill>
                  <a:srgbClr val="D66B57"/>
                </a:solidFill>
                <a:latin typeface="Yu Gothic"/>
                <a:ea typeface="Yu Gothic"/>
                <a:cs typeface="Yu Gothic"/>
              </a:defRPr>
            </a:lvl4pPr>
            <a:lvl5pPr algn="l">
              <a:defRPr sz="2175" b="1">
                <a:solidFill>
                  <a:srgbClr val="D66B57"/>
                </a:solidFill>
                <a:latin typeface="Yu Gothic"/>
                <a:ea typeface="Yu Gothic"/>
                <a:cs typeface="Yu Gothic"/>
              </a:defRPr>
            </a:lvl5pPr>
            <a:lvl6pPr algn="l">
              <a:defRPr sz="2175" b="1">
                <a:solidFill>
                  <a:srgbClr val="D66B57"/>
                </a:solidFill>
                <a:latin typeface="Yu Gothic"/>
                <a:ea typeface="Yu Gothic"/>
                <a:cs typeface="Yu Gothic"/>
              </a:defRPr>
            </a:lvl6pPr>
            <a:lvl7pPr algn="l">
              <a:defRPr sz="2175" b="1">
                <a:solidFill>
                  <a:srgbClr val="D66B57"/>
                </a:solidFill>
                <a:latin typeface="Yu Gothic"/>
                <a:ea typeface="Yu Gothic"/>
                <a:cs typeface="Yu Gothic"/>
              </a:defRPr>
            </a:lvl7pPr>
            <a:lvl8pPr algn="l">
              <a:defRPr sz="2175" b="1">
                <a:solidFill>
                  <a:srgbClr val="D66B57"/>
                </a:solidFill>
                <a:latin typeface="Yu Gothic"/>
                <a:ea typeface="Yu Gothic"/>
                <a:cs typeface="Yu Gothic"/>
              </a:defRPr>
            </a:lvl8pPr>
            <a:lvl9pPr algn="l">
              <a:defRPr sz="2175" b="1">
                <a:solidFill>
                  <a:srgbClr val="D66B57"/>
                </a:solidFill>
                <a:latin typeface="Yu Gothic"/>
                <a:ea typeface="Yu Gothic"/>
                <a:cs typeface="Yu Gothic"/>
              </a:defRPr>
            </a:lvl9pPr>
          </a:lstStyle>
          <a:p xmlns:a="http://schemas.openxmlformats.org/drawingml/2006/main">
            <a:pPr algn="l">
              <a:defRPr sz="2175" b="1">
                <a:solidFill>
                  <a:srgbClr val="D66B57"/>
                </a:solidFill>
                <a:latin typeface="Yu Gothic"/>
                <a:ea typeface="Yu Gothic"/>
                <a:cs typeface="Yu Gothic"/>
              </a:defRPr>
            </a:pPr>
            <a:r>
              <a:rPr sz="2175" b="1">
                <a:solidFill>
                  <a:srgbClr val="D66B57"/>
                </a:solidFill>
                <a:latin typeface="Yu Gothic"/>
                <a:ea typeface="Yu Gothic"/>
                <a:cs typeface="Yu Gothic"/>
              </a:rPr>
              <a:t>5,289件｜11.7%</a:t>
            </a:r>
          </a:p>
        </p:txBody>
      </p:sp>
      <p:sp>
        <p:nvSpPr>
          <p:cNvPr id="9" name="">
            <a:extLst xmlns:a="http://schemas.openxmlformats.org/drawingml/2006/main">
              <a:ext uri="{FF2B5EF4-FFF2-40B4-BE49-F238E27FC236}">
                <a16:creationId xmlns:a16="http://schemas.microsoft.com/office/drawing/2014/main" id="{45B85047-7285-43ED-92A8-395DE3ECAD9B}"/>
              </a:ext>
            </a:extLst>
          </p:cNvPr>
          <p:cNvSpPr>
            <a:spLocks xmlns:a="http://schemas.openxmlformats.org/drawingml/2006/main" noGrp="1"/>
          </p:cNvSpPr>
          <p:nvPr/>
        </p:nvSpPr>
        <p:spPr>
          <a:xfrm xmlns:a="http://schemas.openxmlformats.org/drawingml/2006/main">
            <a:off x="4191000" y="28956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163A50"/>
                </a:solidFill>
                <a:latin typeface="Yu Gothic"/>
                <a:ea typeface="Yu Gothic"/>
                <a:cs typeface="Yu Gothic"/>
              </a:defRPr>
            </a:defPPr>
            <a:lvl1pPr algn="l">
              <a:defRPr sz="1350" b="1">
                <a:solidFill>
                  <a:srgbClr val="163A50"/>
                </a:solidFill>
                <a:latin typeface="Yu Gothic"/>
                <a:ea typeface="Yu Gothic"/>
                <a:cs typeface="Yu Gothic"/>
              </a:defRPr>
            </a:lvl1pPr>
            <a:lvl2pPr algn="l">
              <a:defRPr sz="1350" b="1">
                <a:solidFill>
                  <a:srgbClr val="163A50"/>
                </a:solidFill>
                <a:latin typeface="Yu Gothic"/>
                <a:ea typeface="Yu Gothic"/>
                <a:cs typeface="Yu Gothic"/>
              </a:defRPr>
            </a:lvl2pPr>
            <a:lvl3pPr algn="l">
              <a:defRPr sz="1350" b="1">
                <a:solidFill>
                  <a:srgbClr val="163A50"/>
                </a:solidFill>
                <a:latin typeface="Yu Gothic"/>
                <a:ea typeface="Yu Gothic"/>
                <a:cs typeface="Yu Gothic"/>
              </a:defRPr>
            </a:lvl3pPr>
            <a:lvl4pPr algn="l">
              <a:defRPr sz="1350" b="1">
                <a:solidFill>
                  <a:srgbClr val="163A50"/>
                </a:solidFill>
                <a:latin typeface="Yu Gothic"/>
                <a:ea typeface="Yu Gothic"/>
                <a:cs typeface="Yu Gothic"/>
              </a:defRPr>
            </a:lvl4pPr>
            <a:lvl5pPr algn="l">
              <a:defRPr sz="1350" b="1">
                <a:solidFill>
                  <a:srgbClr val="163A50"/>
                </a:solidFill>
                <a:latin typeface="Yu Gothic"/>
                <a:ea typeface="Yu Gothic"/>
                <a:cs typeface="Yu Gothic"/>
              </a:defRPr>
            </a:lvl5pPr>
            <a:lvl6pPr algn="l">
              <a:defRPr sz="1350" b="1">
                <a:solidFill>
                  <a:srgbClr val="163A50"/>
                </a:solidFill>
                <a:latin typeface="Yu Gothic"/>
                <a:ea typeface="Yu Gothic"/>
                <a:cs typeface="Yu Gothic"/>
              </a:defRPr>
            </a:lvl6pPr>
            <a:lvl7pPr algn="l">
              <a:defRPr sz="1350" b="1">
                <a:solidFill>
                  <a:srgbClr val="163A50"/>
                </a:solidFill>
                <a:latin typeface="Yu Gothic"/>
                <a:ea typeface="Yu Gothic"/>
                <a:cs typeface="Yu Gothic"/>
              </a:defRPr>
            </a:lvl7pPr>
            <a:lvl8pPr algn="l">
              <a:defRPr sz="1350" b="1">
                <a:solidFill>
                  <a:srgbClr val="163A50"/>
                </a:solidFill>
                <a:latin typeface="Yu Gothic"/>
                <a:ea typeface="Yu Gothic"/>
                <a:cs typeface="Yu Gothic"/>
              </a:defRPr>
            </a:lvl8pPr>
            <a:lvl9pPr algn="l">
              <a:defRPr sz="1350" b="1">
                <a:solidFill>
                  <a:srgbClr val="163A50"/>
                </a:solidFill>
                <a:latin typeface="Yu Gothic"/>
                <a:ea typeface="Yu Gothic"/>
                <a:cs typeface="Yu Gothic"/>
              </a:defRPr>
            </a:lvl9pPr>
          </a:lstStyle>
          <a:p xmlns:a="http://schemas.openxmlformats.org/drawingml/2006/main">
            <a:pPr algn="l">
              <a:defRPr sz="1350" b="1">
                <a:solidFill>
                  <a:srgbClr val="163A50"/>
                </a:solidFill>
                <a:latin typeface="Yu Gothic"/>
                <a:ea typeface="Yu Gothic"/>
                <a:cs typeface="Yu Gothic"/>
              </a:defRPr>
            </a:pPr>
            <a:r>
              <a:rPr sz="1350" b="1">
                <a:solidFill>
                  <a:srgbClr val="163A50"/>
                </a:solidFill>
                <a:latin typeface="Yu Gothic"/>
                <a:ea typeface="Yu Gothic"/>
                <a:cs typeface="Yu Gothic"/>
              </a:rPr>
              <a:t>申し込みなし</a:t>
            </a:r>
          </a:p>
        </p:txBody>
      </p:sp>
      <p:sp>
        <p:nvSpPr>
          <p:cNvPr id="10" name="">
            <a:extLst xmlns:a="http://schemas.openxmlformats.org/drawingml/2006/main">
              <a:ext uri="{FF2B5EF4-FFF2-40B4-BE49-F238E27FC236}">
                <a16:creationId xmlns:a16="http://schemas.microsoft.com/office/drawing/2014/main" id="{6BEF7B8D-6D28-49DD-9CE1-BECD856D8394}"/>
              </a:ext>
            </a:extLst>
          </p:cNvPr>
          <p:cNvSpPr>
            <a:spLocks xmlns:a="http://schemas.openxmlformats.org/drawingml/2006/main" noGrp="1"/>
          </p:cNvSpPr>
          <p:nvPr/>
        </p:nvSpPr>
        <p:spPr>
          <a:xfrm xmlns:a="http://schemas.openxmlformats.org/drawingml/2006/main">
            <a:off x="4191000" y="323850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75" b="1">
                <a:solidFill>
                  <a:srgbClr val="163A50"/>
                </a:solidFill>
                <a:latin typeface="Yu Gothic"/>
                <a:ea typeface="Yu Gothic"/>
                <a:cs typeface="Yu Gothic"/>
              </a:defRPr>
            </a:defPPr>
            <a:lvl1pPr algn="l">
              <a:defRPr sz="2175" b="1">
                <a:solidFill>
                  <a:srgbClr val="163A50"/>
                </a:solidFill>
                <a:latin typeface="Yu Gothic"/>
                <a:ea typeface="Yu Gothic"/>
                <a:cs typeface="Yu Gothic"/>
              </a:defRPr>
            </a:lvl1pPr>
            <a:lvl2pPr algn="l">
              <a:defRPr sz="2175" b="1">
                <a:solidFill>
                  <a:srgbClr val="163A50"/>
                </a:solidFill>
                <a:latin typeface="Yu Gothic"/>
                <a:ea typeface="Yu Gothic"/>
                <a:cs typeface="Yu Gothic"/>
              </a:defRPr>
            </a:lvl2pPr>
            <a:lvl3pPr algn="l">
              <a:defRPr sz="2175" b="1">
                <a:solidFill>
                  <a:srgbClr val="163A50"/>
                </a:solidFill>
                <a:latin typeface="Yu Gothic"/>
                <a:ea typeface="Yu Gothic"/>
                <a:cs typeface="Yu Gothic"/>
              </a:defRPr>
            </a:lvl3pPr>
            <a:lvl4pPr algn="l">
              <a:defRPr sz="2175" b="1">
                <a:solidFill>
                  <a:srgbClr val="163A50"/>
                </a:solidFill>
                <a:latin typeface="Yu Gothic"/>
                <a:ea typeface="Yu Gothic"/>
                <a:cs typeface="Yu Gothic"/>
              </a:defRPr>
            </a:lvl4pPr>
            <a:lvl5pPr algn="l">
              <a:defRPr sz="2175" b="1">
                <a:solidFill>
                  <a:srgbClr val="163A50"/>
                </a:solidFill>
                <a:latin typeface="Yu Gothic"/>
                <a:ea typeface="Yu Gothic"/>
                <a:cs typeface="Yu Gothic"/>
              </a:defRPr>
            </a:lvl5pPr>
            <a:lvl6pPr algn="l">
              <a:defRPr sz="2175" b="1">
                <a:solidFill>
                  <a:srgbClr val="163A50"/>
                </a:solidFill>
                <a:latin typeface="Yu Gothic"/>
                <a:ea typeface="Yu Gothic"/>
                <a:cs typeface="Yu Gothic"/>
              </a:defRPr>
            </a:lvl6pPr>
            <a:lvl7pPr algn="l">
              <a:defRPr sz="2175" b="1">
                <a:solidFill>
                  <a:srgbClr val="163A50"/>
                </a:solidFill>
                <a:latin typeface="Yu Gothic"/>
                <a:ea typeface="Yu Gothic"/>
                <a:cs typeface="Yu Gothic"/>
              </a:defRPr>
            </a:lvl7pPr>
            <a:lvl8pPr algn="l">
              <a:defRPr sz="2175" b="1">
                <a:solidFill>
                  <a:srgbClr val="163A50"/>
                </a:solidFill>
                <a:latin typeface="Yu Gothic"/>
                <a:ea typeface="Yu Gothic"/>
                <a:cs typeface="Yu Gothic"/>
              </a:defRPr>
            </a:lvl8pPr>
            <a:lvl9pPr algn="l">
              <a:defRPr sz="2175" b="1">
                <a:solidFill>
                  <a:srgbClr val="163A50"/>
                </a:solidFill>
                <a:latin typeface="Yu Gothic"/>
                <a:ea typeface="Yu Gothic"/>
                <a:cs typeface="Yu Gothic"/>
              </a:defRPr>
            </a:lvl9pPr>
          </a:lstStyle>
          <a:p xmlns:a="http://schemas.openxmlformats.org/drawingml/2006/main">
            <a:pPr algn="l">
              <a:defRPr sz="2175" b="1">
                <a:solidFill>
                  <a:srgbClr val="163A50"/>
                </a:solidFill>
                <a:latin typeface="Yu Gothic"/>
                <a:ea typeface="Yu Gothic"/>
                <a:cs typeface="Yu Gothic"/>
              </a:defRPr>
            </a:pPr>
            <a:r>
              <a:rPr sz="2175" b="1">
                <a:solidFill>
                  <a:srgbClr val="163A50"/>
                </a:solidFill>
                <a:latin typeface="Yu Gothic"/>
                <a:ea typeface="Yu Gothic"/>
                <a:cs typeface="Yu Gothic"/>
              </a:rPr>
              <a:t>39,922件｜88.3%</a:t>
            </a:r>
          </a:p>
        </p:txBody>
      </p:sp>
      <p:sp>
        <p:nvSpPr>
          <p:cNvPr id="11" name="">
            <a:extLst xmlns:a="http://schemas.openxmlformats.org/drawingml/2006/main">
              <a:ext uri="{FF2B5EF4-FFF2-40B4-BE49-F238E27FC236}">
                <a16:creationId xmlns:a16="http://schemas.microsoft.com/office/drawing/2014/main" id="{1682E48A-89F2-4566-A00D-6BBE29C69D5A}"/>
              </a:ext>
            </a:extLst>
          </p:cNvPr>
          <p:cNvSpPr>
            <a:spLocks xmlns:a="http://schemas.openxmlformats.org/drawingml/2006/main" noGrp="1"/>
          </p:cNvSpPr>
          <p:nvPr/>
        </p:nvSpPr>
        <p:spPr>
          <a:xfrm xmlns:a="http://schemas.openxmlformats.org/drawingml/2006/main">
            <a:off x="723900" y="3914775"/>
            <a:ext cx="6667500" cy="342900"/>
          </a:xfrm>
          <a:prstGeom xmlns:a="http://schemas.openxmlformats.org/drawingml/2006/main" prst="rect">
            <a:avLst/>
          </a:prstGeom>
          <a:solidFill xmlns:a="http://schemas.openxmlformats.org/drawingml/2006/main">
            <a:srgbClr val="D9E0E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8B528F0-B82F-41C5-ACCD-140BF5469CDD}"/>
              </a:ext>
            </a:extLst>
          </p:cNvPr>
          <p:cNvSpPr>
            <a:spLocks xmlns:a="http://schemas.openxmlformats.org/drawingml/2006/main" noGrp="1"/>
          </p:cNvSpPr>
          <p:nvPr/>
        </p:nvSpPr>
        <p:spPr>
          <a:xfrm xmlns:a="http://schemas.openxmlformats.org/drawingml/2006/main">
            <a:off x="723900" y="3914775"/>
            <a:ext cx="781050" cy="342900"/>
          </a:xfrm>
          <a:prstGeom xmlns:a="http://schemas.openxmlformats.org/drawingml/2006/main" prst="rect">
            <a:avLst/>
          </a:prstGeom>
          <a:solidFill xmlns:a="http://schemas.openxmlformats.org/drawingml/2006/main">
            <a:srgbClr val="D66B5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F9616C5-8490-451B-BD3E-E4FE36B81BA4}"/>
              </a:ext>
            </a:extLst>
          </p:cNvPr>
          <p:cNvSpPr>
            <a:spLocks xmlns:a="http://schemas.openxmlformats.org/drawingml/2006/main" noGrp="1"/>
          </p:cNvSpPr>
          <p:nvPr/>
        </p:nvSpPr>
        <p:spPr>
          <a:xfrm xmlns:a="http://schemas.openxmlformats.org/drawingml/2006/main">
            <a:off x="723900" y="4314825"/>
            <a:ext cx="180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D66B57"/>
                </a:solidFill>
                <a:latin typeface="Yu Gothic"/>
                <a:ea typeface="Yu Gothic"/>
                <a:cs typeface="Yu Gothic"/>
              </a:defRPr>
            </a:defPPr>
            <a:lvl1pPr algn="l">
              <a:defRPr sz="1200" b="1">
                <a:solidFill>
                  <a:srgbClr val="D66B57"/>
                </a:solidFill>
                <a:latin typeface="Yu Gothic"/>
                <a:ea typeface="Yu Gothic"/>
                <a:cs typeface="Yu Gothic"/>
              </a:defRPr>
            </a:lvl1pPr>
            <a:lvl2pPr algn="l">
              <a:defRPr sz="1200" b="1">
                <a:solidFill>
                  <a:srgbClr val="D66B57"/>
                </a:solidFill>
                <a:latin typeface="Yu Gothic"/>
                <a:ea typeface="Yu Gothic"/>
                <a:cs typeface="Yu Gothic"/>
              </a:defRPr>
            </a:lvl2pPr>
            <a:lvl3pPr algn="l">
              <a:defRPr sz="1200" b="1">
                <a:solidFill>
                  <a:srgbClr val="D66B57"/>
                </a:solidFill>
                <a:latin typeface="Yu Gothic"/>
                <a:ea typeface="Yu Gothic"/>
                <a:cs typeface="Yu Gothic"/>
              </a:defRPr>
            </a:lvl3pPr>
            <a:lvl4pPr algn="l">
              <a:defRPr sz="1200" b="1">
                <a:solidFill>
                  <a:srgbClr val="D66B57"/>
                </a:solidFill>
                <a:latin typeface="Yu Gothic"/>
                <a:ea typeface="Yu Gothic"/>
                <a:cs typeface="Yu Gothic"/>
              </a:defRPr>
            </a:lvl4pPr>
            <a:lvl5pPr algn="l">
              <a:defRPr sz="1200" b="1">
                <a:solidFill>
                  <a:srgbClr val="D66B57"/>
                </a:solidFill>
                <a:latin typeface="Yu Gothic"/>
                <a:ea typeface="Yu Gothic"/>
                <a:cs typeface="Yu Gothic"/>
              </a:defRPr>
            </a:lvl5pPr>
            <a:lvl6pPr algn="l">
              <a:defRPr sz="1200" b="1">
                <a:solidFill>
                  <a:srgbClr val="D66B57"/>
                </a:solidFill>
                <a:latin typeface="Yu Gothic"/>
                <a:ea typeface="Yu Gothic"/>
                <a:cs typeface="Yu Gothic"/>
              </a:defRPr>
            </a:lvl6pPr>
            <a:lvl7pPr algn="l">
              <a:defRPr sz="1200" b="1">
                <a:solidFill>
                  <a:srgbClr val="D66B57"/>
                </a:solidFill>
                <a:latin typeface="Yu Gothic"/>
                <a:ea typeface="Yu Gothic"/>
                <a:cs typeface="Yu Gothic"/>
              </a:defRPr>
            </a:lvl7pPr>
            <a:lvl8pPr algn="l">
              <a:defRPr sz="1200" b="1">
                <a:solidFill>
                  <a:srgbClr val="D66B57"/>
                </a:solidFill>
                <a:latin typeface="Yu Gothic"/>
                <a:ea typeface="Yu Gothic"/>
                <a:cs typeface="Yu Gothic"/>
              </a:defRPr>
            </a:lvl8pPr>
            <a:lvl9pPr algn="l">
              <a:defRPr sz="1200" b="1">
                <a:solidFill>
                  <a:srgbClr val="D66B57"/>
                </a:solidFill>
                <a:latin typeface="Yu Gothic"/>
                <a:ea typeface="Yu Gothic"/>
                <a:cs typeface="Yu Gothic"/>
              </a:defRPr>
            </a:lvl9pPr>
          </a:lstStyle>
          <a:p xmlns:a="http://schemas.openxmlformats.org/drawingml/2006/main">
            <a:pPr algn="l">
              <a:defRPr sz="1200" b="1">
                <a:solidFill>
                  <a:srgbClr val="D66B57"/>
                </a:solidFill>
                <a:latin typeface="Yu Gothic"/>
                <a:ea typeface="Yu Gothic"/>
                <a:cs typeface="Yu Gothic"/>
              </a:defRPr>
            </a:pPr>
            <a:r>
              <a:rPr sz="1200" b="1">
                <a:solidFill>
                  <a:srgbClr val="D66B57"/>
                </a:solidFill>
                <a:latin typeface="Yu Gothic"/>
                <a:ea typeface="Yu Gothic"/>
                <a:cs typeface="Yu Gothic"/>
              </a:rPr>
              <a:t>申し込みあり</a:t>
            </a:r>
          </a:p>
        </p:txBody>
      </p:sp>
      <p:sp>
        <p:nvSpPr>
          <p:cNvPr id="14" name="">
            <a:extLst xmlns:a="http://schemas.openxmlformats.org/drawingml/2006/main">
              <a:ext uri="{FF2B5EF4-FFF2-40B4-BE49-F238E27FC236}">
                <a16:creationId xmlns:a16="http://schemas.microsoft.com/office/drawing/2014/main" id="{94D75AAA-B143-40F0-AB72-A34AB9BFC5D3}"/>
              </a:ext>
            </a:extLst>
          </p:cNvPr>
          <p:cNvSpPr>
            <a:spLocks xmlns:a="http://schemas.openxmlformats.org/drawingml/2006/main" noGrp="1"/>
          </p:cNvSpPr>
          <p:nvPr/>
        </p:nvSpPr>
        <p:spPr>
          <a:xfrm xmlns:a="http://schemas.openxmlformats.org/drawingml/2006/main">
            <a:off x="5610225" y="4314825"/>
            <a:ext cx="1771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00" b="1">
                <a:solidFill>
                  <a:srgbClr val="5B6D76"/>
                </a:solidFill>
                <a:latin typeface="Yu Gothic"/>
                <a:ea typeface="Yu Gothic"/>
                <a:cs typeface="Yu Gothic"/>
              </a:defRPr>
            </a:defPPr>
            <a:lvl1pPr algn="r">
              <a:defRPr sz="1200" b="1">
                <a:solidFill>
                  <a:srgbClr val="5B6D76"/>
                </a:solidFill>
                <a:latin typeface="Yu Gothic"/>
                <a:ea typeface="Yu Gothic"/>
                <a:cs typeface="Yu Gothic"/>
              </a:defRPr>
            </a:lvl1pPr>
            <a:lvl2pPr algn="r">
              <a:defRPr sz="1200" b="1">
                <a:solidFill>
                  <a:srgbClr val="5B6D76"/>
                </a:solidFill>
                <a:latin typeface="Yu Gothic"/>
                <a:ea typeface="Yu Gothic"/>
                <a:cs typeface="Yu Gothic"/>
              </a:defRPr>
            </a:lvl2pPr>
            <a:lvl3pPr algn="r">
              <a:defRPr sz="1200" b="1">
                <a:solidFill>
                  <a:srgbClr val="5B6D76"/>
                </a:solidFill>
                <a:latin typeface="Yu Gothic"/>
                <a:ea typeface="Yu Gothic"/>
                <a:cs typeface="Yu Gothic"/>
              </a:defRPr>
            </a:lvl3pPr>
            <a:lvl4pPr algn="r">
              <a:defRPr sz="1200" b="1">
                <a:solidFill>
                  <a:srgbClr val="5B6D76"/>
                </a:solidFill>
                <a:latin typeface="Yu Gothic"/>
                <a:ea typeface="Yu Gothic"/>
                <a:cs typeface="Yu Gothic"/>
              </a:defRPr>
            </a:lvl4pPr>
            <a:lvl5pPr algn="r">
              <a:defRPr sz="1200" b="1">
                <a:solidFill>
                  <a:srgbClr val="5B6D76"/>
                </a:solidFill>
                <a:latin typeface="Yu Gothic"/>
                <a:ea typeface="Yu Gothic"/>
                <a:cs typeface="Yu Gothic"/>
              </a:defRPr>
            </a:lvl5pPr>
            <a:lvl6pPr algn="r">
              <a:defRPr sz="1200" b="1">
                <a:solidFill>
                  <a:srgbClr val="5B6D76"/>
                </a:solidFill>
                <a:latin typeface="Yu Gothic"/>
                <a:ea typeface="Yu Gothic"/>
                <a:cs typeface="Yu Gothic"/>
              </a:defRPr>
            </a:lvl6pPr>
            <a:lvl7pPr algn="r">
              <a:defRPr sz="1200" b="1">
                <a:solidFill>
                  <a:srgbClr val="5B6D76"/>
                </a:solidFill>
                <a:latin typeface="Yu Gothic"/>
                <a:ea typeface="Yu Gothic"/>
                <a:cs typeface="Yu Gothic"/>
              </a:defRPr>
            </a:lvl7pPr>
            <a:lvl8pPr algn="r">
              <a:defRPr sz="1200" b="1">
                <a:solidFill>
                  <a:srgbClr val="5B6D76"/>
                </a:solidFill>
                <a:latin typeface="Yu Gothic"/>
                <a:ea typeface="Yu Gothic"/>
                <a:cs typeface="Yu Gothic"/>
              </a:defRPr>
            </a:lvl8pPr>
            <a:lvl9pPr algn="r">
              <a:defRPr sz="1200" b="1">
                <a:solidFill>
                  <a:srgbClr val="5B6D76"/>
                </a:solidFill>
                <a:latin typeface="Yu Gothic"/>
                <a:ea typeface="Yu Gothic"/>
                <a:cs typeface="Yu Gothic"/>
              </a:defRPr>
            </a:lvl9pPr>
          </a:lstStyle>
          <a:p xmlns:a="http://schemas.openxmlformats.org/drawingml/2006/main">
            <a:pPr algn="r">
              <a:defRPr sz="1200" b="1">
                <a:solidFill>
                  <a:srgbClr val="5B6D76"/>
                </a:solidFill>
                <a:latin typeface="Yu Gothic"/>
                <a:ea typeface="Yu Gothic"/>
                <a:cs typeface="Yu Gothic"/>
              </a:defRPr>
            </a:pPr>
            <a:r>
              <a:rPr sz="1200" b="1">
                <a:solidFill>
                  <a:srgbClr val="5B6D76"/>
                </a:solidFill>
                <a:latin typeface="Yu Gothic"/>
                <a:ea typeface="Yu Gothic"/>
                <a:cs typeface="Yu Gothic"/>
              </a:rPr>
              <a:t>申し込みなし</a:t>
            </a:r>
          </a:p>
        </p:txBody>
      </p:sp>
      <p:sp>
        <p:nvSpPr>
          <p:cNvPr id="15" name="">
            <a:extLst xmlns:a="http://schemas.openxmlformats.org/drawingml/2006/main">
              <a:ext uri="{FF2B5EF4-FFF2-40B4-BE49-F238E27FC236}">
                <a16:creationId xmlns:a16="http://schemas.microsoft.com/office/drawing/2014/main" id="{0EE83784-2C26-499C-83EE-86B0A719BC11}"/>
              </a:ext>
            </a:extLst>
          </p:cNvPr>
          <p:cNvSpPr>
            <a:spLocks xmlns:a="http://schemas.openxmlformats.org/drawingml/2006/main" noGrp="1"/>
          </p:cNvSpPr>
          <p:nvPr/>
        </p:nvSpPr>
        <p:spPr>
          <a:xfrm xmlns:a="http://schemas.openxmlformats.org/drawingml/2006/main">
            <a:off x="7877175" y="1619250"/>
            <a:ext cx="0" cy="371475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16" name="">
            <a:extLst xmlns:a="http://schemas.openxmlformats.org/drawingml/2006/main">
              <a:ext uri="{FF2B5EF4-FFF2-40B4-BE49-F238E27FC236}">
                <a16:creationId xmlns:a16="http://schemas.microsoft.com/office/drawing/2014/main" id="{BF062062-62F5-4DE9-9D07-BA4D559E1A47}"/>
              </a:ext>
            </a:extLst>
          </p:cNvPr>
          <p:cNvSpPr>
            <a:spLocks xmlns:a="http://schemas.openxmlformats.org/drawingml/2006/main" noGrp="1"/>
          </p:cNvSpPr>
          <p:nvPr/>
        </p:nvSpPr>
        <p:spPr>
          <a:xfrm xmlns:a="http://schemas.openxmlformats.org/drawingml/2006/main">
            <a:off x="8343900" y="173355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5B6D76"/>
                </a:solidFill>
                <a:latin typeface="Yu Gothic"/>
                <a:ea typeface="Yu Gothic"/>
                <a:cs typeface="Yu Gothic"/>
              </a:defRPr>
            </a:defPPr>
            <a:lvl1pPr algn="l">
              <a:defRPr sz="1500" b="1">
                <a:solidFill>
                  <a:srgbClr val="5B6D76"/>
                </a:solidFill>
                <a:latin typeface="Yu Gothic"/>
                <a:ea typeface="Yu Gothic"/>
                <a:cs typeface="Yu Gothic"/>
              </a:defRPr>
            </a:lvl1pPr>
            <a:lvl2pPr algn="l">
              <a:defRPr sz="1500" b="1">
                <a:solidFill>
                  <a:srgbClr val="5B6D76"/>
                </a:solidFill>
                <a:latin typeface="Yu Gothic"/>
                <a:ea typeface="Yu Gothic"/>
                <a:cs typeface="Yu Gothic"/>
              </a:defRPr>
            </a:lvl2pPr>
            <a:lvl3pPr algn="l">
              <a:defRPr sz="1500" b="1">
                <a:solidFill>
                  <a:srgbClr val="5B6D76"/>
                </a:solidFill>
                <a:latin typeface="Yu Gothic"/>
                <a:ea typeface="Yu Gothic"/>
                <a:cs typeface="Yu Gothic"/>
              </a:defRPr>
            </a:lvl3pPr>
            <a:lvl4pPr algn="l">
              <a:defRPr sz="1500" b="1">
                <a:solidFill>
                  <a:srgbClr val="5B6D76"/>
                </a:solidFill>
                <a:latin typeface="Yu Gothic"/>
                <a:ea typeface="Yu Gothic"/>
                <a:cs typeface="Yu Gothic"/>
              </a:defRPr>
            </a:lvl4pPr>
            <a:lvl5pPr algn="l">
              <a:defRPr sz="1500" b="1">
                <a:solidFill>
                  <a:srgbClr val="5B6D76"/>
                </a:solidFill>
                <a:latin typeface="Yu Gothic"/>
                <a:ea typeface="Yu Gothic"/>
                <a:cs typeface="Yu Gothic"/>
              </a:defRPr>
            </a:lvl5pPr>
            <a:lvl6pPr algn="l">
              <a:defRPr sz="1500" b="1">
                <a:solidFill>
                  <a:srgbClr val="5B6D76"/>
                </a:solidFill>
                <a:latin typeface="Yu Gothic"/>
                <a:ea typeface="Yu Gothic"/>
                <a:cs typeface="Yu Gothic"/>
              </a:defRPr>
            </a:lvl6pPr>
            <a:lvl7pPr algn="l">
              <a:defRPr sz="1500" b="1">
                <a:solidFill>
                  <a:srgbClr val="5B6D76"/>
                </a:solidFill>
                <a:latin typeface="Yu Gothic"/>
                <a:ea typeface="Yu Gothic"/>
                <a:cs typeface="Yu Gothic"/>
              </a:defRPr>
            </a:lvl7pPr>
            <a:lvl8pPr algn="l">
              <a:defRPr sz="1500" b="1">
                <a:solidFill>
                  <a:srgbClr val="5B6D76"/>
                </a:solidFill>
                <a:latin typeface="Yu Gothic"/>
                <a:ea typeface="Yu Gothic"/>
                <a:cs typeface="Yu Gothic"/>
              </a:defRPr>
            </a:lvl8pPr>
            <a:lvl9pPr algn="l">
              <a:defRPr sz="1500" b="1">
                <a:solidFill>
                  <a:srgbClr val="5B6D76"/>
                </a:solidFill>
                <a:latin typeface="Yu Gothic"/>
                <a:ea typeface="Yu Gothic"/>
                <a:cs typeface="Yu Gothic"/>
              </a:defRPr>
            </a:lvl9pPr>
          </a:lstStyle>
          <a:p xmlns:a="http://schemas.openxmlformats.org/drawingml/2006/main">
            <a:pPr algn="l">
              <a:defRPr sz="1500" b="1">
                <a:solidFill>
                  <a:srgbClr val="5B6D76"/>
                </a:solidFill>
                <a:latin typeface="Yu Gothic"/>
                <a:ea typeface="Yu Gothic"/>
                <a:cs typeface="Yu Gothic"/>
              </a:defRPr>
            </a:pPr>
            <a:r>
              <a:rPr sz="1500" b="1">
                <a:solidFill>
                  <a:srgbClr val="5B6D76"/>
                </a:solidFill>
                <a:latin typeface="Yu Gothic"/>
                <a:ea typeface="Yu Gothic"/>
                <a:cs typeface="Yu Gothic"/>
              </a:rPr>
              <a:t>全員を「申し込みなし」と予測すると</a:t>
            </a:r>
          </a:p>
        </p:txBody>
      </p:sp>
      <p:sp>
        <p:nvSpPr>
          <p:cNvPr id="17" name="">
            <a:extLst xmlns:a="http://schemas.openxmlformats.org/drawingml/2006/main">
              <a:ext uri="{FF2B5EF4-FFF2-40B4-BE49-F238E27FC236}">
                <a16:creationId xmlns:a16="http://schemas.microsoft.com/office/drawing/2014/main" id="{A62BDA60-9BD4-4352-AF9E-67532C01BCBD}"/>
              </a:ext>
            </a:extLst>
          </p:cNvPr>
          <p:cNvSpPr>
            <a:spLocks xmlns:a="http://schemas.openxmlformats.org/drawingml/2006/main" noGrp="1"/>
          </p:cNvSpPr>
          <p:nvPr/>
        </p:nvSpPr>
        <p:spPr>
          <a:xfrm xmlns:a="http://schemas.openxmlformats.org/drawingml/2006/main">
            <a:off x="8343900" y="2400300"/>
            <a:ext cx="3143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325" b="1">
                <a:solidFill>
                  <a:srgbClr val="142B3B"/>
                </a:solidFill>
                <a:latin typeface="Yu Gothic"/>
                <a:ea typeface="Yu Gothic"/>
                <a:cs typeface="Yu Gothic"/>
              </a:defRPr>
            </a:defPPr>
            <a:lvl1pPr algn="l">
              <a:defRPr sz="2325" b="1">
                <a:solidFill>
                  <a:srgbClr val="142B3B"/>
                </a:solidFill>
                <a:latin typeface="Yu Gothic"/>
                <a:ea typeface="Yu Gothic"/>
                <a:cs typeface="Yu Gothic"/>
              </a:defRPr>
            </a:lvl1pPr>
            <a:lvl2pPr algn="l">
              <a:defRPr sz="2325" b="1">
                <a:solidFill>
                  <a:srgbClr val="142B3B"/>
                </a:solidFill>
                <a:latin typeface="Yu Gothic"/>
                <a:ea typeface="Yu Gothic"/>
                <a:cs typeface="Yu Gothic"/>
              </a:defRPr>
            </a:lvl2pPr>
            <a:lvl3pPr algn="l">
              <a:defRPr sz="2325" b="1">
                <a:solidFill>
                  <a:srgbClr val="142B3B"/>
                </a:solidFill>
                <a:latin typeface="Yu Gothic"/>
                <a:ea typeface="Yu Gothic"/>
                <a:cs typeface="Yu Gothic"/>
              </a:defRPr>
            </a:lvl3pPr>
            <a:lvl4pPr algn="l">
              <a:defRPr sz="2325" b="1">
                <a:solidFill>
                  <a:srgbClr val="142B3B"/>
                </a:solidFill>
                <a:latin typeface="Yu Gothic"/>
                <a:ea typeface="Yu Gothic"/>
                <a:cs typeface="Yu Gothic"/>
              </a:defRPr>
            </a:lvl4pPr>
            <a:lvl5pPr algn="l">
              <a:defRPr sz="2325" b="1">
                <a:solidFill>
                  <a:srgbClr val="142B3B"/>
                </a:solidFill>
                <a:latin typeface="Yu Gothic"/>
                <a:ea typeface="Yu Gothic"/>
                <a:cs typeface="Yu Gothic"/>
              </a:defRPr>
            </a:lvl5pPr>
            <a:lvl6pPr algn="l">
              <a:defRPr sz="2325" b="1">
                <a:solidFill>
                  <a:srgbClr val="142B3B"/>
                </a:solidFill>
                <a:latin typeface="Yu Gothic"/>
                <a:ea typeface="Yu Gothic"/>
                <a:cs typeface="Yu Gothic"/>
              </a:defRPr>
            </a:lvl6pPr>
            <a:lvl7pPr algn="l">
              <a:defRPr sz="2325" b="1">
                <a:solidFill>
                  <a:srgbClr val="142B3B"/>
                </a:solidFill>
                <a:latin typeface="Yu Gothic"/>
                <a:ea typeface="Yu Gothic"/>
                <a:cs typeface="Yu Gothic"/>
              </a:defRPr>
            </a:lvl7pPr>
            <a:lvl8pPr algn="l">
              <a:defRPr sz="2325" b="1">
                <a:solidFill>
                  <a:srgbClr val="142B3B"/>
                </a:solidFill>
                <a:latin typeface="Yu Gothic"/>
                <a:ea typeface="Yu Gothic"/>
                <a:cs typeface="Yu Gothic"/>
              </a:defRPr>
            </a:lvl8pPr>
            <a:lvl9pPr algn="l">
              <a:defRPr sz="2325" b="1">
                <a:solidFill>
                  <a:srgbClr val="142B3B"/>
                </a:solidFill>
                <a:latin typeface="Yu Gothic"/>
                <a:ea typeface="Yu Gothic"/>
                <a:cs typeface="Yu Gothic"/>
              </a:defRPr>
            </a:lvl9pPr>
          </a:lstStyle>
          <a:p xmlns:a="http://schemas.openxmlformats.org/drawingml/2006/main">
            <a:pPr algn="l">
              <a:defRPr sz="2325" b="1">
                <a:solidFill>
                  <a:srgbClr val="142B3B"/>
                </a:solidFill>
                <a:latin typeface="Yu Gothic"/>
                <a:ea typeface="Yu Gothic"/>
                <a:cs typeface="Yu Gothic"/>
              </a:defRPr>
            </a:pPr>
            <a:r>
              <a:rPr sz="2325" b="1">
                <a:solidFill>
                  <a:srgbClr val="142B3B"/>
                </a:solidFill>
                <a:latin typeface="Yu Gothic"/>
                <a:ea typeface="Yu Gothic"/>
                <a:cs typeface="Yu Gothic"/>
              </a:rPr>
              <a:t>全体の約88%は</a:t>
            </a:r>
          </a:p>
          <a:p xmlns:a="http://schemas.openxmlformats.org/drawingml/2006/main">
            <a:pPr algn="l">
              <a:defRPr sz="2325" b="1">
                <a:solidFill>
                  <a:srgbClr val="142B3B"/>
                </a:solidFill>
                <a:latin typeface="Yu Gothic"/>
                <a:ea typeface="Yu Gothic"/>
                <a:cs typeface="Yu Gothic"/>
              </a:defRPr>
            </a:pPr>
            <a:r>
              <a:rPr sz="2325" b="1">
                <a:solidFill>
                  <a:srgbClr val="142B3B"/>
                </a:solidFill>
                <a:latin typeface="Yu Gothic"/>
                <a:ea typeface="Yu Gothic"/>
                <a:cs typeface="Yu Gothic"/>
              </a:rPr>
              <a:t>当たって見える</a:t>
            </a:r>
          </a:p>
        </p:txBody>
      </p:sp>
      <p:sp>
        <p:nvSpPr>
          <p:cNvPr id="18" name="">
            <a:extLst xmlns:a="http://schemas.openxmlformats.org/drawingml/2006/main">
              <a:ext uri="{FF2B5EF4-FFF2-40B4-BE49-F238E27FC236}">
                <a16:creationId xmlns:a16="http://schemas.microsoft.com/office/drawing/2014/main" id="{AEC9C648-617E-4AF2-839E-A014277B5CFA}"/>
              </a:ext>
            </a:extLst>
          </p:cNvPr>
          <p:cNvSpPr>
            <a:spLocks xmlns:a="http://schemas.openxmlformats.org/drawingml/2006/main" noGrp="1"/>
          </p:cNvSpPr>
          <p:nvPr/>
        </p:nvSpPr>
        <p:spPr>
          <a:xfrm xmlns:a="http://schemas.openxmlformats.org/drawingml/2006/main">
            <a:off x="8343900" y="3486150"/>
            <a:ext cx="3238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75" b="1">
                <a:solidFill>
                  <a:srgbClr val="D66B57"/>
                </a:solidFill>
                <a:latin typeface="Yu Gothic"/>
                <a:ea typeface="Yu Gothic"/>
                <a:cs typeface="Yu Gothic"/>
              </a:defRPr>
            </a:defPPr>
            <a:lvl1pPr algn="l">
              <a:defRPr sz="1875" b="1">
                <a:solidFill>
                  <a:srgbClr val="D66B57"/>
                </a:solidFill>
                <a:latin typeface="Yu Gothic"/>
                <a:ea typeface="Yu Gothic"/>
                <a:cs typeface="Yu Gothic"/>
              </a:defRPr>
            </a:lvl1pPr>
            <a:lvl2pPr algn="l">
              <a:defRPr sz="1875" b="1">
                <a:solidFill>
                  <a:srgbClr val="D66B57"/>
                </a:solidFill>
                <a:latin typeface="Yu Gothic"/>
                <a:ea typeface="Yu Gothic"/>
                <a:cs typeface="Yu Gothic"/>
              </a:defRPr>
            </a:lvl2pPr>
            <a:lvl3pPr algn="l">
              <a:defRPr sz="1875" b="1">
                <a:solidFill>
                  <a:srgbClr val="D66B57"/>
                </a:solidFill>
                <a:latin typeface="Yu Gothic"/>
                <a:ea typeface="Yu Gothic"/>
                <a:cs typeface="Yu Gothic"/>
              </a:defRPr>
            </a:lvl3pPr>
            <a:lvl4pPr algn="l">
              <a:defRPr sz="1875" b="1">
                <a:solidFill>
                  <a:srgbClr val="D66B57"/>
                </a:solidFill>
                <a:latin typeface="Yu Gothic"/>
                <a:ea typeface="Yu Gothic"/>
                <a:cs typeface="Yu Gothic"/>
              </a:defRPr>
            </a:lvl4pPr>
            <a:lvl5pPr algn="l">
              <a:defRPr sz="1875" b="1">
                <a:solidFill>
                  <a:srgbClr val="D66B57"/>
                </a:solidFill>
                <a:latin typeface="Yu Gothic"/>
                <a:ea typeface="Yu Gothic"/>
                <a:cs typeface="Yu Gothic"/>
              </a:defRPr>
            </a:lvl5pPr>
            <a:lvl6pPr algn="l">
              <a:defRPr sz="1875" b="1">
                <a:solidFill>
                  <a:srgbClr val="D66B57"/>
                </a:solidFill>
                <a:latin typeface="Yu Gothic"/>
                <a:ea typeface="Yu Gothic"/>
                <a:cs typeface="Yu Gothic"/>
              </a:defRPr>
            </a:lvl6pPr>
            <a:lvl7pPr algn="l">
              <a:defRPr sz="1875" b="1">
                <a:solidFill>
                  <a:srgbClr val="D66B57"/>
                </a:solidFill>
                <a:latin typeface="Yu Gothic"/>
                <a:ea typeface="Yu Gothic"/>
                <a:cs typeface="Yu Gothic"/>
              </a:defRPr>
            </a:lvl7pPr>
            <a:lvl8pPr algn="l">
              <a:defRPr sz="1875" b="1">
                <a:solidFill>
                  <a:srgbClr val="D66B57"/>
                </a:solidFill>
                <a:latin typeface="Yu Gothic"/>
                <a:ea typeface="Yu Gothic"/>
                <a:cs typeface="Yu Gothic"/>
              </a:defRPr>
            </a:lvl8pPr>
            <a:lvl9pPr algn="l">
              <a:defRPr sz="1875" b="1">
                <a:solidFill>
                  <a:srgbClr val="D66B57"/>
                </a:solidFill>
                <a:latin typeface="Yu Gothic"/>
                <a:ea typeface="Yu Gothic"/>
                <a:cs typeface="Yu Gothic"/>
              </a:defRPr>
            </a:lvl9pPr>
          </a:lstStyle>
          <a:p xmlns:a="http://schemas.openxmlformats.org/drawingml/2006/main">
            <a:pPr algn="l">
              <a:defRPr sz="1875" b="1">
                <a:solidFill>
                  <a:srgbClr val="D66B57"/>
                </a:solidFill>
                <a:latin typeface="Yu Gothic"/>
                <a:ea typeface="Yu Gothic"/>
                <a:cs typeface="Yu Gothic"/>
              </a:defRPr>
            </a:pPr>
            <a:r>
              <a:rPr sz="1875" b="1">
                <a:solidFill>
                  <a:srgbClr val="D66B57"/>
                </a:solidFill>
                <a:latin typeface="Yu Gothic"/>
                <a:ea typeface="Yu Gothic"/>
                <a:cs typeface="Yu Gothic"/>
              </a:rPr>
              <a:t>でも、申し込んだ人を</a:t>
            </a:r>
          </a:p>
          <a:p xmlns:a="http://schemas.openxmlformats.org/drawingml/2006/main">
            <a:pPr algn="l">
              <a:defRPr sz="1875" b="1">
                <a:solidFill>
                  <a:srgbClr val="D66B57"/>
                </a:solidFill>
                <a:latin typeface="Yu Gothic"/>
                <a:ea typeface="Yu Gothic"/>
                <a:cs typeface="Yu Gothic"/>
              </a:defRPr>
            </a:pPr>
            <a:r>
              <a:rPr sz="1875" b="1">
                <a:solidFill>
                  <a:srgbClr val="D66B57"/>
                </a:solidFill>
                <a:latin typeface="Yu Gothic"/>
                <a:ea typeface="Yu Gothic"/>
                <a:cs typeface="Yu Gothic"/>
              </a:rPr>
              <a:t>ひとりも見つけられない</a:t>
            </a:r>
          </a:p>
        </p:txBody>
      </p:sp>
      <p:sp>
        <p:nvSpPr>
          <p:cNvPr id="19" name="">
            <a:extLst xmlns:a="http://schemas.openxmlformats.org/drawingml/2006/main">
              <a:ext uri="{FF2B5EF4-FFF2-40B4-BE49-F238E27FC236}">
                <a16:creationId xmlns:a16="http://schemas.microsoft.com/office/drawing/2014/main" id="{5346066C-FE1D-41BF-9DE5-D7D8C236995C}"/>
              </a:ext>
            </a:extLst>
          </p:cNvPr>
          <p:cNvSpPr>
            <a:spLocks xmlns:a="http://schemas.openxmlformats.org/drawingml/2006/main" noGrp="1"/>
          </p:cNvSpPr>
          <p:nvPr/>
        </p:nvSpPr>
        <p:spPr>
          <a:xfrm xmlns:a="http://schemas.openxmlformats.org/drawingml/2006/main">
            <a:off x="723900" y="51625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1">
                <a:solidFill>
                  <a:srgbClr val="147D78"/>
                </a:solidFill>
                <a:latin typeface="Yu Gothic"/>
                <a:ea typeface="Yu Gothic"/>
                <a:cs typeface="Yu Gothic"/>
              </a:defRPr>
            </a:defPPr>
            <a:lvl1pPr algn="l">
              <a:defRPr sz="1275" b="1">
                <a:solidFill>
                  <a:srgbClr val="147D78"/>
                </a:solidFill>
                <a:latin typeface="Yu Gothic"/>
                <a:ea typeface="Yu Gothic"/>
                <a:cs typeface="Yu Gothic"/>
              </a:defRPr>
            </a:lvl1pPr>
            <a:lvl2pPr algn="l">
              <a:defRPr sz="1275" b="1">
                <a:solidFill>
                  <a:srgbClr val="147D78"/>
                </a:solidFill>
                <a:latin typeface="Yu Gothic"/>
                <a:ea typeface="Yu Gothic"/>
                <a:cs typeface="Yu Gothic"/>
              </a:defRPr>
            </a:lvl2pPr>
            <a:lvl3pPr algn="l">
              <a:defRPr sz="1275" b="1">
                <a:solidFill>
                  <a:srgbClr val="147D78"/>
                </a:solidFill>
                <a:latin typeface="Yu Gothic"/>
                <a:ea typeface="Yu Gothic"/>
                <a:cs typeface="Yu Gothic"/>
              </a:defRPr>
            </a:lvl3pPr>
            <a:lvl4pPr algn="l">
              <a:defRPr sz="1275" b="1">
                <a:solidFill>
                  <a:srgbClr val="147D78"/>
                </a:solidFill>
                <a:latin typeface="Yu Gothic"/>
                <a:ea typeface="Yu Gothic"/>
                <a:cs typeface="Yu Gothic"/>
              </a:defRPr>
            </a:lvl4pPr>
            <a:lvl5pPr algn="l">
              <a:defRPr sz="1275" b="1">
                <a:solidFill>
                  <a:srgbClr val="147D78"/>
                </a:solidFill>
                <a:latin typeface="Yu Gothic"/>
                <a:ea typeface="Yu Gothic"/>
                <a:cs typeface="Yu Gothic"/>
              </a:defRPr>
            </a:lvl5pPr>
            <a:lvl6pPr algn="l">
              <a:defRPr sz="1275" b="1">
                <a:solidFill>
                  <a:srgbClr val="147D78"/>
                </a:solidFill>
                <a:latin typeface="Yu Gothic"/>
                <a:ea typeface="Yu Gothic"/>
                <a:cs typeface="Yu Gothic"/>
              </a:defRPr>
            </a:lvl6pPr>
            <a:lvl7pPr algn="l">
              <a:defRPr sz="1275" b="1">
                <a:solidFill>
                  <a:srgbClr val="147D78"/>
                </a:solidFill>
                <a:latin typeface="Yu Gothic"/>
                <a:ea typeface="Yu Gothic"/>
                <a:cs typeface="Yu Gothic"/>
              </a:defRPr>
            </a:lvl7pPr>
            <a:lvl8pPr algn="l">
              <a:defRPr sz="1275" b="1">
                <a:solidFill>
                  <a:srgbClr val="147D78"/>
                </a:solidFill>
                <a:latin typeface="Yu Gothic"/>
                <a:ea typeface="Yu Gothic"/>
                <a:cs typeface="Yu Gothic"/>
              </a:defRPr>
            </a:lvl8pPr>
            <a:lvl9pPr algn="l">
              <a:defRPr sz="1275" b="1">
                <a:solidFill>
                  <a:srgbClr val="147D78"/>
                </a:solidFill>
                <a:latin typeface="Yu Gothic"/>
                <a:ea typeface="Yu Gothic"/>
                <a:cs typeface="Yu Gothic"/>
              </a:defRPr>
            </a:lvl9pPr>
          </a:lstStyle>
          <a:p xmlns:a="http://schemas.openxmlformats.org/drawingml/2006/main">
            <a:pPr algn="l">
              <a:defRPr sz="1275" b="1">
                <a:solidFill>
                  <a:srgbClr val="147D78"/>
                </a:solidFill>
                <a:latin typeface="Yu Gothic"/>
                <a:ea typeface="Yu Gothic"/>
                <a:cs typeface="Yu Gothic"/>
              </a:defRPr>
            </a:pPr>
            <a:r>
              <a:rPr sz="1275" b="1">
                <a:solidFill>
                  <a:srgbClr val="147D78"/>
                </a:solidFill>
                <a:latin typeface="Yu Gothic"/>
                <a:ea typeface="Yu Gothic"/>
                <a:cs typeface="Yu Gothic"/>
              </a:rPr>
              <a:t>研究の問い</a:t>
            </a:r>
          </a:p>
        </p:txBody>
      </p:sp>
      <p:sp>
        <p:nvSpPr>
          <p:cNvPr id="20" name="">
            <a:extLst xmlns:a="http://schemas.openxmlformats.org/drawingml/2006/main">
              <a:ext uri="{FF2B5EF4-FFF2-40B4-BE49-F238E27FC236}">
                <a16:creationId xmlns:a16="http://schemas.microsoft.com/office/drawing/2014/main" id="{549CBC84-7012-4A2E-AF8C-9EA57237E2C2}"/>
              </a:ext>
            </a:extLst>
          </p:cNvPr>
          <p:cNvSpPr>
            <a:spLocks xmlns:a="http://schemas.openxmlformats.org/drawingml/2006/main" noGrp="1"/>
          </p:cNvSpPr>
          <p:nvPr/>
        </p:nvSpPr>
        <p:spPr>
          <a:xfrm xmlns:a="http://schemas.openxmlformats.org/drawingml/2006/main">
            <a:off x="2352675" y="5048250"/>
            <a:ext cx="8382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75" b="1">
                <a:solidFill>
                  <a:srgbClr val="142B3B"/>
                </a:solidFill>
                <a:latin typeface="Yu Gothic"/>
                <a:ea typeface="Yu Gothic"/>
                <a:cs typeface="Yu Gothic"/>
              </a:defRPr>
            </a:defPPr>
            <a:lvl1pPr algn="l">
              <a:defRPr sz="1875" b="1">
                <a:solidFill>
                  <a:srgbClr val="142B3B"/>
                </a:solidFill>
                <a:latin typeface="Yu Gothic"/>
                <a:ea typeface="Yu Gothic"/>
                <a:cs typeface="Yu Gothic"/>
              </a:defRPr>
            </a:lvl1pPr>
            <a:lvl2pPr algn="l">
              <a:defRPr sz="1875" b="1">
                <a:solidFill>
                  <a:srgbClr val="142B3B"/>
                </a:solidFill>
                <a:latin typeface="Yu Gothic"/>
                <a:ea typeface="Yu Gothic"/>
                <a:cs typeface="Yu Gothic"/>
              </a:defRPr>
            </a:lvl2pPr>
            <a:lvl3pPr algn="l">
              <a:defRPr sz="1875" b="1">
                <a:solidFill>
                  <a:srgbClr val="142B3B"/>
                </a:solidFill>
                <a:latin typeface="Yu Gothic"/>
                <a:ea typeface="Yu Gothic"/>
                <a:cs typeface="Yu Gothic"/>
              </a:defRPr>
            </a:lvl3pPr>
            <a:lvl4pPr algn="l">
              <a:defRPr sz="1875" b="1">
                <a:solidFill>
                  <a:srgbClr val="142B3B"/>
                </a:solidFill>
                <a:latin typeface="Yu Gothic"/>
                <a:ea typeface="Yu Gothic"/>
                <a:cs typeface="Yu Gothic"/>
              </a:defRPr>
            </a:lvl4pPr>
            <a:lvl5pPr algn="l">
              <a:defRPr sz="1875" b="1">
                <a:solidFill>
                  <a:srgbClr val="142B3B"/>
                </a:solidFill>
                <a:latin typeface="Yu Gothic"/>
                <a:ea typeface="Yu Gothic"/>
                <a:cs typeface="Yu Gothic"/>
              </a:defRPr>
            </a:lvl5pPr>
            <a:lvl6pPr algn="l">
              <a:defRPr sz="1875" b="1">
                <a:solidFill>
                  <a:srgbClr val="142B3B"/>
                </a:solidFill>
                <a:latin typeface="Yu Gothic"/>
                <a:ea typeface="Yu Gothic"/>
                <a:cs typeface="Yu Gothic"/>
              </a:defRPr>
            </a:lvl6pPr>
            <a:lvl7pPr algn="l">
              <a:defRPr sz="1875" b="1">
                <a:solidFill>
                  <a:srgbClr val="142B3B"/>
                </a:solidFill>
                <a:latin typeface="Yu Gothic"/>
                <a:ea typeface="Yu Gothic"/>
                <a:cs typeface="Yu Gothic"/>
              </a:defRPr>
            </a:lvl7pPr>
            <a:lvl8pPr algn="l">
              <a:defRPr sz="1875" b="1">
                <a:solidFill>
                  <a:srgbClr val="142B3B"/>
                </a:solidFill>
                <a:latin typeface="Yu Gothic"/>
                <a:ea typeface="Yu Gothic"/>
                <a:cs typeface="Yu Gothic"/>
              </a:defRPr>
            </a:lvl8pPr>
            <a:lvl9pPr algn="l">
              <a:defRPr sz="1875" b="1">
                <a:solidFill>
                  <a:srgbClr val="142B3B"/>
                </a:solidFill>
                <a:latin typeface="Yu Gothic"/>
                <a:ea typeface="Yu Gothic"/>
                <a:cs typeface="Yu Gothic"/>
              </a:defRPr>
            </a:lvl9pPr>
          </a:lstStyle>
          <a:p xmlns:a="http://schemas.openxmlformats.org/drawingml/2006/main">
            <a:pPr algn="l">
              <a:defRPr sz="1875" b="1">
                <a:solidFill>
                  <a:srgbClr val="142B3B"/>
                </a:solidFill>
                <a:latin typeface="Yu Gothic"/>
                <a:ea typeface="Yu Gothic"/>
                <a:cs typeface="Yu Gothic"/>
              </a:defRPr>
            </a:pPr>
            <a:r>
              <a:rPr sz="1875" b="1">
                <a:solidFill>
                  <a:srgbClr val="142B3B"/>
                </a:solidFill>
                <a:latin typeface="Yu Gothic"/>
                <a:ea typeface="Yu Gothic"/>
                <a:cs typeface="Yu Gothic"/>
              </a:rPr>
              <a:t>データの量と申し込み例の割合は、</a:t>
            </a:r>
          </a:p>
          <a:p xmlns:a="http://schemas.openxmlformats.org/drawingml/2006/main">
            <a:pPr algn="l">
              <a:defRPr sz="1875" b="1">
                <a:solidFill>
                  <a:srgbClr val="142B3B"/>
                </a:solidFill>
                <a:latin typeface="Yu Gothic"/>
                <a:ea typeface="Yu Gothic"/>
                <a:cs typeface="Yu Gothic"/>
              </a:defRPr>
            </a:pPr>
            <a:r>
              <a:rPr sz="1875" b="1">
                <a:solidFill>
                  <a:srgbClr val="142B3B"/>
                </a:solidFill>
                <a:latin typeface="Yu Gothic"/>
                <a:ea typeface="Yu Gothic"/>
                <a:cs typeface="Yu Gothic"/>
              </a:rPr>
              <a:t>「申し込んだ人を見つける力」にどう影響するか</a:t>
            </a:r>
          </a:p>
        </p:txBody>
      </p:sp>
    </p:spTree>
    <p:extLst>
      <p:ext uri="{BB962C8B-B14F-4D97-AF65-F5344CB8AC3E}">
        <p14:creationId xmlns:p14="http://schemas.microsoft.com/office/powerpoint/2010/main" val="556300978"/>
      </p:ext>
    </p:extLst>
  </p:cSld>
</p:sld>
</file>

<file path=ppt/slides/slide3.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4ABA643-4362-456A-9B14-3F373C927E02}"/>
              </a:ext>
            </a:extLst>
          </p:cNvPr>
          <p:cNvSpPr>
            <a:spLocks xmlns:a="http://schemas.openxmlformats.org/drawingml/2006/main" noGrp="1"/>
          </p:cNvSpPr>
          <p:nvPr/>
        </p:nvSpPr>
        <p:spPr>
          <a:xfrm xmlns:a="http://schemas.openxmlformats.org/drawingml/2006/main">
            <a:off x="685800" y="26670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47D78"/>
                </a:solidFill>
                <a:latin typeface="Yu Gothic"/>
                <a:ea typeface="Yu Gothic"/>
                <a:cs typeface="Yu Gothic"/>
              </a:defRPr>
            </a:defPPr>
            <a:lvl1pPr algn="l">
              <a:defRPr sz="1050" b="1">
                <a:solidFill>
                  <a:srgbClr val="147D78"/>
                </a:solidFill>
                <a:latin typeface="Yu Gothic"/>
                <a:ea typeface="Yu Gothic"/>
                <a:cs typeface="Yu Gothic"/>
              </a:defRPr>
            </a:lvl1pPr>
            <a:lvl2pPr algn="l">
              <a:defRPr sz="1050" b="1">
                <a:solidFill>
                  <a:srgbClr val="147D78"/>
                </a:solidFill>
                <a:latin typeface="Yu Gothic"/>
                <a:ea typeface="Yu Gothic"/>
                <a:cs typeface="Yu Gothic"/>
              </a:defRPr>
            </a:lvl2pPr>
            <a:lvl3pPr algn="l">
              <a:defRPr sz="1050" b="1">
                <a:solidFill>
                  <a:srgbClr val="147D78"/>
                </a:solidFill>
                <a:latin typeface="Yu Gothic"/>
                <a:ea typeface="Yu Gothic"/>
                <a:cs typeface="Yu Gothic"/>
              </a:defRPr>
            </a:lvl3pPr>
            <a:lvl4pPr algn="l">
              <a:defRPr sz="1050" b="1">
                <a:solidFill>
                  <a:srgbClr val="147D78"/>
                </a:solidFill>
                <a:latin typeface="Yu Gothic"/>
                <a:ea typeface="Yu Gothic"/>
                <a:cs typeface="Yu Gothic"/>
              </a:defRPr>
            </a:lvl4pPr>
            <a:lvl5pPr algn="l">
              <a:defRPr sz="1050" b="1">
                <a:solidFill>
                  <a:srgbClr val="147D78"/>
                </a:solidFill>
                <a:latin typeface="Yu Gothic"/>
                <a:ea typeface="Yu Gothic"/>
                <a:cs typeface="Yu Gothic"/>
              </a:defRPr>
            </a:lvl5pPr>
            <a:lvl6pPr algn="l">
              <a:defRPr sz="1050" b="1">
                <a:solidFill>
                  <a:srgbClr val="147D78"/>
                </a:solidFill>
                <a:latin typeface="Yu Gothic"/>
                <a:ea typeface="Yu Gothic"/>
                <a:cs typeface="Yu Gothic"/>
              </a:defRPr>
            </a:lvl6pPr>
            <a:lvl7pPr algn="l">
              <a:defRPr sz="1050" b="1">
                <a:solidFill>
                  <a:srgbClr val="147D78"/>
                </a:solidFill>
                <a:latin typeface="Yu Gothic"/>
                <a:ea typeface="Yu Gothic"/>
                <a:cs typeface="Yu Gothic"/>
              </a:defRPr>
            </a:lvl7pPr>
            <a:lvl8pPr algn="l">
              <a:defRPr sz="1050" b="1">
                <a:solidFill>
                  <a:srgbClr val="147D78"/>
                </a:solidFill>
                <a:latin typeface="Yu Gothic"/>
                <a:ea typeface="Yu Gothic"/>
                <a:cs typeface="Yu Gothic"/>
              </a:defRPr>
            </a:lvl8pPr>
            <a:lvl9pPr algn="l">
              <a:defRPr sz="1050" b="1">
                <a:solidFill>
                  <a:srgbClr val="147D78"/>
                </a:solidFill>
                <a:latin typeface="Yu Gothic"/>
                <a:ea typeface="Yu Gothic"/>
                <a:cs typeface="Yu Gothic"/>
              </a:defRPr>
            </a:lvl9pPr>
          </a:lstStyle>
          <a:p xmlns:a="http://schemas.openxmlformats.org/drawingml/2006/main">
            <a:pPr algn="l">
              <a:defRPr sz="1050" b="1">
                <a:solidFill>
                  <a:srgbClr val="147D78"/>
                </a:solidFill>
                <a:latin typeface="Yu Gothic"/>
                <a:ea typeface="Yu Gothic"/>
                <a:cs typeface="Yu Gothic"/>
              </a:defRPr>
            </a:pPr>
            <a:r>
              <a:rPr sz="1050" b="1">
                <a:solidFill>
                  <a:srgbClr val="147D78"/>
                </a:solidFill>
                <a:latin typeface="Yu Gothic"/>
                <a:ea typeface="Yu Gothic"/>
                <a:cs typeface="Yu Gothic"/>
              </a:rPr>
              <a:t>研究方法</a:t>
            </a:r>
          </a:p>
        </p:txBody>
      </p:sp>
      <p:sp>
        <p:nvSpPr>
          <p:cNvPr id="2" name="">
            <a:extLst xmlns:a="http://schemas.openxmlformats.org/drawingml/2006/main">
              <a:ext uri="{FF2B5EF4-FFF2-40B4-BE49-F238E27FC236}">
                <a16:creationId xmlns:a16="http://schemas.microsoft.com/office/drawing/2014/main" id="{2B9949DC-A7C8-4A35-B56B-B14F44CE17F3}"/>
              </a:ext>
            </a:extLst>
          </p:cNvPr>
          <p:cNvSpPr>
            <a:spLocks xmlns:a="http://schemas.openxmlformats.org/drawingml/2006/main" noGrp="1"/>
          </p:cNvSpPr>
          <p:nvPr/>
        </p:nvSpPr>
        <p:spPr>
          <a:xfrm xmlns:a="http://schemas.openxmlformats.org/drawingml/2006/main">
            <a:off x="685800" y="600075"/>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925" b="1">
                <a:solidFill>
                  <a:srgbClr val="142B3B"/>
                </a:solidFill>
                <a:latin typeface="Yu Gothic"/>
                <a:ea typeface="Yu Gothic"/>
                <a:cs typeface="Yu Gothic"/>
              </a:defRPr>
            </a:defPPr>
            <a:lvl1pPr algn="l">
              <a:defRPr sz="2925" b="1">
                <a:solidFill>
                  <a:srgbClr val="142B3B"/>
                </a:solidFill>
                <a:latin typeface="Yu Gothic"/>
                <a:ea typeface="Yu Gothic"/>
                <a:cs typeface="Yu Gothic"/>
              </a:defRPr>
            </a:lvl1pPr>
            <a:lvl2pPr algn="l">
              <a:defRPr sz="2925" b="1">
                <a:solidFill>
                  <a:srgbClr val="142B3B"/>
                </a:solidFill>
                <a:latin typeface="Yu Gothic"/>
                <a:ea typeface="Yu Gothic"/>
                <a:cs typeface="Yu Gothic"/>
              </a:defRPr>
            </a:lvl2pPr>
            <a:lvl3pPr algn="l">
              <a:defRPr sz="2925" b="1">
                <a:solidFill>
                  <a:srgbClr val="142B3B"/>
                </a:solidFill>
                <a:latin typeface="Yu Gothic"/>
                <a:ea typeface="Yu Gothic"/>
                <a:cs typeface="Yu Gothic"/>
              </a:defRPr>
            </a:lvl3pPr>
            <a:lvl4pPr algn="l">
              <a:defRPr sz="2925" b="1">
                <a:solidFill>
                  <a:srgbClr val="142B3B"/>
                </a:solidFill>
                <a:latin typeface="Yu Gothic"/>
                <a:ea typeface="Yu Gothic"/>
                <a:cs typeface="Yu Gothic"/>
              </a:defRPr>
            </a:lvl4pPr>
            <a:lvl5pPr algn="l">
              <a:defRPr sz="2925" b="1">
                <a:solidFill>
                  <a:srgbClr val="142B3B"/>
                </a:solidFill>
                <a:latin typeface="Yu Gothic"/>
                <a:ea typeface="Yu Gothic"/>
                <a:cs typeface="Yu Gothic"/>
              </a:defRPr>
            </a:lvl5pPr>
            <a:lvl6pPr algn="l">
              <a:defRPr sz="2925" b="1">
                <a:solidFill>
                  <a:srgbClr val="142B3B"/>
                </a:solidFill>
                <a:latin typeface="Yu Gothic"/>
                <a:ea typeface="Yu Gothic"/>
                <a:cs typeface="Yu Gothic"/>
              </a:defRPr>
            </a:lvl6pPr>
            <a:lvl7pPr algn="l">
              <a:defRPr sz="2925" b="1">
                <a:solidFill>
                  <a:srgbClr val="142B3B"/>
                </a:solidFill>
                <a:latin typeface="Yu Gothic"/>
                <a:ea typeface="Yu Gothic"/>
                <a:cs typeface="Yu Gothic"/>
              </a:defRPr>
            </a:lvl7pPr>
            <a:lvl8pPr algn="l">
              <a:defRPr sz="2925" b="1">
                <a:solidFill>
                  <a:srgbClr val="142B3B"/>
                </a:solidFill>
                <a:latin typeface="Yu Gothic"/>
                <a:ea typeface="Yu Gothic"/>
                <a:cs typeface="Yu Gothic"/>
              </a:defRPr>
            </a:lvl8pPr>
            <a:lvl9pPr algn="l">
              <a:defRPr sz="2925" b="1">
                <a:solidFill>
                  <a:srgbClr val="142B3B"/>
                </a:solidFill>
                <a:latin typeface="Yu Gothic"/>
                <a:ea typeface="Yu Gothic"/>
                <a:cs typeface="Yu Gothic"/>
              </a:defRPr>
            </a:lvl9pPr>
          </a:lstStyle>
          <a:p xmlns:a="http://schemas.openxmlformats.org/drawingml/2006/main">
            <a:pPr algn="l">
              <a:defRPr sz="2925" b="1">
                <a:solidFill>
                  <a:srgbClr val="142B3B"/>
                </a:solidFill>
                <a:latin typeface="Yu Gothic"/>
                <a:ea typeface="Yu Gothic"/>
                <a:cs typeface="Yu Gothic"/>
              </a:defRPr>
            </a:pPr>
            <a:r>
              <a:rPr sz="2925" b="1">
                <a:solidFill>
                  <a:srgbClr val="142B3B"/>
                </a:solidFill>
                <a:latin typeface="Yu Gothic"/>
                <a:ea typeface="Yu Gothic"/>
                <a:cs typeface="Yu Gothic"/>
              </a:rPr>
              <a:t>2つの条件を変え、200通りの学習を比較</a:t>
            </a:r>
          </a:p>
        </p:txBody>
      </p:sp>
      <p:sp>
        <p:nvSpPr>
          <p:cNvPr id="3" name="">
            <a:extLst xmlns:a="http://schemas.openxmlformats.org/drawingml/2006/main">
              <a:ext uri="{FF2B5EF4-FFF2-40B4-BE49-F238E27FC236}">
                <a16:creationId xmlns:a16="http://schemas.microsoft.com/office/drawing/2014/main" id="{03BA498E-92A7-43E0-8B7F-A13BC395B21E}"/>
              </a:ext>
            </a:extLst>
          </p:cNvPr>
          <p:cNvSpPr>
            <a:spLocks xmlns:a="http://schemas.openxmlformats.org/drawingml/2006/main" noGrp="1"/>
          </p:cNvSpPr>
          <p:nvPr/>
        </p:nvSpPr>
        <p:spPr>
          <a:xfrm xmlns:a="http://schemas.openxmlformats.org/drawingml/2006/main">
            <a:off x="685800" y="1285875"/>
            <a:ext cx="10820400" cy="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4" name="">
            <a:extLst xmlns:a="http://schemas.openxmlformats.org/drawingml/2006/main">
              <a:ext uri="{FF2B5EF4-FFF2-40B4-BE49-F238E27FC236}">
                <a16:creationId xmlns:a16="http://schemas.microsoft.com/office/drawing/2014/main" id="{86E588D1-20D2-4EE9-90C1-F4EED47FEE25}"/>
              </a:ext>
            </a:extLst>
          </p:cNvPr>
          <p:cNvSpPr>
            <a:spLocks xmlns:a="http://schemas.openxmlformats.org/drawingml/2006/main" noGrp="1"/>
          </p:cNvSpPr>
          <p:nvPr/>
        </p:nvSpPr>
        <p:spPr>
          <a:xfrm xmlns:a="http://schemas.openxmlformats.org/drawingml/2006/main">
            <a:off x="11068050" y="6391275"/>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5B6D76"/>
                </a:solidFill>
                <a:latin typeface="Yu Gothic"/>
                <a:ea typeface="Yu Gothic"/>
                <a:cs typeface="Yu Gothic"/>
              </a:defRPr>
            </a:defPPr>
            <a:lvl1pPr algn="r">
              <a:defRPr sz="1050" b="1">
                <a:solidFill>
                  <a:srgbClr val="5B6D76"/>
                </a:solidFill>
                <a:latin typeface="Yu Gothic"/>
                <a:ea typeface="Yu Gothic"/>
                <a:cs typeface="Yu Gothic"/>
              </a:defRPr>
            </a:lvl1pPr>
            <a:lvl2pPr algn="r">
              <a:defRPr sz="1050" b="1">
                <a:solidFill>
                  <a:srgbClr val="5B6D76"/>
                </a:solidFill>
                <a:latin typeface="Yu Gothic"/>
                <a:ea typeface="Yu Gothic"/>
                <a:cs typeface="Yu Gothic"/>
              </a:defRPr>
            </a:lvl2pPr>
            <a:lvl3pPr algn="r">
              <a:defRPr sz="1050" b="1">
                <a:solidFill>
                  <a:srgbClr val="5B6D76"/>
                </a:solidFill>
                <a:latin typeface="Yu Gothic"/>
                <a:ea typeface="Yu Gothic"/>
                <a:cs typeface="Yu Gothic"/>
              </a:defRPr>
            </a:lvl3pPr>
            <a:lvl4pPr algn="r">
              <a:defRPr sz="1050" b="1">
                <a:solidFill>
                  <a:srgbClr val="5B6D76"/>
                </a:solidFill>
                <a:latin typeface="Yu Gothic"/>
                <a:ea typeface="Yu Gothic"/>
                <a:cs typeface="Yu Gothic"/>
              </a:defRPr>
            </a:lvl4pPr>
            <a:lvl5pPr algn="r">
              <a:defRPr sz="1050" b="1">
                <a:solidFill>
                  <a:srgbClr val="5B6D76"/>
                </a:solidFill>
                <a:latin typeface="Yu Gothic"/>
                <a:ea typeface="Yu Gothic"/>
                <a:cs typeface="Yu Gothic"/>
              </a:defRPr>
            </a:lvl5pPr>
            <a:lvl6pPr algn="r">
              <a:defRPr sz="1050" b="1">
                <a:solidFill>
                  <a:srgbClr val="5B6D76"/>
                </a:solidFill>
                <a:latin typeface="Yu Gothic"/>
                <a:ea typeface="Yu Gothic"/>
                <a:cs typeface="Yu Gothic"/>
              </a:defRPr>
            </a:lvl6pPr>
            <a:lvl7pPr algn="r">
              <a:defRPr sz="1050" b="1">
                <a:solidFill>
                  <a:srgbClr val="5B6D76"/>
                </a:solidFill>
                <a:latin typeface="Yu Gothic"/>
                <a:ea typeface="Yu Gothic"/>
                <a:cs typeface="Yu Gothic"/>
              </a:defRPr>
            </a:lvl7pPr>
            <a:lvl8pPr algn="r">
              <a:defRPr sz="1050" b="1">
                <a:solidFill>
                  <a:srgbClr val="5B6D76"/>
                </a:solidFill>
                <a:latin typeface="Yu Gothic"/>
                <a:ea typeface="Yu Gothic"/>
                <a:cs typeface="Yu Gothic"/>
              </a:defRPr>
            </a:lvl8pPr>
            <a:lvl9pPr algn="r">
              <a:defRPr sz="1050" b="1">
                <a:solidFill>
                  <a:srgbClr val="5B6D76"/>
                </a:solidFill>
                <a:latin typeface="Yu Gothic"/>
                <a:ea typeface="Yu Gothic"/>
                <a:cs typeface="Yu Gothic"/>
              </a:defRPr>
            </a:lvl9pPr>
          </a:lstStyle>
          <a:p xmlns:a="http://schemas.openxmlformats.org/drawingml/2006/main">
            <a:pPr algn="r">
              <a:defRPr sz="1050" b="1">
                <a:solidFill>
                  <a:srgbClr val="5B6D76"/>
                </a:solidFill>
                <a:latin typeface="Yu Gothic"/>
                <a:ea typeface="Yu Gothic"/>
                <a:cs typeface="Yu Gothic"/>
              </a:defRPr>
            </a:pPr>
            <a:r>
              <a:rPr sz="1050" b="1">
                <a:solidFill>
                  <a:srgbClr val="5B6D76"/>
                </a:solidFill>
                <a:latin typeface="Yu Gothic"/>
                <a:ea typeface="Yu Gothic"/>
                <a:cs typeface="Yu Gothic"/>
              </a:rPr>
              <a:t>03</a:t>
            </a:r>
          </a:p>
        </p:txBody>
      </p:sp>
      <p:sp>
        <p:nvSpPr>
          <p:cNvPr id="5" name="">
            <a:extLst xmlns:a="http://schemas.openxmlformats.org/drawingml/2006/main">
              <a:ext uri="{FF2B5EF4-FFF2-40B4-BE49-F238E27FC236}">
                <a16:creationId xmlns:a16="http://schemas.microsoft.com/office/drawing/2014/main" id="{D4E33F72-85B3-4098-B8B8-C80AD07B69A5}"/>
              </a:ext>
            </a:extLst>
          </p:cNvPr>
          <p:cNvSpPr>
            <a:spLocks xmlns:a="http://schemas.openxmlformats.org/drawingml/2006/main" noGrp="1"/>
          </p:cNvSpPr>
          <p:nvPr/>
        </p:nvSpPr>
        <p:spPr>
          <a:xfrm xmlns:a="http://schemas.openxmlformats.org/drawingml/2006/main">
            <a:off x="723900" y="1562100"/>
            <a:ext cx="7239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42B3B"/>
                </a:solidFill>
                <a:latin typeface="Yu Gothic"/>
                <a:ea typeface="Yu Gothic"/>
                <a:cs typeface="Yu Gothic"/>
              </a:defRPr>
            </a:defPPr>
            <a:lvl1pPr algn="l">
              <a:defRPr sz="1650" b="1">
                <a:solidFill>
                  <a:srgbClr val="142B3B"/>
                </a:solidFill>
                <a:latin typeface="Yu Gothic"/>
                <a:ea typeface="Yu Gothic"/>
                <a:cs typeface="Yu Gothic"/>
              </a:defRPr>
            </a:lvl1pPr>
            <a:lvl2pPr algn="l">
              <a:defRPr sz="1650" b="1">
                <a:solidFill>
                  <a:srgbClr val="142B3B"/>
                </a:solidFill>
                <a:latin typeface="Yu Gothic"/>
                <a:ea typeface="Yu Gothic"/>
                <a:cs typeface="Yu Gothic"/>
              </a:defRPr>
            </a:lvl2pPr>
            <a:lvl3pPr algn="l">
              <a:defRPr sz="1650" b="1">
                <a:solidFill>
                  <a:srgbClr val="142B3B"/>
                </a:solidFill>
                <a:latin typeface="Yu Gothic"/>
                <a:ea typeface="Yu Gothic"/>
                <a:cs typeface="Yu Gothic"/>
              </a:defRPr>
            </a:lvl3pPr>
            <a:lvl4pPr algn="l">
              <a:defRPr sz="1650" b="1">
                <a:solidFill>
                  <a:srgbClr val="142B3B"/>
                </a:solidFill>
                <a:latin typeface="Yu Gothic"/>
                <a:ea typeface="Yu Gothic"/>
                <a:cs typeface="Yu Gothic"/>
              </a:defRPr>
            </a:lvl4pPr>
            <a:lvl5pPr algn="l">
              <a:defRPr sz="1650" b="1">
                <a:solidFill>
                  <a:srgbClr val="142B3B"/>
                </a:solidFill>
                <a:latin typeface="Yu Gothic"/>
                <a:ea typeface="Yu Gothic"/>
                <a:cs typeface="Yu Gothic"/>
              </a:defRPr>
            </a:lvl5pPr>
            <a:lvl6pPr algn="l">
              <a:defRPr sz="1650" b="1">
                <a:solidFill>
                  <a:srgbClr val="142B3B"/>
                </a:solidFill>
                <a:latin typeface="Yu Gothic"/>
                <a:ea typeface="Yu Gothic"/>
                <a:cs typeface="Yu Gothic"/>
              </a:defRPr>
            </a:lvl6pPr>
            <a:lvl7pPr algn="l">
              <a:defRPr sz="1650" b="1">
                <a:solidFill>
                  <a:srgbClr val="142B3B"/>
                </a:solidFill>
                <a:latin typeface="Yu Gothic"/>
                <a:ea typeface="Yu Gothic"/>
                <a:cs typeface="Yu Gothic"/>
              </a:defRPr>
            </a:lvl7pPr>
            <a:lvl8pPr algn="l">
              <a:defRPr sz="1650" b="1">
                <a:solidFill>
                  <a:srgbClr val="142B3B"/>
                </a:solidFill>
                <a:latin typeface="Yu Gothic"/>
                <a:ea typeface="Yu Gothic"/>
                <a:cs typeface="Yu Gothic"/>
              </a:defRPr>
            </a:lvl8pPr>
            <a:lvl9pPr algn="l">
              <a:defRPr sz="1650" b="1">
                <a:solidFill>
                  <a:srgbClr val="142B3B"/>
                </a:solidFill>
                <a:latin typeface="Yu Gothic"/>
                <a:ea typeface="Yu Gothic"/>
                <a:cs typeface="Yu Gothic"/>
              </a:defRPr>
            </a:lvl9pPr>
          </a:lstStyle>
          <a:p xmlns:a="http://schemas.openxmlformats.org/drawingml/2006/main">
            <a:pPr algn="l">
              <a:defRPr sz="1650" b="1">
                <a:solidFill>
                  <a:srgbClr val="142B3B"/>
                </a:solidFill>
                <a:latin typeface="Yu Gothic"/>
                <a:ea typeface="Yu Gothic"/>
                <a:cs typeface="Yu Gothic"/>
              </a:defRPr>
            </a:pPr>
            <a:r>
              <a:rPr sz="1650" b="1">
                <a:solidFill>
                  <a:srgbClr val="142B3B"/>
                </a:solidFill>
                <a:latin typeface="Yu Gothic"/>
                <a:ea typeface="Yu Gothic"/>
                <a:cs typeface="Yu Gothic"/>
              </a:rPr>
              <a:t>公開データから条件に合う記録を選ぶ</a:t>
            </a:r>
          </a:p>
        </p:txBody>
      </p:sp>
      <p:sp>
        <p:nvSpPr>
          <p:cNvPr id="6" name="">
            <a:extLst xmlns:a="http://schemas.openxmlformats.org/drawingml/2006/main">
              <a:ext uri="{FF2B5EF4-FFF2-40B4-BE49-F238E27FC236}">
                <a16:creationId xmlns:a16="http://schemas.microsoft.com/office/drawing/2014/main" id="{DD1F6477-0DCB-4789-810A-F9656C5CC49A}"/>
              </a:ext>
            </a:extLst>
          </p:cNvPr>
          <p:cNvSpPr>
            <a:spLocks xmlns:a="http://schemas.openxmlformats.org/drawingml/2006/main" noGrp="1"/>
          </p:cNvSpPr>
          <p:nvPr/>
        </p:nvSpPr>
        <p:spPr>
          <a:xfrm xmlns:a="http://schemas.openxmlformats.org/drawingml/2006/main">
            <a:off x="8096250" y="1571625"/>
            <a:ext cx="3333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75" b="1">
                <a:solidFill>
                  <a:srgbClr val="147D78"/>
                </a:solidFill>
                <a:latin typeface="Yu Gothic"/>
                <a:ea typeface="Yu Gothic"/>
                <a:cs typeface="Yu Gothic"/>
              </a:defRPr>
            </a:defPPr>
            <a:lvl1pPr algn="r">
              <a:defRPr sz="1275" b="1">
                <a:solidFill>
                  <a:srgbClr val="147D78"/>
                </a:solidFill>
                <a:latin typeface="Yu Gothic"/>
                <a:ea typeface="Yu Gothic"/>
                <a:cs typeface="Yu Gothic"/>
              </a:defRPr>
            </a:lvl1pPr>
            <a:lvl2pPr algn="r">
              <a:defRPr sz="1275" b="1">
                <a:solidFill>
                  <a:srgbClr val="147D78"/>
                </a:solidFill>
                <a:latin typeface="Yu Gothic"/>
                <a:ea typeface="Yu Gothic"/>
                <a:cs typeface="Yu Gothic"/>
              </a:defRPr>
            </a:lvl2pPr>
            <a:lvl3pPr algn="r">
              <a:defRPr sz="1275" b="1">
                <a:solidFill>
                  <a:srgbClr val="147D78"/>
                </a:solidFill>
                <a:latin typeface="Yu Gothic"/>
                <a:ea typeface="Yu Gothic"/>
                <a:cs typeface="Yu Gothic"/>
              </a:defRPr>
            </a:lvl3pPr>
            <a:lvl4pPr algn="r">
              <a:defRPr sz="1275" b="1">
                <a:solidFill>
                  <a:srgbClr val="147D78"/>
                </a:solidFill>
                <a:latin typeface="Yu Gothic"/>
                <a:ea typeface="Yu Gothic"/>
                <a:cs typeface="Yu Gothic"/>
              </a:defRPr>
            </a:lvl4pPr>
            <a:lvl5pPr algn="r">
              <a:defRPr sz="1275" b="1">
                <a:solidFill>
                  <a:srgbClr val="147D78"/>
                </a:solidFill>
                <a:latin typeface="Yu Gothic"/>
                <a:ea typeface="Yu Gothic"/>
                <a:cs typeface="Yu Gothic"/>
              </a:defRPr>
            </a:lvl5pPr>
            <a:lvl6pPr algn="r">
              <a:defRPr sz="1275" b="1">
                <a:solidFill>
                  <a:srgbClr val="147D78"/>
                </a:solidFill>
                <a:latin typeface="Yu Gothic"/>
                <a:ea typeface="Yu Gothic"/>
                <a:cs typeface="Yu Gothic"/>
              </a:defRPr>
            </a:lvl6pPr>
            <a:lvl7pPr algn="r">
              <a:defRPr sz="1275" b="1">
                <a:solidFill>
                  <a:srgbClr val="147D78"/>
                </a:solidFill>
                <a:latin typeface="Yu Gothic"/>
                <a:ea typeface="Yu Gothic"/>
                <a:cs typeface="Yu Gothic"/>
              </a:defRPr>
            </a:lvl7pPr>
            <a:lvl8pPr algn="r">
              <a:defRPr sz="1275" b="1">
                <a:solidFill>
                  <a:srgbClr val="147D78"/>
                </a:solidFill>
                <a:latin typeface="Yu Gothic"/>
                <a:ea typeface="Yu Gothic"/>
                <a:cs typeface="Yu Gothic"/>
              </a:defRPr>
            </a:lvl8pPr>
            <a:lvl9pPr algn="r">
              <a:defRPr sz="1275" b="1">
                <a:solidFill>
                  <a:srgbClr val="147D78"/>
                </a:solidFill>
                <a:latin typeface="Yu Gothic"/>
                <a:ea typeface="Yu Gothic"/>
                <a:cs typeface="Yu Gothic"/>
              </a:defRPr>
            </a:lvl9pPr>
          </a:lstStyle>
          <a:p xmlns:a="http://schemas.openxmlformats.org/drawingml/2006/main">
            <a:pPr algn="r">
              <a:defRPr sz="1275" b="1">
                <a:solidFill>
                  <a:srgbClr val="147D78"/>
                </a:solidFill>
                <a:latin typeface="Yu Gothic"/>
                <a:ea typeface="Yu Gothic"/>
                <a:cs typeface="Yu Gothic"/>
              </a:defRPr>
            </a:pPr>
            <a:r>
              <a:rPr sz="1275" b="1">
                <a:solidFill>
                  <a:srgbClr val="147D78"/>
                </a:solidFill>
                <a:latin typeface="Yu Gothic"/>
                <a:ea typeface="Yu Gothic"/>
                <a:cs typeface="Yu Gothic"/>
              </a:rPr>
              <a:t>架空の人や記録は作りません</a:t>
            </a:r>
          </a:p>
        </p:txBody>
      </p:sp>
      <p:sp>
        <p:nvSpPr>
          <p:cNvPr id="7" name="">
            <a:extLst xmlns:a="http://schemas.openxmlformats.org/drawingml/2006/main">
              <a:ext uri="{FF2B5EF4-FFF2-40B4-BE49-F238E27FC236}">
                <a16:creationId xmlns:a16="http://schemas.microsoft.com/office/drawing/2014/main" id="{975DF44C-401B-4E68-922E-85F14D0230EB}"/>
              </a:ext>
            </a:extLst>
          </p:cNvPr>
          <p:cNvSpPr>
            <a:spLocks xmlns:a="http://schemas.openxmlformats.org/drawingml/2006/main" noGrp="1"/>
          </p:cNvSpPr>
          <p:nvPr/>
        </p:nvSpPr>
        <p:spPr>
          <a:xfrm xmlns:a="http://schemas.openxmlformats.org/drawingml/2006/main">
            <a:off x="723900" y="2076450"/>
            <a:ext cx="10744200" cy="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8" name="">
            <a:extLst xmlns:a="http://schemas.openxmlformats.org/drawingml/2006/main">
              <a:ext uri="{FF2B5EF4-FFF2-40B4-BE49-F238E27FC236}">
                <a16:creationId xmlns:a16="http://schemas.microsoft.com/office/drawing/2014/main" id="{7977A4A6-3F4A-4051-AB8F-85FF192DAE01}"/>
              </a:ext>
            </a:extLst>
          </p:cNvPr>
          <p:cNvSpPr>
            <a:spLocks xmlns:a="http://schemas.openxmlformats.org/drawingml/2006/main" noGrp="1"/>
          </p:cNvSpPr>
          <p:nvPr/>
        </p:nvSpPr>
        <p:spPr>
          <a:xfrm xmlns:a="http://schemas.openxmlformats.org/drawingml/2006/main">
            <a:off x="723900" y="2343150"/>
            <a:ext cx="3143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5B6D76"/>
                </a:solidFill>
                <a:latin typeface="Yu Gothic"/>
                <a:ea typeface="Yu Gothic"/>
                <a:cs typeface="Yu Gothic"/>
              </a:defRPr>
            </a:defPPr>
            <a:lvl1pPr algn="l">
              <a:defRPr sz="1350" b="1">
                <a:solidFill>
                  <a:srgbClr val="5B6D76"/>
                </a:solidFill>
                <a:latin typeface="Yu Gothic"/>
                <a:ea typeface="Yu Gothic"/>
                <a:cs typeface="Yu Gothic"/>
              </a:defRPr>
            </a:lvl1pPr>
            <a:lvl2pPr algn="l">
              <a:defRPr sz="1350" b="1">
                <a:solidFill>
                  <a:srgbClr val="5B6D76"/>
                </a:solidFill>
                <a:latin typeface="Yu Gothic"/>
                <a:ea typeface="Yu Gothic"/>
                <a:cs typeface="Yu Gothic"/>
              </a:defRPr>
            </a:lvl2pPr>
            <a:lvl3pPr algn="l">
              <a:defRPr sz="1350" b="1">
                <a:solidFill>
                  <a:srgbClr val="5B6D76"/>
                </a:solidFill>
                <a:latin typeface="Yu Gothic"/>
                <a:ea typeface="Yu Gothic"/>
                <a:cs typeface="Yu Gothic"/>
              </a:defRPr>
            </a:lvl3pPr>
            <a:lvl4pPr algn="l">
              <a:defRPr sz="1350" b="1">
                <a:solidFill>
                  <a:srgbClr val="5B6D76"/>
                </a:solidFill>
                <a:latin typeface="Yu Gothic"/>
                <a:ea typeface="Yu Gothic"/>
                <a:cs typeface="Yu Gothic"/>
              </a:defRPr>
            </a:lvl4pPr>
            <a:lvl5pPr algn="l">
              <a:defRPr sz="1350" b="1">
                <a:solidFill>
                  <a:srgbClr val="5B6D76"/>
                </a:solidFill>
                <a:latin typeface="Yu Gothic"/>
                <a:ea typeface="Yu Gothic"/>
                <a:cs typeface="Yu Gothic"/>
              </a:defRPr>
            </a:lvl5pPr>
            <a:lvl6pPr algn="l">
              <a:defRPr sz="1350" b="1">
                <a:solidFill>
                  <a:srgbClr val="5B6D76"/>
                </a:solidFill>
                <a:latin typeface="Yu Gothic"/>
                <a:ea typeface="Yu Gothic"/>
                <a:cs typeface="Yu Gothic"/>
              </a:defRPr>
            </a:lvl6pPr>
            <a:lvl7pPr algn="l">
              <a:defRPr sz="1350" b="1">
                <a:solidFill>
                  <a:srgbClr val="5B6D76"/>
                </a:solidFill>
                <a:latin typeface="Yu Gothic"/>
                <a:ea typeface="Yu Gothic"/>
                <a:cs typeface="Yu Gothic"/>
              </a:defRPr>
            </a:lvl7pPr>
            <a:lvl8pPr algn="l">
              <a:defRPr sz="1350" b="1">
                <a:solidFill>
                  <a:srgbClr val="5B6D76"/>
                </a:solidFill>
                <a:latin typeface="Yu Gothic"/>
                <a:ea typeface="Yu Gothic"/>
                <a:cs typeface="Yu Gothic"/>
              </a:defRPr>
            </a:lvl8pPr>
            <a:lvl9pPr algn="l">
              <a:defRPr sz="1350" b="1">
                <a:solidFill>
                  <a:srgbClr val="5B6D76"/>
                </a:solidFill>
                <a:latin typeface="Yu Gothic"/>
                <a:ea typeface="Yu Gothic"/>
                <a:cs typeface="Yu Gothic"/>
              </a:defRPr>
            </a:lvl9pPr>
          </a:lstStyle>
          <a:p xmlns:a="http://schemas.openxmlformats.org/drawingml/2006/main">
            <a:pPr algn="l">
              <a:defRPr sz="1350" b="1">
                <a:solidFill>
                  <a:srgbClr val="5B6D76"/>
                </a:solidFill>
                <a:latin typeface="Yu Gothic"/>
                <a:ea typeface="Yu Gothic"/>
                <a:cs typeface="Yu Gothic"/>
              </a:defRPr>
            </a:pPr>
            <a:r>
              <a:rPr sz="1350" b="1">
                <a:solidFill>
                  <a:srgbClr val="5B6D76"/>
                </a:solidFill>
                <a:latin typeface="Yu Gothic"/>
                <a:ea typeface="Yu Gothic"/>
                <a:cs typeface="Yu Gothic"/>
              </a:rPr>
              <a:t>学習用データの量</a:t>
            </a:r>
          </a:p>
        </p:txBody>
      </p:sp>
      <p:sp>
        <p:nvSpPr>
          <p:cNvPr id="9" name="">
            <a:extLst xmlns:a="http://schemas.openxmlformats.org/drawingml/2006/main">
              <a:ext uri="{FF2B5EF4-FFF2-40B4-BE49-F238E27FC236}">
                <a16:creationId xmlns:a16="http://schemas.microsoft.com/office/drawing/2014/main" id="{025C8F15-4B99-4FE6-9339-A95415BFBF1E}"/>
              </a:ext>
            </a:extLst>
          </p:cNvPr>
          <p:cNvSpPr>
            <a:spLocks xmlns:a="http://schemas.openxmlformats.org/drawingml/2006/main" noGrp="1"/>
          </p:cNvSpPr>
          <p:nvPr/>
        </p:nvSpPr>
        <p:spPr>
          <a:xfrm xmlns:a="http://schemas.openxmlformats.org/drawingml/2006/main">
            <a:off x="723900" y="2752725"/>
            <a:ext cx="1428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325" b="1">
                <a:solidFill>
                  <a:srgbClr val="163A50"/>
                </a:solidFill>
                <a:latin typeface="Yu Gothic"/>
                <a:ea typeface="Yu Gothic"/>
                <a:cs typeface="Yu Gothic"/>
              </a:defRPr>
            </a:defPPr>
            <a:lvl1pPr algn="ctr">
              <a:defRPr sz="2325" b="1">
                <a:solidFill>
                  <a:srgbClr val="163A50"/>
                </a:solidFill>
                <a:latin typeface="Yu Gothic"/>
                <a:ea typeface="Yu Gothic"/>
                <a:cs typeface="Yu Gothic"/>
              </a:defRPr>
            </a:lvl1pPr>
            <a:lvl2pPr algn="ctr">
              <a:defRPr sz="2325" b="1">
                <a:solidFill>
                  <a:srgbClr val="163A50"/>
                </a:solidFill>
                <a:latin typeface="Yu Gothic"/>
                <a:ea typeface="Yu Gothic"/>
                <a:cs typeface="Yu Gothic"/>
              </a:defRPr>
            </a:lvl2pPr>
            <a:lvl3pPr algn="ctr">
              <a:defRPr sz="2325" b="1">
                <a:solidFill>
                  <a:srgbClr val="163A50"/>
                </a:solidFill>
                <a:latin typeface="Yu Gothic"/>
                <a:ea typeface="Yu Gothic"/>
                <a:cs typeface="Yu Gothic"/>
              </a:defRPr>
            </a:lvl3pPr>
            <a:lvl4pPr algn="ctr">
              <a:defRPr sz="2325" b="1">
                <a:solidFill>
                  <a:srgbClr val="163A50"/>
                </a:solidFill>
                <a:latin typeface="Yu Gothic"/>
                <a:ea typeface="Yu Gothic"/>
                <a:cs typeface="Yu Gothic"/>
              </a:defRPr>
            </a:lvl4pPr>
            <a:lvl5pPr algn="ctr">
              <a:defRPr sz="2325" b="1">
                <a:solidFill>
                  <a:srgbClr val="163A50"/>
                </a:solidFill>
                <a:latin typeface="Yu Gothic"/>
                <a:ea typeface="Yu Gothic"/>
                <a:cs typeface="Yu Gothic"/>
              </a:defRPr>
            </a:lvl5pPr>
            <a:lvl6pPr algn="ctr">
              <a:defRPr sz="2325" b="1">
                <a:solidFill>
                  <a:srgbClr val="163A50"/>
                </a:solidFill>
                <a:latin typeface="Yu Gothic"/>
                <a:ea typeface="Yu Gothic"/>
                <a:cs typeface="Yu Gothic"/>
              </a:defRPr>
            </a:lvl6pPr>
            <a:lvl7pPr algn="ctr">
              <a:defRPr sz="2325" b="1">
                <a:solidFill>
                  <a:srgbClr val="163A50"/>
                </a:solidFill>
                <a:latin typeface="Yu Gothic"/>
                <a:ea typeface="Yu Gothic"/>
                <a:cs typeface="Yu Gothic"/>
              </a:defRPr>
            </a:lvl7pPr>
            <a:lvl8pPr algn="ctr">
              <a:defRPr sz="2325" b="1">
                <a:solidFill>
                  <a:srgbClr val="163A50"/>
                </a:solidFill>
                <a:latin typeface="Yu Gothic"/>
                <a:ea typeface="Yu Gothic"/>
                <a:cs typeface="Yu Gothic"/>
              </a:defRPr>
            </a:lvl8pPr>
            <a:lvl9pPr algn="ctr">
              <a:defRPr sz="2325" b="1">
                <a:solidFill>
                  <a:srgbClr val="163A50"/>
                </a:solidFill>
                <a:latin typeface="Yu Gothic"/>
                <a:ea typeface="Yu Gothic"/>
                <a:cs typeface="Yu Gothic"/>
              </a:defRPr>
            </a:lvl9pPr>
          </a:lstStyle>
          <a:p xmlns:a="http://schemas.openxmlformats.org/drawingml/2006/main">
            <a:pPr algn="ctr">
              <a:defRPr sz="2325" b="1">
                <a:solidFill>
                  <a:srgbClr val="163A50"/>
                </a:solidFill>
                <a:latin typeface="Yu Gothic"/>
                <a:ea typeface="Yu Gothic"/>
                <a:cs typeface="Yu Gothic"/>
              </a:defRPr>
            </a:pPr>
            <a:r>
              <a:rPr sz="2325" b="1">
                <a:solidFill>
                  <a:srgbClr val="163A50"/>
                </a:solidFill>
                <a:latin typeface="Yu Gothic"/>
                <a:ea typeface="Yu Gothic"/>
                <a:cs typeface="Yu Gothic"/>
              </a:rPr>
              <a:t>500</a:t>
            </a:r>
          </a:p>
        </p:txBody>
      </p:sp>
      <p:sp>
        <p:nvSpPr>
          <p:cNvPr id="10" name="">
            <a:extLst xmlns:a="http://schemas.openxmlformats.org/drawingml/2006/main">
              <a:ext uri="{FF2B5EF4-FFF2-40B4-BE49-F238E27FC236}">
                <a16:creationId xmlns:a16="http://schemas.microsoft.com/office/drawing/2014/main" id="{B55FB006-71E9-4C19-B587-9C564DD1D6B7}"/>
              </a:ext>
            </a:extLst>
          </p:cNvPr>
          <p:cNvSpPr>
            <a:spLocks xmlns:a="http://schemas.openxmlformats.org/drawingml/2006/main" noGrp="1"/>
          </p:cNvSpPr>
          <p:nvPr/>
        </p:nvSpPr>
        <p:spPr>
          <a:xfrm xmlns:a="http://schemas.openxmlformats.org/drawingml/2006/main">
            <a:off x="2257425" y="2724150"/>
            <a:ext cx="0" cy="51435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11" name="">
            <a:extLst xmlns:a="http://schemas.openxmlformats.org/drawingml/2006/main">
              <a:ext uri="{FF2B5EF4-FFF2-40B4-BE49-F238E27FC236}">
                <a16:creationId xmlns:a16="http://schemas.microsoft.com/office/drawing/2014/main" id="{6971F9BD-0079-4867-8965-C1C1DD0F7388}"/>
              </a:ext>
            </a:extLst>
          </p:cNvPr>
          <p:cNvSpPr>
            <a:spLocks xmlns:a="http://schemas.openxmlformats.org/drawingml/2006/main" noGrp="1"/>
          </p:cNvSpPr>
          <p:nvPr/>
        </p:nvSpPr>
        <p:spPr>
          <a:xfrm xmlns:a="http://schemas.openxmlformats.org/drawingml/2006/main">
            <a:off x="2409825" y="2752725"/>
            <a:ext cx="1428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325" b="1">
                <a:solidFill>
                  <a:srgbClr val="163A50"/>
                </a:solidFill>
                <a:latin typeface="Yu Gothic"/>
                <a:ea typeface="Yu Gothic"/>
                <a:cs typeface="Yu Gothic"/>
              </a:defRPr>
            </a:defPPr>
            <a:lvl1pPr algn="ctr">
              <a:defRPr sz="2325" b="1">
                <a:solidFill>
                  <a:srgbClr val="163A50"/>
                </a:solidFill>
                <a:latin typeface="Yu Gothic"/>
                <a:ea typeface="Yu Gothic"/>
                <a:cs typeface="Yu Gothic"/>
              </a:defRPr>
            </a:lvl1pPr>
            <a:lvl2pPr algn="ctr">
              <a:defRPr sz="2325" b="1">
                <a:solidFill>
                  <a:srgbClr val="163A50"/>
                </a:solidFill>
                <a:latin typeface="Yu Gothic"/>
                <a:ea typeface="Yu Gothic"/>
                <a:cs typeface="Yu Gothic"/>
              </a:defRPr>
            </a:lvl2pPr>
            <a:lvl3pPr algn="ctr">
              <a:defRPr sz="2325" b="1">
                <a:solidFill>
                  <a:srgbClr val="163A50"/>
                </a:solidFill>
                <a:latin typeface="Yu Gothic"/>
                <a:ea typeface="Yu Gothic"/>
                <a:cs typeface="Yu Gothic"/>
              </a:defRPr>
            </a:lvl3pPr>
            <a:lvl4pPr algn="ctr">
              <a:defRPr sz="2325" b="1">
                <a:solidFill>
                  <a:srgbClr val="163A50"/>
                </a:solidFill>
                <a:latin typeface="Yu Gothic"/>
                <a:ea typeface="Yu Gothic"/>
                <a:cs typeface="Yu Gothic"/>
              </a:defRPr>
            </a:lvl4pPr>
            <a:lvl5pPr algn="ctr">
              <a:defRPr sz="2325" b="1">
                <a:solidFill>
                  <a:srgbClr val="163A50"/>
                </a:solidFill>
                <a:latin typeface="Yu Gothic"/>
                <a:ea typeface="Yu Gothic"/>
                <a:cs typeface="Yu Gothic"/>
              </a:defRPr>
            </a:lvl5pPr>
            <a:lvl6pPr algn="ctr">
              <a:defRPr sz="2325" b="1">
                <a:solidFill>
                  <a:srgbClr val="163A50"/>
                </a:solidFill>
                <a:latin typeface="Yu Gothic"/>
                <a:ea typeface="Yu Gothic"/>
                <a:cs typeface="Yu Gothic"/>
              </a:defRPr>
            </a:lvl6pPr>
            <a:lvl7pPr algn="ctr">
              <a:defRPr sz="2325" b="1">
                <a:solidFill>
                  <a:srgbClr val="163A50"/>
                </a:solidFill>
                <a:latin typeface="Yu Gothic"/>
                <a:ea typeface="Yu Gothic"/>
                <a:cs typeface="Yu Gothic"/>
              </a:defRPr>
            </a:lvl7pPr>
            <a:lvl8pPr algn="ctr">
              <a:defRPr sz="2325" b="1">
                <a:solidFill>
                  <a:srgbClr val="163A50"/>
                </a:solidFill>
                <a:latin typeface="Yu Gothic"/>
                <a:ea typeface="Yu Gothic"/>
                <a:cs typeface="Yu Gothic"/>
              </a:defRPr>
            </a:lvl8pPr>
            <a:lvl9pPr algn="ctr">
              <a:defRPr sz="2325" b="1">
                <a:solidFill>
                  <a:srgbClr val="163A50"/>
                </a:solidFill>
                <a:latin typeface="Yu Gothic"/>
                <a:ea typeface="Yu Gothic"/>
                <a:cs typeface="Yu Gothic"/>
              </a:defRPr>
            </a:lvl9pPr>
          </a:lstStyle>
          <a:p xmlns:a="http://schemas.openxmlformats.org/drawingml/2006/main">
            <a:pPr algn="ctr">
              <a:defRPr sz="2325" b="1">
                <a:solidFill>
                  <a:srgbClr val="163A50"/>
                </a:solidFill>
                <a:latin typeface="Yu Gothic"/>
                <a:ea typeface="Yu Gothic"/>
                <a:cs typeface="Yu Gothic"/>
              </a:defRPr>
            </a:pPr>
            <a:r>
              <a:rPr sz="2325" b="1">
                <a:solidFill>
                  <a:srgbClr val="163A50"/>
                </a:solidFill>
                <a:latin typeface="Yu Gothic"/>
                <a:ea typeface="Yu Gothic"/>
                <a:cs typeface="Yu Gothic"/>
              </a:rPr>
              <a:t>1,000</a:t>
            </a:r>
          </a:p>
        </p:txBody>
      </p:sp>
      <p:sp>
        <p:nvSpPr>
          <p:cNvPr id="12" name="">
            <a:extLst xmlns:a="http://schemas.openxmlformats.org/drawingml/2006/main">
              <a:ext uri="{FF2B5EF4-FFF2-40B4-BE49-F238E27FC236}">
                <a16:creationId xmlns:a16="http://schemas.microsoft.com/office/drawing/2014/main" id="{CC211026-4D7A-47D4-88DB-01CFE83544DB}"/>
              </a:ext>
            </a:extLst>
          </p:cNvPr>
          <p:cNvSpPr>
            <a:spLocks xmlns:a="http://schemas.openxmlformats.org/drawingml/2006/main" noGrp="1"/>
          </p:cNvSpPr>
          <p:nvPr/>
        </p:nvSpPr>
        <p:spPr>
          <a:xfrm xmlns:a="http://schemas.openxmlformats.org/drawingml/2006/main">
            <a:off x="3943350" y="2724150"/>
            <a:ext cx="0" cy="51435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13" name="">
            <a:extLst xmlns:a="http://schemas.openxmlformats.org/drawingml/2006/main">
              <a:ext uri="{FF2B5EF4-FFF2-40B4-BE49-F238E27FC236}">
                <a16:creationId xmlns:a16="http://schemas.microsoft.com/office/drawing/2014/main" id="{E799ADA3-19DB-4118-A975-FB15B78B9559}"/>
              </a:ext>
            </a:extLst>
          </p:cNvPr>
          <p:cNvSpPr>
            <a:spLocks xmlns:a="http://schemas.openxmlformats.org/drawingml/2006/main" noGrp="1"/>
          </p:cNvSpPr>
          <p:nvPr/>
        </p:nvSpPr>
        <p:spPr>
          <a:xfrm xmlns:a="http://schemas.openxmlformats.org/drawingml/2006/main">
            <a:off x="4095750" y="2752725"/>
            <a:ext cx="1428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325" b="1">
                <a:solidFill>
                  <a:srgbClr val="163A50"/>
                </a:solidFill>
                <a:latin typeface="Yu Gothic"/>
                <a:ea typeface="Yu Gothic"/>
                <a:cs typeface="Yu Gothic"/>
              </a:defRPr>
            </a:defPPr>
            <a:lvl1pPr algn="ctr">
              <a:defRPr sz="2325" b="1">
                <a:solidFill>
                  <a:srgbClr val="163A50"/>
                </a:solidFill>
                <a:latin typeface="Yu Gothic"/>
                <a:ea typeface="Yu Gothic"/>
                <a:cs typeface="Yu Gothic"/>
              </a:defRPr>
            </a:lvl1pPr>
            <a:lvl2pPr algn="ctr">
              <a:defRPr sz="2325" b="1">
                <a:solidFill>
                  <a:srgbClr val="163A50"/>
                </a:solidFill>
                <a:latin typeface="Yu Gothic"/>
                <a:ea typeface="Yu Gothic"/>
                <a:cs typeface="Yu Gothic"/>
              </a:defRPr>
            </a:lvl2pPr>
            <a:lvl3pPr algn="ctr">
              <a:defRPr sz="2325" b="1">
                <a:solidFill>
                  <a:srgbClr val="163A50"/>
                </a:solidFill>
                <a:latin typeface="Yu Gothic"/>
                <a:ea typeface="Yu Gothic"/>
                <a:cs typeface="Yu Gothic"/>
              </a:defRPr>
            </a:lvl3pPr>
            <a:lvl4pPr algn="ctr">
              <a:defRPr sz="2325" b="1">
                <a:solidFill>
                  <a:srgbClr val="163A50"/>
                </a:solidFill>
                <a:latin typeface="Yu Gothic"/>
                <a:ea typeface="Yu Gothic"/>
                <a:cs typeface="Yu Gothic"/>
              </a:defRPr>
            </a:lvl4pPr>
            <a:lvl5pPr algn="ctr">
              <a:defRPr sz="2325" b="1">
                <a:solidFill>
                  <a:srgbClr val="163A50"/>
                </a:solidFill>
                <a:latin typeface="Yu Gothic"/>
                <a:ea typeface="Yu Gothic"/>
                <a:cs typeface="Yu Gothic"/>
              </a:defRPr>
            </a:lvl5pPr>
            <a:lvl6pPr algn="ctr">
              <a:defRPr sz="2325" b="1">
                <a:solidFill>
                  <a:srgbClr val="163A50"/>
                </a:solidFill>
                <a:latin typeface="Yu Gothic"/>
                <a:ea typeface="Yu Gothic"/>
                <a:cs typeface="Yu Gothic"/>
              </a:defRPr>
            </a:lvl6pPr>
            <a:lvl7pPr algn="ctr">
              <a:defRPr sz="2325" b="1">
                <a:solidFill>
                  <a:srgbClr val="163A50"/>
                </a:solidFill>
                <a:latin typeface="Yu Gothic"/>
                <a:ea typeface="Yu Gothic"/>
                <a:cs typeface="Yu Gothic"/>
              </a:defRPr>
            </a:lvl7pPr>
            <a:lvl8pPr algn="ctr">
              <a:defRPr sz="2325" b="1">
                <a:solidFill>
                  <a:srgbClr val="163A50"/>
                </a:solidFill>
                <a:latin typeface="Yu Gothic"/>
                <a:ea typeface="Yu Gothic"/>
                <a:cs typeface="Yu Gothic"/>
              </a:defRPr>
            </a:lvl8pPr>
            <a:lvl9pPr algn="ctr">
              <a:defRPr sz="2325" b="1">
                <a:solidFill>
                  <a:srgbClr val="163A50"/>
                </a:solidFill>
                <a:latin typeface="Yu Gothic"/>
                <a:ea typeface="Yu Gothic"/>
                <a:cs typeface="Yu Gothic"/>
              </a:defRPr>
            </a:lvl9pPr>
          </a:lstStyle>
          <a:p xmlns:a="http://schemas.openxmlformats.org/drawingml/2006/main">
            <a:pPr algn="ctr">
              <a:defRPr sz="2325" b="1">
                <a:solidFill>
                  <a:srgbClr val="163A50"/>
                </a:solidFill>
                <a:latin typeface="Yu Gothic"/>
                <a:ea typeface="Yu Gothic"/>
                <a:cs typeface="Yu Gothic"/>
              </a:defRPr>
            </a:pPr>
            <a:r>
              <a:rPr sz="2325" b="1">
                <a:solidFill>
                  <a:srgbClr val="163A50"/>
                </a:solidFill>
                <a:latin typeface="Yu Gothic"/>
                <a:ea typeface="Yu Gothic"/>
                <a:cs typeface="Yu Gothic"/>
              </a:rPr>
              <a:t>2,000</a:t>
            </a:r>
          </a:p>
        </p:txBody>
      </p:sp>
      <p:sp>
        <p:nvSpPr>
          <p:cNvPr id="14" name="">
            <a:extLst xmlns:a="http://schemas.openxmlformats.org/drawingml/2006/main">
              <a:ext uri="{FF2B5EF4-FFF2-40B4-BE49-F238E27FC236}">
                <a16:creationId xmlns:a16="http://schemas.microsoft.com/office/drawing/2014/main" id="{8DA85892-12EF-4E12-BC4A-F2E2B393DD0C}"/>
              </a:ext>
            </a:extLst>
          </p:cNvPr>
          <p:cNvSpPr>
            <a:spLocks xmlns:a="http://schemas.openxmlformats.org/drawingml/2006/main" noGrp="1"/>
          </p:cNvSpPr>
          <p:nvPr/>
        </p:nvSpPr>
        <p:spPr>
          <a:xfrm xmlns:a="http://schemas.openxmlformats.org/drawingml/2006/main">
            <a:off x="5629275" y="2724150"/>
            <a:ext cx="0" cy="51435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15" name="">
            <a:extLst xmlns:a="http://schemas.openxmlformats.org/drawingml/2006/main">
              <a:ext uri="{FF2B5EF4-FFF2-40B4-BE49-F238E27FC236}">
                <a16:creationId xmlns:a16="http://schemas.microsoft.com/office/drawing/2014/main" id="{A9714BE4-FC92-473B-A331-ED621033B123}"/>
              </a:ext>
            </a:extLst>
          </p:cNvPr>
          <p:cNvSpPr>
            <a:spLocks xmlns:a="http://schemas.openxmlformats.org/drawingml/2006/main" noGrp="1"/>
          </p:cNvSpPr>
          <p:nvPr/>
        </p:nvSpPr>
        <p:spPr>
          <a:xfrm xmlns:a="http://schemas.openxmlformats.org/drawingml/2006/main">
            <a:off x="5781675" y="2752725"/>
            <a:ext cx="1428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325" b="1">
                <a:solidFill>
                  <a:srgbClr val="163A50"/>
                </a:solidFill>
                <a:latin typeface="Yu Gothic"/>
                <a:ea typeface="Yu Gothic"/>
                <a:cs typeface="Yu Gothic"/>
              </a:defRPr>
            </a:defPPr>
            <a:lvl1pPr algn="ctr">
              <a:defRPr sz="2325" b="1">
                <a:solidFill>
                  <a:srgbClr val="163A50"/>
                </a:solidFill>
                <a:latin typeface="Yu Gothic"/>
                <a:ea typeface="Yu Gothic"/>
                <a:cs typeface="Yu Gothic"/>
              </a:defRPr>
            </a:lvl1pPr>
            <a:lvl2pPr algn="ctr">
              <a:defRPr sz="2325" b="1">
                <a:solidFill>
                  <a:srgbClr val="163A50"/>
                </a:solidFill>
                <a:latin typeface="Yu Gothic"/>
                <a:ea typeface="Yu Gothic"/>
                <a:cs typeface="Yu Gothic"/>
              </a:defRPr>
            </a:lvl2pPr>
            <a:lvl3pPr algn="ctr">
              <a:defRPr sz="2325" b="1">
                <a:solidFill>
                  <a:srgbClr val="163A50"/>
                </a:solidFill>
                <a:latin typeface="Yu Gothic"/>
                <a:ea typeface="Yu Gothic"/>
                <a:cs typeface="Yu Gothic"/>
              </a:defRPr>
            </a:lvl3pPr>
            <a:lvl4pPr algn="ctr">
              <a:defRPr sz="2325" b="1">
                <a:solidFill>
                  <a:srgbClr val="163A50"/>
                </a:solidFill>
                <a:latin typeface="Yu Gothic"/>
                <a:ea typeface="Yu Gothic"/>
                <a:cs typeface="Yu Gothic"/>
              </a:defRPr>
            </a:lvl4pPr>
            <a:lvl5pPr algn="ctr">
              <a:defRPr sz="2325" b="1">
                <a:solidFill>
                  <a:srgbClr val="163A50"/>
                </a:solidFill>
                <a:latin typeface="Yu Gothic"/>
                <a:ea typeface="Yu Gothic"/>
                <a:cs typeface="Yu Gothic"/>
              </a:defRPr>
            </a:lvl5pPr>
            <a:lvl6pPr algn="ctr">
              <a:defRPr sz="2325" b="1">
                <a:solidFill>
                  <a:srgbClr val="163A50"/>
                </a:solidFill>
                <a:latin typeface="Yu Gothic"/>
                <a:ea typeface="Yu Gothic"/>
                <a:cs typeface="Yu Gothic"/>
              </a:defRPr>
            </a:lvl6pPr>
            <a:lvl7pPr algn="ctr">
              <a:defRPr sz="2325" b="1">
                <a:solidFill>
                  <a:srgbClr val="163A50"/>
                </a:solidFill>
                <a:latin typeface="Yu Gothic"/>
                <a:ea typeface="Yu Gothic"/>
                <a:cs typeface="Yu Gothic"/>
              </a:defRPr>
            </a:lvl7pPr>
            <a:lvl8pPr algn="ctr">
              <a:defRPr sz="2325" b="1">
                <a:solidFill>
                  <a:srgbClr val="163A50"/>
                </a:solidFill>
                <a:latin typeface="Yu Gothic"/>
                <a:ea typeface="Yu Gothic"/>
                <a:cs typeface="Yu Gothic"/>
              </a:defRPr>
            </a:lvl8pPr>
            <a:lvl9pPr algn="ctr">
              <a:defRPr sz="2325" b="1">
                <a:solidFill>
                  <a:srgbClr val="163A50"/>
                </a:solidFill>
                <a:latin typeface="Yu Gothic"/>
                <a:ea typeface="Yu Gothic"/>
                <a:cs typeface="Yu Gothic"/>
              </a:defRPr>
            </a:lvl9pPr>
          </a:lstStyle>
          <a:p xmlns:a="http://schemas.openxmlformats.org/drawingml/2006/main">
            <a:pPr algn="ctr">
              <a:defRPr sz="2325" b="1">
                <a:solidFill>
                  <a:srgbClr val="163A50"/>
                </a:solidFill>
                <a:latin typeface="Yu Gothic"/>
                <a:ea typeface="Yu Gothic"/>
                <a:cs typeface="Yu Gothic"/>
              </a:defRPr>
            </a:pPr>
            <a:r>
              <a:rPr sz="2325" b="1">
                <a:solidFill>
                  <a:srgbClr val="163A50"/>
                </a:solidFill>
                <a:latin typeface="Yu Gothic"/>
                <a:ea typeface="Yu Gothic"/>
                <a:cs typeface="Yu Gothic"/>
              </a:rPr>
              <a:t>5,000</a:t>
            </a:r>
          </a:p>
        </p:txBody>
      </p:sp>
      <p:sp>
        <p:nvSpPr>
          <p:cNvPr id="16" name="">
            <a:extLst xmlns:a="http://schemas.openxmlformats.org/drawingml/2006/main">
              <a:ext uri="{FF2B5EF4-FFF2-40B4-BE49-F238E27FC236}">
                <a16:creationId xmlns:a16="http://schemas.microsoft.com/office/drawing/2014/main" id="{B5D7CBD5-CD83-41EA-894F-CCD62FA50F70}"/>
              </a:ext>
            </a:extLst>
          </p:cNvPr>
          <p:cNvSpPr>
            <a:spLocks xmlns:a="http://schemas.openxmlformats.org/drawingml/2006/main" noGrp="1"/>
          </p:cNvSpPr>
          <p:nvPr/>
        </p:nvSpPr>
        <p:spPr>
          <a:xfrm xmlns:a="http://schemas.openxmlformats.org/drawingml/2006/main">
            <a:off x="723900" y="3381375"/>
            <a:ext cx="10744200" cy="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17" name="">
            <a:extLst xmlns:a="http://schemas.openxmlformats.org/drawingml/2006/main">
              <a:ext uri="{FF2B5EF4-FFF2-40B4-BE49-F238E27FC236}">
                <a16:creationId xmlns:a16="http://schemas.microsoft.com/office/drawing/2014/main" id="{2E10198B-B3FB-469E-A3D0-DF60C7628471}"/>
              </a:ext>
            </a:extLst>
          </p:cNvPr>
          <p:cNvSpPr>
            <a:spLocks xmlns:a="http://schemas.openxmlformats.org/drawingml/2006/main" noGrp="1"/>
          </p:cNvSpPr>
          <p:nvPr/>
        </p:nvSpPr>
        <p:spPr>
          <a:xfrm xmlns:a="http://schemas.openxmlformats.org/drawingml/2006/main">
            <a:off x="723900" y="36004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5B6D76"/>
                </a:solidFill>
                <a:latin typeface="Yu Gothic"/>
                <a:ea typeface="Yu Gothic"/>
                <a:cs typeface="Yu Gothic"/>
              </a:defRPr>
            </a:defPPr>
            <a:lvl1pPr algn="l">
              <a:defRPr sz="1350" b="1">
                <a:solidFill>
                  <a:srgbClr val="5B6D76"/>
                </a:solidFill>
                <a:latin typeface="Yu Gothic"/>
                <a:ea typeface="Yu Gothic"/>
                <a:cs typeface="Yu Gothic"/>
              </a:defRPr>
            </a:lvl1pPr>
            <a:lvl2pPr algn="l">
              <a:defRPr sz="1350" b="1">
                <a:solidFill>
                  <a:srgbClr val="5B6D76"/>
                </a:solidFill>
                <a:latin typeface="Yu Gothic"/>
                <a:ea typeface="Yu Gothic"/>
                <a:cs typeface="Yu Gothic"/>
              </a:defRPr>
            </a:lvl2pPr>
            <a:lvl3pPr algn="l">
              <a:defRPr sz="1350" b="1">
                <a:solidFill>
                  <a:srgbClr val="5B6D76"/>
                </a:solidFill>
                <a:latin typeface="Yu Gothic"/>
                <a:ea typeface="Yu Gothic"/>
                <a:cs typeface="Yu Gothic"/>
              </a:defRPr>
            </a:lvl3pPr>
            <a:lvl4pPr algn="l">
              <a:defRPr sz="1350" b="1">
                <a:solidFill>
                  <a:srgbClr val="5B6D76"/>
                </a:solidFill>
                <a:latin typeface="Yu Gothic"/>
                <a:ea typeface="Yu Gothic"/>
                <a:cs typeface="Yu Gothic"/>
              </a:defRPr>
            </a:lvl4pPr>
            <a:lvl5pPr algn="l">
              <a:defRPr sz="1350" b="1">
                <a:solidFill>
                  <a:srgbClr val="5B6D76"/>
                </a:solidFill>
                <a:latin typeface="Yu Gothic"/>
                <a:ea typeface="Yu Gothic"/>
                <a:cs typeface="Yu Gothic"/>
              </a:defRPr>
            </a:lvl5pPr>
            <a:lvl6pPr algn="l">
              <a:defRPr sz="1350" b="1">
                <a:solidFill>
                  <a:srgbClr val="5B6D76"/>
                </a:solidFill>
                <a:latin typeface="Yu Gothic"/>
                <a:ea typeface="Yu Gothic"/>
                <a:cs typeface="Yu Gothic"/>
              </a:defRPr>
            </a:lvl6pPr>
            <a:lvl7pPr algn="l">
              <a:defRPr sz="1350" b="1">
                <a:solidFill>
                  <a:srgbClr val="5B6D76"/>
                </a:solidFill>
                <a:latin typeface="Yu Gothic"/>
                <a:ea typeface="Yu Gothic"/>
                <a:cs typeface="Yu Gothic"/>
              </a:defRPr>
            </a:lvl7pPr>
            <a:lvl8pPr algn="l">
              <a:defRPr sz="1350" b="1">
                <a:solidFill>
                  <a:srgbClr val="5B6D76"/>
                </a:solidFill>
                <a:latin typeface="Yu Gothic"/>
                <a:ea typeface="Yu Gothic"/>
                <a:cs typeface="Yu Gothic"/>
              </a:defRPr>
            </a:lvl8pPr>
            <a:lvl9pPr algn="l">
              <a:defRPr sz="1350" b="1">
                <a:solidFill>
                  <a:srgbClr val="5B6D76"/>
                </a:solidFill>
                <a:latin typeface="Yu Gothic"/>
                <a:ea typeface="Yu Gothic"/>
                <a:cs typeface="Yu Gothic"/>
              </a:defRPr>
            </a:lvl9pPr>
          </a:lstStyle>
          <a:p xmlns:a="http://schemas.openxmlformats.org/drawingml/2006/main">
            <a:pPr algn="l">
              <a:defRPr sz="1350" b="1">
                <a:solidFill>
                  <a:srgbClr val="5B6D76"/>
                </a:solidFill>
                <a:latin typeface="Yu Gothic"/>
                <a:ea typeface="Yu Gothic"/>
                <a:cs typeface="Yu Gothic"/>
              </a:defRPr>
            </a:pPr>
            <a:r>
              <a:rPr sz="1350" b="1">
                <a:solidFill>
                  <a:srgbClr val="5B6D76"/>
                </a:solidFill>
                <a:latin typeface="Yu Gothic"/>
                <a:ea typeface="Yu Gothic"/>
                <a:cs typeface="Yu Gothic"/>
              </a:rPr>
              <a:t>学習用データ中の「申し込みあり」の割合</a:t>
            </a:r>
          </a:p>
        </p:txBody>
      </p:sp>
      <p:sp>
        <p:nvSpPr>
          <p:cNvPr id="18" name="">
            <a:extLst xmlns:a="http://schemas.openxmlformats.org/drawingml/2006/main">
              <a:ext uri="{FF2B5EF4-FFF2-40B4-BE49-F238E27FC236}">
                <a16:creationId xmlns:a16="http://schemas.microsoft.com/office/drawing/2014/main" id="{FA28A80E-2EED-4578-9B19-859774018CFA}"/>
              </a:ext>
            </a:extLst>
          </p:cNvPr>
          <p:cNvSpPr>
            <a:spLocks xmlns:a="http://schemas.openxmlformats.org/drawingml/2006/main" noGrp="1"/>
          </p:cNvSpPr>
          <p:nvPr/>
        </p:nvSpPr>
        <p:spPr>
          <a:xfrm xmlns:a="http://schemas.openxmlformats.org/drawingml/2006/main">
            <a:off x="723900" y="4010025"/>
            <a:ext cx="16573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325" b="1">
                <a:solidFill>
                  <a:srgbClr val="D66B57"/>
                </a:solidFill>
                <a:latin typeface="Yu Gothic"/>
                <a:ea typeface="Yu Gothic"/>
                <a:cs typeface="Yu Gothic"/>
              </a:defRPr>
            </a:defPPr>
            <a:lvl1pPr algn="ctr">
              <a:defRPr sz="2325" b="1">
                <a:solidFill>
                  <a:srgbClr val="D66B57"/>
                </a:solidFill>
                <a:latin typeface="Yu Gothic"/>
                <a:ea typeface="Yu Gothic"/>
                <a:cs typeface="Yu Gothic"/>
              </a:defRPr>
            </a:lvl1pPr>
            <a:lvl2pPr algn="ctr">
              <a:defRPr sz="2325" b="1">
                <a:solidFill>
                  <a:srgbClr val="D66B57"/>
                </a:solidFill>
                <a:latin typeface="Yu Gothic"/>
                <a:ea typeface="Yu Gothic"/>
                <a:cs typeface="Yu Gothic"/>
              </a:defRPr>
            </a:lvl2pPr>
            <a:lvl3pPr algn="ctr">
              <a:defRPr sz="2325" b="1">
                <a:solidFill>
                  <a:srgbClr val="D66B57"/>
                </a:solidFill>
                <a:latin typeface="Yu Gothic"/>
                <a:ea typeface="Yu Gothic"/>
                <a:cs typeface="Yu Gothic"/>
              </a:defRPr>
            </a:lvl3pPr>
            <a:lvl4pPr algn="ctr">
              <a:defRPr sz="2325" b="1">
                <a:solidFill>
                  <a:srgbClr val="D66B57"/>
                </a:solidFill>
                <a:latin typeface="Yu Gothic"/>
                <a:ea typeface="Yu Gothic"/>
                <a:cs typeface="Yu Gothic"/>
              </a:defRPr>
            </a:lvl4pPr>
            <a:lvl5pPr algn="ctr">
              <a:defRPr sz="2325" b="1">
                <a:solidFill>
                  <a:srgbClr val="D66B57"/>
                </a:solidFill>
                <a:latin typeface="Yu Gothic"/>
                <a:ea typeface="Yu Gothic"/>
                <a:cs typeface="Yu Gothic"/>
              </a:defRPr>
            </a:lvl5pPr>
            <a:lvl6pPr algn="ctr">
              <a:defRPr sz="2325" b="1">
                <a:solidFill>
                  <a:srgbClr val="D66B57"/>
                </a:solidFill>
                <a:latin typeface="Yu Gothic"/>
                <a:ea typeface="Yu Gothic"/>
                <a:cs typeface="Yu Gothic"/>
              </a:defRPr>
            </a:lvl6pPr>
            <a:lvl7pPr algn="ctr">
              <a:defRPr sz="2325" b="1">
                <a:solidFill>
                  <a:srgbClr val="D66B57"/>
                </a:solidFill>
                <a:latin typeface="Yu Gothic"/>
                <a:ea typeface="Yu Gothic"/>
                <a:cs typeface="Yu Gothic"/>
              </a:defRPr>
            </a:lvl7pPr>
            <a:lvl8pPr algn="ctr">
              <a:defRPr sz="2325" b="1">
                <a:solidFill>
                  <a:srgbClr val="D66B57"/>
                </a:solidFill>
                <a:latin typeface="Yu Gothic"/>
                <a:ea typeface="Yu Gothic"/>
                <a:cs typeface="Yu Gothic"/>
              </a:defRPr>
            </a:lvl8pPr>
            <a:lvl9pPr algn="ctr">
              <a:defRPr sz="2325" b="1">
                <a:solidFill>
                  <a:srgbClr val="D66B57"/>
                </a:solidFill>
                <a:latin typeface="Yu Gothic"/>
                <a:ea typeface="Yu Gothic"/>
                <a:cs typeface="Yu Gothic"/>
              </a:defRPr>
            </a:lvl9pPr>
          </a:lstStyle>
          <a:p xmlns:a="http://schemas.openxmlformats.org/drawingml/2006/main">
            <a:pPr algn="ctr">
              <a:defRPr sz="2325" b="1">
                <a:solidFill>
                  <a:srgbClr val="D66B57"/>
                </a:solidFill>
                <a:latin typeface="Yu Gothic"/>
                <a:ea typeface="Yu Gothic"/>
                <a:cs typeface="Yu Gothic"/>
              </a:defRPr>
            </a:pPr>
            <a:r>
              <a:rPr sz="2325" b="1">
                <a:solidFill>
                  <a:srgbClr val="D66B57"/>
                </a:solidFill>
                <a:latin typeface="Yu Gothic"/>
                <a:ea typeface="Yu Gothic"/>
                <a:cs typeface="Yu Gothic"/>
              </a:rPr>
              <a:t>50%</a:t>
            </a:r>
          </a:p>
        </p:txBody>
      </p:sp>
      <p:sp>
        <p:nvSpPr>
          <p:cNvPr id="19" name="">
            <a:extLst xmlns:a="http://schemas.openxmlformats.org/drawingml/2006/main">
              <a:ext uri="{FF2B5EF4-FFF2-40B4-BE49-F238E27FC236}">
                <a16:creationId xmlns:a16="http://schemas.microsoft.com/office/drawing/2014/main" id="{CF86D7A2-F7B2-4950-ADDA-8D5B1A7ECB3D}"/>
              </a:ext>
            </a:extLst>
          </p:cNvPr>
          <p:cNvSpPr>
            <a:spLocks xmlns:a="http://schemas.openxmlformats.org/drawingml/2006/main" noGrp="1"/>
          </p:cNvSpPr>
          <p:nvPr/>
        </p:nvSpPr>
        <p:spPr>
          <a:xfrm xmlns:a="http://schemas.openxmlformats.org/drawingml/2006/main">
            <a:off x="2800350" y="4010025"/>
            <a:ext cx="16573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325" b="1">
                <a:solidFill>
                  <a:srgbClr val="D66B57"/>
                </a:solidFill>
                <a:latin typeface="Yu Gothic"/>
                <a:ea typeface="Yu Gothic"/>
                <a:cs typeface="Yu Gothic"/>
              </a:defRPr>
            </a:defPPr>
            <a:lvl1pPr algn="ctr">
              <a:defRPr sz="2325" b="1">
                <a:solidFill>
                  <a:srgbClr val="D66B57"/>
                </a:solidFill>
                <a:latin typeface="Yu Gothic"/>
                <a:ea typeface="Yu Gothic"/>
                <a:cs typeface="Yu Gothic"/>
              </a:defRPr>
            </a:lvl1pPr>
            <a:lvl2pPr algn="ctr">
              <a:defRPr sz="2325" b="1">
                <a:solidFill>
                  <a:srgbClr val="D66B57"/>
                </a:solidFill>
                <a:latin typeface="Yu Gothic"/>
                <a:ea typeface="Yu Gothic"/>
                <a:cs typeface="Yu Gothic"/>
              </a:defRPr>
            </a:lvl2pPr>
            <a:lvl3pPr algn="ctr">
              <a:defRPr sz="2325" b="1">
                <a:solidFill>
                  <a:srgbClr val="D66B57"/>
                </a:solidFill>
                <a:latin typeface="Yu Gothic"/>
                <a:ea typeface="Yu Gothic"/>
                <a:cs typeface="Yu Gothic"/>
              </a:defRPr>
            </a:lvl3pPr>
            <a:lvl4pPr algn="ctr">
              <a:defRPr sz="2325" b="1">
                <a:solidFill>
                  <a:srgbClr val="D66B57"/>
                </a:solidFill>
                <a:latin typeface="Yu Gothic"/>
                <a:ea typeface="Yu Gothic"/>
                <a:cs typeface="Yu Gothic"/>
              </a:defRPr>
            </a:lvl4pPr>
            <a:lvl5pPr algn="ctr">
              <a:defRPr sz="2325" b="1">
                <a:solidFill>
                  <a:srgbClr val="D66B57"/>
                </a:solidFill>
                <a:latin typeface="Yu Gothic"/>
                <a:ea typeface="Yu Gothic"/>
                <a:cs typeface="Yu Gothic"/>
              </a:defRPr>
            </a:lvl5pPr>
            <a:lvl6pPr algn="ctr">
              <a:defRPr sz="2325" b="1">
                <a:solidFill>
                  <a:srgbClr val="D66B57"/>
                </a:solidFill>
                <a:latin typeface="Yu Gothic"/>
                <a:ea typeface="Yu Gothic"/>
                <a:cs typeface="Yu Gothic"/>
              </a:defRPr>
            </a:lvl6pPr>
            <a:lvl7pPr algn="ctr">
              <a:defRPr sz="2325" b="1">
                <a:solidFill>
                  <a:srgbClr val="D66B57"/>
                </a:solidFill>
                <a:latin typeface="Yu Gothic"/>
                <a:ea typeface="Yu Gothic"/>
                <a:cs typeface="Yu Gothic"/>
              </a:defRPr>
            </a:lvl7pPr>
            <a:lvl8pPr algn="ctr">
              <a:defRPr sz="2325" b="1">
                <a:solidFill>
                  <a:srgbClr val="D66B57"/>
                </a:solidFill>
                <a:latin typeface="Yu Gothic"/>
                <a:ea typeface="Yu Gothic"/>
                <a:cs typeface="Yu Gothic"/>
              </a:defRPr>
            </a:lvl8pPr>
            <a:lvl9pPr algn="ctr">
              <a:defRPr sz="2325" b="1">
                <a:solidFill>
                  <a:srgbClr val="D66B57"/>
                </a:solidFill>
                <a:latin typeface="Yu Gothic"/>
                <a:ea typeface="Yu Gothic"/>
                <a:cs typeface="Yu Gothic"/>
              </a:defRPr>
            </a:lvl9pPr>
          </a:lstStyle>
          <a:p xmlns:a="http://schemas.openxmlformats.org/drawingml/2006/main">
            <a:pPr algn="ctr">
              <a:defRPr sz="2325" b="1">
                <a:solidFill>
                  <a:srgbClr val="D66B57"/>
                </a:solidFill>
                <a:latin typeface="Yu Gothic"/>
                <a:ea typeface="Yu Gothic"/>
                <a:cs typeface="Yu Gothic"/>
              </a:defRPr>
            </a:pPr>
            <a:r>
              <a:rPr sz="2325" b="1">
                <a:solidFill>
                  <a:srgbClr val="D66B57"/>
                </a:solidFill>
                <a:latin typeface="Yu Gothic"/>
                <a:ea typeface="Yu Gothic"/>
                <a:cs typeface="Yu Gothic"/>
              </a:rPr>
              <a:t>30%</a:t>
            </a:r>
          </a:p>
        </p:txBody>
      </p:sp>
      <p:sp>
        <p:nvSpPr>
          <p:cNvPr id="20" name="">
            <a:extLst xmlns:a="http://schemas.openxmlformats.org/drawingml/2006/main">
              <a:ext uri="{FF2B5EF4-FFF2-40B4-BE49-F238E27FC236}">
                <a16:creationId xmlns:a16="http://schemas.microsoft.com/office/drawing/2014/main" id="{DCBBDE17-7436-42C0-8E49-9E0FFD3ABC7D}"/>
              </a:ext>
            </a:extLst>
          </p:cNvPr>
          <p:cNvSpPr>
            <a:spLocks xmlns:a="http://schemas.openxmlformats.org/drawingml/2006/main" noGrp="1"/>
          </p:cNvSpPr>
          <p:nvPr/>
        </p:nvSpPr>
        <p:spPr>
          <a:xfrm xmlns:a="http://schemas.openxmlformats.org/drawingml/2006/main">
            <a:off x="4876800" y="4010025"/>
            <a:ext cx="16573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325" b="1">
                <a:solidFill>
                  <a:srgbClr val="D66B57"/>
                </a:solidFill>
                <a:latin typeface="Yu Gothic"/>
                <a:ea typeface="Yu Gothic"/>
                <a:cs typeface="Yu Gothic"/>
              </a:defRPr>
            </a:defPPr>
            <a:lvl1pPr algn="ctr">
              <a:defRPr sz="2325" b="1">
                <a:solidFill>
                  <a:srgbClr val="D66B57"/>
                </a:solidFill>
                <a:latin typeface="Yu Gothic"/>
                <a:ea typeface="Yu Gothic"/>
                <a:cs typeface="Yu Gothic"/>
              </a:defRPr>
            </a:lvl1pPr>
            <a:lvl2pPr algn="ctr">
              <a:defRPr sz="2325" b="1">
                <a:solidFill>
                  <a:srgbClr val="D66B57"/>
                </a:solidFill>
                <a:latin typeface="Yu Gothic"/>
                <a:ea typeface="Yu Gothic"/>
                <a:cs typeface="Yu Gothic"/>
              </a:defRPr>
            </a:lvl2pPr>
            <a:lvl3pPr algn="ctr">
              <a:defRPr sz="2325" b="1">
                <a:solidFill>
                  <a:srgbClr val="D66B57"/>
                </a:solidFill>
                <a:latin typeface="Yu Gothic"/>
                <a:ea typeface="Yu Gothic"/>
                <a:cs typeface="Yu Gothic"/>
              </a:defRPr>
            </a:lvl3pPr>
            <a:lvl4pPr algn="ctr">
              <a:defRPr sz="2325" b="1">
                <a:solidFill>
                  <a:srgbClr val="D66B57"/>
                </a:solidFill>
                <a:latin typeface="Yu Gothic"/>
                <a:ea typeface="Yu Gothic"/>
                <a:cs typeface="Yu Gothic"/>
              </a:defRPr>
            </a:lvl4pPr>
            <a:lvl5pPr algn="ctr">
              <a:defRPr sz="2325" b="1">
                <a:solidFill>
                  <a:srgbClr val="D66B57"/>
                </a:solidFill>
                <a:latin typeface="Yu Gothic"/>
                <a:ea typeface="Yu Gothic"/>
                <a:cs typeface="Yu Gothic"/>
              </a:defRPr>
            </a:lvl5pPr>
            <a:lvl6pPr algn="ctr">
              <a:defRPr sz="2325" b="1">
                <a:solidFill>
                  <a:srgbClr val="D66B57"/>
                </a:solidFill>
                <a:latin typeface="Yu Gothic"/>
                <a:ea typeface="Yu Gothic"/>
                <a:cs typeface="Yu Gothic"/>
              </a:defRPr>
            </a:lvl6pPr>
            <a:lvl7pPr algn="ctr">
              <a:defRPr sz="2325" b="1">
                <a:solidFill>
                  <a:srgbClr val="D66B57"/>
                </a:solidFill>
                <a:latin typeface="Yu Gothic"/>
                <a:ea typeface="Yu Gothic"/>
                <a:cs typeface="Yu Gothic"/>
              </a:defRPr>
            </a:lvl7pPr>
            <a:lvl8pPr algn="ctr">
              <a:defRPr sz="2325" b="1">
                <a:solidFill>
                  <a:srgbClr val="D66B57"/>
                </a:solidFill>
                <a:latin typeface="Yu Gothic"/>
                <a:ea typeface="Yu Gothic"/>
                <a:cs typeface="Yu Gothic"/>
              </a:defRPr>
            </a:lvl8pPr>
            <a:lvl9pPr algn="ctr">
              <a:defRPr sz="2325" b="1">
                <a:solidFill>
                  <a:srgbClr val="D66B57"/>
                </a:solidFill>
                <a:latin typeface="Yu Gothic"/>
                <a:ea typeface="Yu Gothic"/>
                <a:cs typeface="Yu Gothic"/>
              </a:defRPr>
            </a:lvl9pPr>
          </a:lstStyle>
          <a:p xmlns:a="http://schemas.openxmlformats.org/drawingml/2006/main">
            <a:pPr algn="ctr">
              <a:defRPr sz="2325" b="1">
                <a:solidFill>
                  <a:srgbClr val="D66B57"/>
                </a:solidFill>
                <a:latin typeface="Yu Gothic"/>
                <a:ea typeface="Yu Gothic"/>
                <a:cs typeface="Yu Gothic"/>
              </a:defRPr>
            </a:pPr>
            <a:r>
              <a:rPr sz="2325" b="1">
                <a:solidFill>
                  <a:srgbClr val="D66B57"/>
                </a:solidFill>
                <a:latin typeface="Yu Gothic"/>
                <a:ea typeface="Yu Gothic"/>
                <a:cs typeface="Yu Gothic"/>
              </a:rPr>
              <a:t>10%</a:t>
            </a:r>
          </a:p>
        </p:txBody>
      </p:sp>
      <p:sp>
        <p:nvSpPr>
          <p:cNvPr id="21" name="">
            <a:extLst xmlns:a="http://schemas.openxmlformats.org/drawingml/2006/main">
              <a:ext uri="{FF2B5EF4-FFF2-40B4-BE49-F238E27FC236}">
                <a16:creationId xmlns:a16="http://schemas.microsoft.com/office/drawing/2014/main" id="{A8094149-C854-4258-AFE1-8D5CE955BF81}"/>
              </a:ext>
            </a:extLst>
          </p:cNvPr>
          <p:cNvSpPr>
            <a:spLocks xmlns:a="http://schemas.openxmlformats.org/drawingml/2006/main" noGrp="1"/>
          </p:cNvSpPr>
          <p:nvPr/>
        </p:nvSpPr>
        <p:spPr>
          <a:xfrm xmlns:a="http://schemas.openxmlformats.org/drawingml/2006/main">
            <a:off x="6953250" y="4010025"/>
            <a:ext cx="16573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325" b="1">
                <a:solidFill>
                  <a:srgbClr val="D66B57"/>
                </a:solidFill>
                <a:latin typeface="Yu Gothic"/>
                <a:ea typeface="Yu Gothic"/>
                <a:cs typeface="Yu Gothic"/>
              </a:defRPr>
            </a:defPPr>
            <a:lvl1pPr algn="ctr">
              <a:defRPr sz="2325" b="1">
                <a:solidFill>
                  <a:srgbClr val="D66B57"/>
                </a:solidFill>
                <a:latin typeface="Yu Gothic"/>
                <a:ea typeface="Yu Gothic"/>
                <a:cs typeface="Yu Gothic"/>
              </a:defRPr>
            </a:lvl1pPr>
            <a:lvl2pPr algn="ctr">
              <a:defRPr sz="2325" b="1">
                <a:solidFill>
                  <a:srgbClr val="D66B57"/>
                </a:solidFill>
                <a:latin typeface="Yu Gothic"/>
                <a:ea typeface="Yu Gothic"/>
                <a:cs typeface="Yu Gothic"/>
              </a:defRPr>
            </a:lvl2pPr>
            <a:lvl3pPr algn="ctr">
              <a:defRPr sz="2325" b="1">
                <a:solidFill>
                  <a:srgbClr val="D66B57"/>
                </a:solidFill>
                <a:latin typeface="Yu Gothic"/>
                <a:ea typeface="Yu Gothic"/>
                <a:cs typeface="Yu Gothic"/>
              </a:defRPr>
            </a:lvl3pPr>
            <a:lvl4pPr algn="ctr">
              <a:defRPr sz="2325" b="1">
                <a:solidFill>
                  <a:srgbClr val="D66B57"/>
                </a:solidFill>
                <a:latin typeface="Yu Gothic"/>
                <a:ea typeface="Yu Gothic"/>
                <a:cs typeface="Yu Gothic"/>
              </a:defRPr>
            </a:lvl4pPr>
            <a:lvl5pPr algn="ctr">
              <a:defRPr sz="2325" b="1">
                <a:solidFill>
                  <a:srgbClr val="D66B57"/>
                </a:solidFill>
                <a:latin typeface="Yu Gothic"/>
                <a:ea typeface="Yu Gothic"/>
                <a:cs typeface="Yu Gothic"/>
              </a:defRPr>
            </a:lvl5pPr>
            <a:lvl6pPr algn="ctr">
              <a:defRPr sz="2325" b="1">
                <a:solidFill>
                  <a:srgbClr val="D66B57"/>
                </a:solidFill>
                <a:latin typeface="Yu Gothic"/>
                <a:ea typeface="Yu Gothic"/>
                <a:cs typeface="Yu Gothic"/>
              </a:defRPr>
            </a:lvl6pPr>
            <a:lvl7pPr algn="ctr">
              <a:defRPr sz="2325" b="1">
                <a:solidFill>
                  <a:srgbClr val="D66B57"/>
                </a:solidFill>
                <a:latin typeface="Yu Gothic"/>
                <a:ea typeface="Yu Gothic"/>
                <a:cs typeface="Yu Gothic"/>
              </a:defRPr>
            </a:lvl7pPr>
            <a:lvl8pPr algn="ctr">
              <a:defRPr sz="2325" b="1">
                <a:solidFill>
                  <a:srgbClr val="D66B57"/>
                </a:solidFill>
                <a:latin typeface="Yu Gothic"/>
                <a:ea typeface="Yu Gothic"/>
                <a:cs typeface="Yu Gothic"/>
              </a:defRPr>
            </a:lvl8pPr>
            <a:lvl9pPr algn="ctr">
              <a:defRPr sz="2325" b="1">
                <a:solidFill>
                  <a:srgbClr val="D66B57"/>
                </a:solidFill>
                <a:latin typeface="Yu Gothic"/>
                <a:ea typeface="Yu Gothic"/>
                <a:cs typeface="Yu Gothic"/>
              </a:defRPr>
            </a:lvl9pPr>
          </a:lstStyle>
          <a:p xmlns:a="http://schemas.openxmlformats.org/drawingml/2006/main">
            <a:pPr algn="ctr">
              <a:defRPr sz="2325" b="1">
                <a:solidFill>
                  <a:srgbClr val="D66B57"/>
                </a:solidFill>
                <a:latin typeface="Yu Gothic"/>
                <a:ea typeface="Yu Gothic"/>
                <a:cs typeface="Yu Gothic"/>
              </a:defRPr>
            </a:pPr>
            <a:r>
              <a:rPr sz="2325" b="1">
                <a:solidFill>
                  <a:srgbClr val="D66B57"/>
                </a:solidFill>
                <a:latin typeface="Yu Gothic"/>
                <a:ea typeface="Yu Gothic"/>
                <a:cs typeface="Yu Gothic"/>
              </a:rPr>
              <a:t>5%</a:t>
            </a:r>
          </a:p>
        </p:txBody>
      </p:sp>
      <p:sp>
        <p:nvSpPr>
          <p:cNvPr id="22" name="">
            <a:extLst xmlns:a="http://schemas.openxmlformats.org/drawingml/2006/main">
              <a:ext uri="{FF2B5EF4-FFF2-40B4-BE49-F238E27FC236}">
                <a16:creationId xmlns:a16="http://schemas.microsoft.com/office/drawing/2014/main" id="{2CEE35C6-23B0-47F6-B8F1-D33143AA9C1D}"/>
              </a:ext>
            </a:extLst>
          </p:cNvPr>
          <p:cNvSpPr>
            <a:spLocks xmlns:a="http://schemas.openxmlformats.org/drawingml/2006/main" noGrp="1"/>
          </p:cNvSpPr>
          <p:nvPr/>
        </p:nvSpPr>
        <p:spPr>
          <a:xfrm xmlns:a="http://schemas.openxmlformats.org/drawingml/2006/main">
            <a:off x="9029700" y="4010025"/>
            <a:ext cx="16573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325" b="1">
                <a:solidFill>
                  <a:srgbClr val="D66B57"/>
                </a:solidFill>
                <a:latin typeface="Yu Gothic"/>
                <a:ea typeface="Yu Gothic"/>
                <a:cs typeface="Yu Gothic"/>
              </a:defRPr>
            </a:defPPr>
            <a:lvl1pPr algn="ctr">
              <a:defRPr sz="2325" b="1">
                <a:solidFill>
                  <a:srgbClr val="D66B57"/>
                </a:solidFill>
                <a:latin typeface="Yu Gothic"/>
                <a:ea typeface="Yu Gothic"/>
                <a:cs typeface="Yu Gothic"/>
              </a:defRPr>
            </a:lvl1pPr>
            <a:lvl2pPr algn="ctr">
              <a:defRPr sz="2325" b="1">
                <a:solidFill>
                  <a:srgbClr val="D66B57"/>
                </a:solidFill>
                <a:latin typeface="Yu Gothic"/>
                <a:ea typeface="Yu Gothic"/>
                <a:cs typeface="Yu Gothic"/>
              </a:defRPr>
            </a:lvl2pPr>
            <a:lvl3pPr algn="ctr">
              <a:defRPr sz="2325" b="1">
                <a:solidFill>
                  <a:srgbClr val="D66B57"/>
                </a:solidFill>
                <a:latin typeface="Yu Gothic"/>
                <a:ea typeface="Yu Gothic"/>
                <a:cs typeface="Yu Gothic"/>
              </a:defRPr>
            </a:lvl3pPr>
            <a:lvl4pPr algn="ctr">
              <a:defRPr sz="2325" b="1">
                <a:solidFill>
                  <a:srgbClr val="D66B57"/>
                </a:solidFill>
                <a:latin typeface="Yu Gothic"/>
                <a:ea typeface="Yu Gothic"/>
                <a:cs typeface="Yu Gothic"/>
              </a:defRPr>
            </a:lvl4pPr>
            <a:lvl5pPr algn="ctr">
              <a:defRPr sz="2325" b="1">
                <a:solidFill>
                  <a:srgbClr val="D66B57"/>
                </a:solidFill>
                <a:latin typeface="Yu Gothic"/>
                <a:ea typeface="Yu Gothic"/>
                <a:cs typeface="Yu Gothic"/>
              </a:defRPr>
            </a:lvl5pPr>
            <a:lvl6pPr algn="ctr">
              <a:defRPr sz="2325" b="1">
                <a:solidFill>
                  <a:srgbClr val="D66B57"/>
                </a:solidFill>
                <a:latin typeface="Yu Gothic"/>
                <a:ea typeface="Yu Gothic"/>
                <a:cs typeface="Yu Gothic"/>
              </a:defRPr>
            </a:lvl6pPr>
            <a:lvl7pPr algn="ctr">
              <a:defRPr sz="2325" b="1">
                <a:solidFill>
                  <a:srgbClr val="D66B57"/>
                </a:solidFill>
                <a:latin typeface="Yu Gothic"/>
                <a:ea typeface="Yu Gothic"/>
                <a:cs typeface="Yu Gothic"/>
              </a:defRPr>
            </a:lvl7pPr>
            <a:lvl8pPr algn="ctr">
              <a:defRPr sz="2325" b="1">
                <a:solidFill>
                  <a:srgbClr val="D66B57"/>
                </a:solidFill>
                <a:latin typeface="Yu Gothic"/>
                <a:ea typeface="Yu Gothic"/>
                <a:cs typeface="Yu Gothic"/>
              </a:defRPr>
            </a:lvl8pPr>
            <a:lvl9pPr algn="ctr">
              <a:defRPr sz="2325" b="1">
                <a:solidFill>
                  <a:srgbClr val="D66B57"/>
                </a:solidFill>
                <a:latin typeface="Yu Gothic"/>
                <a:ea typeface="Yu Gothic"/>
                <a:cs typeface="Yu Gothic"/>
              </a:defRPr>
            </a:lvl9pPr>
          </a:lstStyle>
          <a:p xmlns:a="http://schemas.openxmlformats.org/drawingml/2006/main">
            <a:pPr algn="ctr">
              <a:defRPr sz="2325" b="1">
                <a:solidFill>
                  <a:srgbClr val="D66B57"/>
                </a:solidFill>
                <a:latin typeface="Yu Gothic"/>
                <a:ea typeface="Yu Gothic"/>
                <a:cs typeface="Yu Gothic"/>
              </a:defRPr>
            </a:pPr>
            <a:r>
              <a:rPr sz="2325" b="1">
                <a:solidFill>
                  <a:srgbClr val="D66B57"/>
                </a:solidFill>
                <a:latin typeface="Yu Gothic"/>
                <a:ea typeface="Yu Gothic"/>
                <a:cs typeface="Yu Gothic"/>
              </a:rPr>
              <a:t>1%</a:t>
            </a:r>
          </a:p>
        </p:txBody>
      </p:sp>
      <p:sp>
        <p:nvSpPr>
          <p:cNvPr id="23" name="">
            <a:extLst xmlns:a="http://schemas.openxmlformats.org/drawingml/2006/main">
              <a:ext uri="{FF2B5EF4-FFF2-40B4-BE49-F238E27FC236}">
                <a16:creationId xmlns:a16="http://schemas.microsoft.com/office/drawing/2014/main" id="{D3202E43-2E73-4D3D-90CF-7DEDF4796ABE}"/>
              </a:ext>
            </a:extLst>
          </p:cNvPr>
          <p:cNvSpPr>
            <a:spLocks xmlns:a="http://schemas.openxmlformats.org/drawingml/2006/main" noGrp="1"/>
          </p:cNvSpPr>
          <p:nvPr/>
        </p:nvSpPr>
        <p:spPr>
          <a:xfrm xmlns:a="http://schemas.openxmlformats.org/drawingml/2006/main">
            <a:off x="723900" y="4676775"/>
            <a:ext cx="10744200" cy="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24" name="">
            <a:extLst xmlns:a="http://schemas.openxmlformats.org/drawingml/2006/main">
              <a:ext uri="{FF2B5EF4-FFF2-40B4-BE49-F238E27FC236}">
                <a16:creationId xmlns:a16="http://schemas.microsoft.com/office/drawing/2014/main" id="{E61421B7-A3AC-4CA4-B320-34BF12C85F0C}"/>
              </a:ext>
            </a:extLst>
          </p:cNvPr>
          <p:cNvSpPr>
            <a:spLocks xmlns:a="http://schemas.openxmlformats.org/drawingml/2006/main" noGrp="1"/>
          </p:cNvSpPr>
          <p:nvPr/>
        </p:nvSpPr>
        <p:spPr>
          <a:xfrm xmlns:a="http://schemas.openxmlformats.org/drawingml/2006/main">
            <a:off x="723900" y="4943475"/>
            <a:ext cx="161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1">
                <a:solidFill>
                  <a:srgbClr val="5B6D76"/>
                </a:solidFill>
                <a:latin typeface="Yu Gothic"/>
                <a:ea typeface="Yu Gothic"/>
                <a:cs typeface="Yu Gothic"/>
              </a:defRPr>
            </a:defPPr>
            <a:lvl1pPr algn="l">
              <a:defRPr sz="1275" b="1">
                <a:solidFill>
                  <a:srgbClr val="5B6D76"/>
                </a:solidFill>
                <a:latin typeface="Yu Gothic"/>
                <a:ea typeface="Yu Gothic"/>
                <a:cs typeface="Yu Gothic"/>
              </a:defRPr>
            </a:lvl1pPr>
            <a:lvl2pPr algn="l">
              <a:defRPr sz="1275" b="1">
                <a:solidFill>
                  <a:srgbClr val="5B6D76"/>
                </a:solidFill>
                <a:latin typeface="Yu Gothic"/>
                <a:ea typeface="Yu Gothic"/>
                <a:cs typeface="Yu Gothic"/>
              </a:defRPr>
            </a:lvl2pPr>
            <a:lvl3pPr algn="l">
              <a:defRPr sz="1275" b="1">
                <a:solidFill>
                  <a:srgbClr val="5B6D76"/>
                </a:solidFill>
                <a:latin typeface="Yu Gothic"/>
                <a:ea typeface="Yu Gothic"/>
                <a:cs typeface="Yu Gothic"/>
              </a:defRPr>
            </a:lvl3pPr>
            <a:lvl4pPr algn="l">
              <a:defRPr sz="1275" b="1">
                <a:solidFill>
                  <a:srgbClr val="5B6D76"/>
                </a:solidFill>
                <a:latin typeface="Yu Gothic"/>
                <a:ea typeface="Yu Gothic"/>
                <a:cs typeface="Yu Gothic"/>
              </a:defRPr>
            </a:lvl4pPr>
            <a:lvl5pPr algn="l">
              <a:defRPr sz="1275" b="1">
                <a:solidFill>
                  <a:srgbClr val="5B6D76"/>
                </a:solidFill>
                <a:latin typeface="Yu Gothic"/>
                <a:ea typeface="Yu Gothic"/>
                <a:cs typeface="Yu Gothic"/>
              </a:defRPr>
            </a:lvl5pPr>
            <a:lvl6pPr algn="l">
              <a:defRPr sz="1275" b="1">
                <a:solidFill>
                  <a:srgbClr val="5B6D76"/>
                </a:solidFill>
                <a:latin typeface="Yu Gothic"/>
                <a:ea typeface="Yu Gothic"/>
                <a:cs typeface="Yu Gothic"/>
              </a:defRPr>
            </a:lvl6pPr>
            <a:lvl7pPr algn="l">
              <a:defRPr sz="1275" b="1">
                <a:solidFill>
                  <a:srgbClr val="5B6D76"/>
                </a:solidFill>
                <a:latin typeface="Yu Gothic"/>
                <a:ea typeface="Yu Gothic"/>
                <a:cs typeface="Yu Gothic"/>
              </a:defRPr>
            </a:lvl7pPr>
            <a:lvl8pPr algn="l">
              <a:defRPr sz="1275" b="1">
                <a:solidFill>
                  <a:srgbClr val="5B6D76"/>
                </a:solidFill>
                <a:latin typeface="Yu Gothic"/>
                <a:ea typeface="Yu Gothic"/>
                <a:cs typeface="Yu Gothic"/>
              </a:defRPr>
            </a:lvl8pPr>
            <a:lvl9pPr algn="l">
              <a:defRPr sz="1275" b="1">
                <a:solidFill>
                  <a:srgbClr val="5B6D76"/>
                </a:solidFill>
                <a:latin typeface="Yu Gothic"/>
                <a:ea typeface="Yu Gothic"/>
                <a:cs typeface="Yu Gothic"/>
              </a:defRPr>
            </a:lvl9pPr>
          </a:lstStyle>
          <a:p xmlns:a="http://schemas.openxmlformats.org/drawingml/2006/main">
            <a:pPr algn="l">
              <a:defRPr sz="1275" b="1">
                <a:solidFill>
                  <a:srgbClr val="5B6D76"/>
                </a:solidFill>
                <a:latin typeface="Yu Gothic"/>
                <a:ea typeface="Yu Gothic"/>
                <a:cs typeface="Yu Gothic"/>
              </a:defRPr>
            </a:pPr>
            <a:r>
              <a:rPr sz="1275" b="1">
                <a:solidFill>
                  <a:srgbClr val="5B6D76"/>
                </a:solidFill>
                <a:latin typeface="Yu Gothic"/>
                <a:ea typeface="Yu Gothic"/>
                <a:cs typeface="Yu Gothic"/>
              </a:rPr>
              <a:t>予測方法</a:t>
            </a:r>
          </a:p>
        </p:txBody>
      </p:sp>
      <p:sp>
        <p:nvSpPr>
          <p:cNvPr id="25" name="">
            <a:extLst xmlns:a="http://schemas.openxmlformats.org/drawingml/2006/main">
              <a:ext uri="{FF2B5EF4-FFF2-40B4-BE49-F238E27FC236}">
                <a16:creationId xmlns:a16="http://schemas.microsoft.com/office/drawing/2014/main" id="{EA3F728E-6F46-473F-8B75-11A6E9B4F3A7}"/>
              </a:ext>
            </a:extLst>
          </p:cNvPr>
          <p:cNvSpPr>
            <a:spLocks xmlns:a="http://schemas.openxmlformats.org/drawingml/2006/main" noGrp="1"/>
          </p:cNvSpPr>
          <p:nvPr/>
        </p:nvSpPr>
        <p:spPr>
          <a:xfrm xmlns:a="http://schemas.openxmlformats.org/drawingml/2006/main">
            <a:off x="2381250" y="4848225"/>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725" b="1">
                <a:solidFill>
                  <a:srgbClr val="163A50"/>
                </a:solidFill>
                <a:latin typeface="Yu Gothic"/>
                <a:ea typeface="Yu Gothic"/>
                <a:cs typeface="Yu Gothic"/>
              </a:defRPr>
            </a:defPPr>
            <a:lvl1pPr algn="l">
              <a:defRPr sz="1725" b="1">
                <a:solidFill>
                  <a:srgbClr val="163A50"/>
                </a:solidFill>
                <a:latin typeface="Yu Gothic"/>
                <a:ea typeface="Yu Gothic"/>
                <a:cs typeface="Yu Gothic"/>
              </a:defRPr>
            </a:lvl1pPr>
            <a:lvl2pPr algn="l">
              <a:defRPr sz="1725" b="1">
                <a:solidFill>
                  <a:srgbClr val="163A50"/>
                </a:solidFill>
                <a:latin typeface="Yu Gothic"/>
                <a:ea typeface="Yu Gothic"/>
                <a:cs typeface="Yu Gothic"/>
              </a:defRPr>
            </a:lvl2pPr>
            <a:lvl3pPr algn="l">
              <a:defRPr sz="1725" b="1">
                <a:solidFill>
                  <a:srgbClr val="163A50"/>
                </a:solidFill>
                <a:latin typeface="Yu Gothic"/>
                <a:ea typeface="Yu Gothic"/>
                <a:cs typeface="Yu Gothic"/>
              </a:defRPr>
            </a:lvl3pPr>
            <a:lvl4pPr algn="l">
              <a:defRPr sz="1725" b="1">
                <a:solidFill>
                  <a:srgbClr val="163A50"/>
                </a:solidFill>
                <a:latin typeface="Yu Gothic"/>
                <a:ea typeface="Yu Gothic"/>
                <a:cs typeface="Yu Gothic"/>
              </a:defRPr>
            </a:lvl4pPr>
            <a:lvl5pPr algn="l">
              <a:defRPr sz="1725" b="1">
                <a:solidFill>
                  <a:srgbClr val="163A50"/>
                </a:solidFill>
                <a:latin typeface="Yu Gothic"/>
                <a:ea typeface="Yu Gothic"/>
                <a:cs typeface="Yu Gothic"/>
              </a:defRPr>
            </a:lvl5pPr>
            <a:lvl6pPr algn="l">
              <a:defRPr sz="1725" b="1">
                <a:solidFill>
                  <a:srgbClr val="163A50"/>
                </a:solidFill>
                <a:latin typeface="Yu Gothic"/>
                <a:ea typeface="Yu Gothic"/>
                <a:cs typeface="Yu Gothic"/>
              </a:defRPr>
            </a:lvl6pPr>
            <a:lvl7pPr algn="l">
              <a:defRPr sz="1725" b="1">
                <a:solidFill>
                  <a:srgbClr val="163A50"/>
                </a:solidFill>
                <a:latin typeface="Yu Gothic"/>
                <a:ea typeface="Yu Gothic"/>
                <a:cs typeface="Yu Gothic"/>
              </a:defRPr>
            </a:lvl7pPr>
            <a:lvl8pPr algn="l">
              <a:defRPr sz="1725" b="1">
                <a:solidFill>
                  <a:srgbClr val="163A50"/>
                </a:solidFill>
                <a:latin typeface="Yu Gothic"/>
                <a:ea typeface="Yu Gothic"/>
                <a:cs typeface="Yu Gothic"/>
              </a:defRPr>
            </a:lvl8pPr>
            <a:lvl9pPr algn="l">
              <a:defRPr sz="1725" b="1">
                <a:solidFill>
                  <a:srgbClr val="163A50"/>
                </a:solidFill>
                <a:latin typeface="Yu Gothic"/>
                <a:ea typeface="Yu Gothic"/>
                <a:cs typeface="Yu Gothic"/>
              </a:defRPr>
            </a:lvl9pPr>
          </a:lstStyle>
          <a:p xmlns:a="http://schemas.openxmlformats.org/drawingml/2006/main">
            <a:pPr algn="l">
              <a:defRPr sz="1725" b="1">
                <a:solidFill>
                  <a:srgbClr val="163A50"/>
                </a:solidFill>
                <a:latin typeface="Yu Gothic"/>
                <a:ea typeface="Yu Gothic"/>
                <a:cs typeface="Yu Gothic"/>
              </a:defRPr>
            </a:pPr>
            <a:r>
              <a:rPr sz="1725" b="1">
                <a:solidFill>
                  <a:srgbClr val="163A50"/>
                </a:solidFill>
                <a:latin typeface="Yu Gothic"/>
                <a:ea typeface="Yu Gothic"/>
                <a:cs typeface="Yu Gothic"/>
              </a:rPr>
              <a:t>ロジスティック回帰</a:t>
            </a:r>
          </a:p>
        </p:txBody>
      </p:sp>
      <p:sp>
        <p:nvSpPr>
          <p:cNvPr id="26" name="">
            <a:extLst xmlns:a="http://schemas.openxmlformats.org/drawingml/2006/main">
              <a:ext uri="{FF2B5EF4-FFF2-40B4-BE49-F238E27FC236}">
                <a16:creationId xmlns:a16="http://schemas.microsoft.com/office/drawing/2014/main" id="{0810F89C-C996-4962-BD6E-D55DE74391ED}"/>
              </a:ext>
            </a:extLst>
          </p:cNvPr>
          <p:cNvSpPr>
            <a:spLocks xmlns:a="http://schemas.openxmlformats.org/drawingml/2006/main" noGrp="1"/>
          </p:cNvSpPr>
          <p:nvPr/>
        </p:nvSpPr>
        <p:spPr>
          <a:xfrm xmlns:a="http://schemas.openxmlformats.org/drawingml/2006/main">
            <a:off x="6067425" y="4848225"/>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725" b="1">
                <a:solidFill>
                  <a:srgbClr val="147D78"/>
                </a:solidFill>
                <a:latin typeface="Yu Gothic"/>
                <a:ea typeface="Yu Gothic"/>
                <a:cs typeface="Yu Gothic"/>
              </a:defRPr>
            </a:defPPr>
            <a:lvl1pPr algn="l">
              <a:defRPr sz="1725" b="1">
                <a:solidFill>
                  <a:srgbClr val="147D78"/>
                </a:solidFill>
                <a:latin typeface="Yu Gothic"/>
                <a:ea typeface="Yu Gothic"/>
                <a:cs typeface="Yu Gothic"/>
              </a:defRPr>
            </a:lvl1pPr>
            <a:lvl2pPr algn="l">
              <a:defRPr sz="1725" b="1">
                <a:solidFill>
                  <a:srgbClr val="147D78"/>
                </a:solidFill>
                <a:latin typeface="Yu Gothic"/>
                <a:ea typeface="Yu Gothic"/>
                <a:cs typeface="Yu Gothic"/>
              </a:defRPr>
            </a:lvl2pPr>
            <a:lvl3pPr algn="l">
              <a:defRPr sz="1725" b="1">
                <a:solidFill>
                  <a:srgbClr val="147D78"/>
                </a:solidFill>
                <a:latin typeface="Yu Gothic"/>
                <a:ea typeface="Yu Gothic"/>
                <a:cs typeface="Yu Gothic"/>
              </a:defRPr>
            </a:lvl3pPr>
            <a:lvl4pPr algn="l">
              <a:defRPr sz="1725" b="1">
                <a:solidFill>
                  <a:srgbClr val="147D78"/>
                </a:solidFill>
                <a:latin typeface="Yu Gothic"/>
                <a:ea typeface="Yu Gothic"/>
                <a:cs typeface="Yu Gothic"/>
              </a:defRPr>
            </a:lvl4pPr>
            <a:lvl5pPr algn="l">
              <a:defRPr sz="1725" b="1">
                <a:solidFill>
                  <a:srgbClr val="147D78"/>
                </a:solidFill>
                <a:latin typeface="Yu Gothic"/>
                <a:ea typeface="Yu Gothic"/>
                <a:cs typeface="Yu Gothic"/>
              </a:defRPr>
            </a:lvl5pPr>
            <a:lvl6pPr algn="l">
              <a:defRPr sz="1725" b="1">
                <a:solidFill>
                  <a:srgbClr val="147D78"/>
                </a:solidFill>
                <a:latin typeface="Yu Gothic"/>
                <a:ea typeface="Yu Gothic"/>
                <a:cs typeface="Yu Gothic"/>
              </a:defRPr>
            </a:lvl6pPr>
            <a:lvl7pPr algn="l">
              <a:defRPr sz="1725" b="1">
                <a:solidFill>
                  <a:srgbClr val="147D78"/>
                </a:solidFill>
                <a:latin typeface="Yu Gothic"/>
                <a:ea typeface="Yu Gothic"/>
                <a:cs typeface="Yu Gothic"/>
              </a:defRPr>
            </a:lvl7pPr>
            <a:lvl8pPr algn="l">
              <a:defRPr sz="1725" b="1">
                <a:solidFill>
                  <a:srgbClr val="147D78"/>
                </a:solidFill>
                <a:latin typeface="Yu Gothic"/>
                <a:ea typeface="Yu Gothic"/>
                <a:cs typeface="Yu Gothic"/>
              </a:defRPr>
            </a:lvl8pPr>
            <a:lvl9pPr algn="l">
              <a:defRPr sz="1725" b="1">
                <a:solidFill>
                  <a:srgbClr val="147D78"/>
                </a:solidFill>
                <a:latin typeface="Yu Gothic"/>
                <a:ea typeface="Yu Gothic"/>
                <a:cs typeface="Yu Gothic"/>
              </a:defRPr>
            </a:lvl9pPr>
          </a:lstStyle>
          <a:p xmlns:a="http://schemas.openxmlformats.org/drawingml/2006/main">
            <a:pPr algn="l">
              <a:defRPr sz="1725" b="1">
                <a:solidFill>
                  <a:srgbClr val="147D78"/>
                </a:solidFill>
                <a:latin typeface="Yu Gothic"/>
                <a:ea typeface="Yu Gothic"/>
                <a:cs typeface="Yu Gothic"/>
              </a:defRPr>
            </a:pPr>
            <a:r>
              <a:rPr sz="1725" b="1">
                <a:solidFill>
                  <a:srgbClr val="147D78"/>
                </a:solidFill>
                <a:latin typeface="Yu Gothic"/>
                <a:ea typeface="Yu Gothic"/>
                <a:cs typeface="Yu Gothic"/>
              </a:rPr>
              <a:t>ランダムフォレスト</a:t>
            </a:r>
          </a:p>
        </p:txBody>
      </p:sp>
      <p:sp>
        <p:nvSpPr>
          <p:cNvPr id="27" name="">
            <a:extLst xmlns:a="http://schemas.openxmlformats.org/drawingml/2006/main">
              <a:ext uri="{FF2B5EF4-FFF2-40B4-BE49-F238E27FC236}">
                <a16:creationId xmlns:a16="http://schemas.microsoft.com/office/drawing/2014/main" id="{1CC85BD2-4AAC-4C17-845F-498012CC1F12}"/>
              </a:ext>
            </a:extLst>
          </p:cNvPr>
          <p:cNvSpPr>
            <a:spLocks xmlns:a="http://schemas.openxmlformats.org/drawingml/2006/main" noGrp="1"/>
          </p:cNvSpPr>
          <p:nvPr/>
        </p:nvSpPr>
        <p:spPr>
          <a:xfrm xmlns:a="http://schemas.openxmlformats.org/drawingml/2006/main">
            <a:off x="723900" y="5514975"/>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0">
                <a:solidFill>
                  <a:srgbClr val="142B3B"/>
                </a:solidFill>
                <a:latin typeface="Yu Gothic"/>
                <a:ea typeface="Yu Gothic"/>
                <a:cs typeface="Yu Gothic"/>
              </a:defRPr>
            </a:defPPr>
            <a:lvl1pPr algn="l">
              <a:defRPr sz="1425" b="0">
                <a:solidFill>
                  <a:srgbClr val="142B3B"/>
                </a:solidFill>
                <a:latin typeface="Yu Gothic"/>
                <a:ea typeface="Yu Gothic"/>
                <a:cs typeface="Yu Gothic"/>
              </a:defRPr>
            </a:lvl1pPr>
            <a:lvl2pPr algn="l">
              <a:defRPr sz="1425" b="0">
                <a:solidFill>
                  <a:srgbClr val="142B3B"/>
                </a:solidFill>
                <a:latin typeface="Yu Gothic"/>
                <a:ea typeface="Yu Gothic"/>
                <a:cs typeface="Yu Gothic"/>
              </a:defRPr>
            </a:lvl2pPr>
            <a:lvl3pPr algn="l">
              <a:defRPr sz="1425" b="0">
                <a:solidFill>
                  <a:srgbClr val="142B3B"/>
                </a:solidFill>
                <a:latin typeface="Yu Gothic"/>
                <a:ea typeface="Yu Gothic"/>
                <a:cs typeface="Yu Gothic"/>
              </a:defRPr>
            </a:lvl3pPr>
            <a:lvl4pPr algn="l">
              <a:defRPr sz="1425" b="0">
                <a:solidFill>
                  <a:srgbClr val="142B3B"/>
                </a:solidFill>
                <a:latin typeface="Yu Gothic"/>
                <a:ea typeface="Yu Gothic"/>
                <a:cs typeface="Yu Gothic"/>
              </a:defRPr>
            </a:lvl4pPr>
            <a:lvl5pPr algn="l">
              <a:defRPr sz="1425" b="0">
                <a:solidFill>
                  <a:srgbClr val="142B3B"/>
                </a:solidFill>
                <a:latin typeface="Yu Gothic"/>
                <a:ea typeface="Yu Gothic"/>
                <a:cs typeface="Yu Gothic"/>
              </a:defRPr>
            </a:lvl5pPr>
            <a:lvl6pPr algn="l">
              <a:defRPr sz="1425" b="0">
                <a:solidFill>
                  <a:srgbClr val="142B3B"/>
                </a:solidFill>
                <a:latin typeface="Yu Gothic"/>
                <a:ea typeface="Yu Gothic"/>
                <a:cs typeface="Yu Gothic"/>
              </a:defRPr>
            </a:lvl6pPr>
            <a:lvl7pPr algn="l">
              <a:defRPr sz="1425" b="0">
                <a:solidFill>
                  <a:srgbClr val="142B3B"/>
                </a:solidFill>
                <a:latin typeface="Yu Gothic"/>
                <a:ea typeface="Yu Gothic"/>
                <a:cs typeface="Yu Gothic"/>
              </a:defRPr>
            </a:lvl7pPr>
            <a:lvl8pPr algn="l">
              <a:defRPr sz="1425" b="0">
                <a:solidFill>
                  <a:srgbClr val="142B3B"/>
                </a:solidFill>
                <a:latin typeface="Yu Gothic"/>
                <a:ea typeface="Yu Gothic"/>
                <a:cs typeface="Yu Gothic"/>
              </a:defRPr>
            </a:lvl8pPr>
            <a:lvl9pPr algn="l">
              <a:defRPr sz="1425" b="0">
                <a:solidFill>
                  <a:srgbClr val="142B3B"/>
                </a:solidFill>
                <a:latin typeface="Yu Gothic"/>
                <a:ea typeface="Yu Gothic"/>
                <a:cs typeface="Yu Gothic"/>
              </a:defRPr>
            </a:lvl9pPr>
          </a:lstStyle>
          <a:p xmlns:a="http://schemas.openxmlformats.org/drawingml/2006/main">
            <a:pPr algn="l">
              <a:defRPr sz="1425" b="0">
                <a:solidFill>
                  <a:srgbClr val="142B3B"/>
                </a:solidFill>
                <a:latin typeface="Yu Gothic"/>
                <a:ea typeface="Yu Gothic"/>
                <a:cs typeface="Yu Gothic"/>
              </a:defRPr>
            </a:pPr>
            <a:r>
              <a:rPr sz="1425" b="0">
                <a:solidFill>
                  <a:srgbClr val="142B3B"/>
                </a:solidFill>
                <a:latin typeface="Yu Gothic"/>
                <a:ea typeface="Yu Gothic"/>
                <a:cs typeface="Yu Gothic"/>
              </a:rPr>
              <a:t>各条件を5回ずつ実行</a:t>
            </a:r>
          </a:p>
        </p:txBody>
      </p:sp>
      <p:sp>
        <p:nvSpPr>
          <p:cNvPr id="28" name="">
            <a:extLst xmlns:a="http://schemas.openxmlformats.org/drawingml/2006/main">
              <a:ext uri="{FF2B5EF4-FFF2-40B4-BE49-F238E27FC236}">
                <a16:creationId xmlns:a16="http://schemas.microsoft.com/office/drawing/2014/main" id="{116C63CE-602C-4C5F-A052-36BB9E027A65}"/>
              </a:ext>
            </a:extLst>
          </p:cNvPr>
          <p:cNvSpPr>
            <a:spLocks xmlns:a="http://schemas.openxmlformats.org/drawingml/2006/main" noGrp="1"/>
          </p:cNvSpPr>
          <p:nvPr/>
        </p:nvSpPr>
        <p:spPr>
          <a:xfrm xmlns:a="http://schemas.openxmlformats.org/drawingml/2006/main">
            <a:off x="4000500" y="5457825"/>
            <a:ext cx="723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875" b="1">
                <a:solidFill>
                  <a:srgbClr val="142B3B"/>
                </a:solidFill>
                <a:latin typeface="Yu Gothic"/>
                <a:ea typeface="Yu Gothic"/>
                <a:cs typeface="Yu Gothic"/>
              </a:defRPr>
            </a:defPPr>
            <a:lvl1pPr algn="r">
              <a:defRPr sz="1875" b="1">
                <a:solidFill>
                  <a:srgbClr val="142B3B"/>
                </a:solidFill>
                <a:latin typeface="Yu Gothic"/>
                <a:ea typeface="Yu Gothic"/>
                <a:cs typeface="Yu Gothic"/>
              </a:defRPr>
            </a:lvl1pPr>
            <a:lvl2pPr algn="r">
              <a:defRPr sz="1875" b="1">
                <a:solidFill>
                  <a:srgbClr val="142B3B"/>
                </a:solidFill>
                <a:latin typeface="Yu Gothic"/>
                <a:ea typeface="Yu Gothic"/>
                <a:cs typeface="Yu Gothic"/>
              </a:defRPr>
            </a:lvl2pPr>
            <a:lvl3pPr algn="r">
              <a:defRPr sz="1875" b="1">
                <a:solidFill>
                  <a:srgbClr val="142B3B"/>
                </a:solidFill>
                <a:latin typeface="Yu Gothic"/>
                <a:ea typeface="Yu Gothic"/>
                <a:cs typeface="Yu Gothic"/>
              </a:defRPr>
            </a:lvl3pPr>
            <a:lvl4pPr algn="r">
              <a:defRPr sz="1875" b="1">
                <a:solidFill>
                  <a:srgbClr val="142B3B"/>
                </a:solidFill>
                <a:latin typeface="Yu Gothic"/>
                <a:ea typeface="Yu Gothic"/>
                <a:cs typeface="Yu Gothic"/>
              </a:defRPr>
            </a:lvl4pPr>
            <a:lvl5pPr algn="r">
              <a:defRPr sz="1875" b="1">
                <a:solidFill>
                  <a:srgbClr val="142B3B"/>
                </a:solidFill>
                <a:latin typeface="Yu Gothic"/>
                <a:ea typeface="Yu Gothic"/>
                <a:cs typeface="Yu Gothic"/>
              </a:defRPr>
            </a:lvl5pPr>
            <a:lvl6pPr algn="r">
              <a:defRPr sz="1875" b="1">
                <a:solidFill>
                  <a:srgbClr val="142B3B"/>
                </a:solidFill>
                <a:latin typeface="Yu Gothic"/>
                <a:ea typeface="Yu Gothic"/>
                <a:cs typeface="Yu Gothic"/>
              </a:defRPr>
            </a:lvl6pPr>
            <a:lvl7pPr algn="r">
              <a:defRPr sz="1875" b="1">
                <a:solidFill>
                  <a:srgbClr val="142B3B"/>
                </a:solidFill>
                <a:latin typeface="Yu Gothic"/>
                <a:ea typeface="Yu Gothic"/>
                <a:cs typeface="Yu Gothic"/>
              </a:defRPr>
            </a:lvl7pPr>
            <a:lvl8pPr algn="r">
              <a:defRPr sz="1875" b="1">
                <a:solidFill>
                  <a:srgbClr val="142B3B"/>
                </a:solidFill>
                <a:latin typeface="Yu Gothic"/>
                <a:ea typeface="Yu Gothic"/>
                <a:cs typeface="Yu Gothic"/>
              </a:defRPr>
            </a:lvl8pPr>
            <a:lvl9pPr algn="r">
              <a:defRPr sz="1875" b="1">
                <a:solidFill>
                  <a:srgbClr val="142B3B"/>
                </a:solidFill>
                <a:latin typeface="Yu Gothic"/>
                <a:ea typeface="Yu Gothic"/>
                <a:cs typeface="Yu Gothic"/>
              </a:defRPr>
            </a:lvl9pPr>
          </a:lstStyle>
          <a:p xmlns:a="http://schemas.openxmlformats.org/drawingml/2006/main">
            <a:pPr algn="r">
              <a:defRPr sz="1875" b="1">
                <a:solidFill>
                  <a:srgbClr val="142B3B"/>
                </a:solidFill>
                <a:latin typeface="Yu Gothic"/>
                <a:ea typeface="Yu Gothic"/>
                <a:cs typeface="Yu Gothic"/>
              </a:defRPr>
            </a:pPr>
            <a:r>
              <a:rPr sz="1875" b="1">
                <a:solidFill>
                  <a:srgbClr val="142B3B"/>
                </a:solidFill>
                <a:latin typeface="Yu Gothic"/>
                <a:ea typeface="Yu Gothic"/>
                <a:cs typeface="Yu Gothic"/>
              </a:rPr>
              <a:t>4種類の量 × 5割合 × 2方法 × 5回 = 200回</a:t>
            </a:r>
          </a:p>
        </p:txBody>
      </p:sp>
      <p:sp>
        <p:nvSpPr>
          <p:cNvPr id="29" name="">
            <a:extLst xmlns:a="http://schemas.openxmlformats.org/drawingml/2006/main">
              <a:ext uri="{FF2B5EF4-FFF2-40B4-BE49-F238E27FC236}">
                <a16:creationId xmlns:a16="http://schemas.microsoft.com/office/drawing/2014/main" id="{AE1233DF-AC66-4484-9DA9-EF884892D75D}"/>
              </a:ext>
            </a:extLst>
          </p:cNvPr>
          <p:cNvSpPr>
            <a:spLocks xmlns:a="http://schemas.openxmlformats.org/drawingml/2006/main" noGrp="1"/>
          </p:cNvSpPr>
          <p:nvPr/>
        </p:nvSpPr>
        <p:spPr>
          <a:xfrm xmlns:a="http://schemas.openxmlformats.org/drawingml/2006/main">
            <a:off x="723900" y="6019800"/>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5B6D76"/>
                </a:solidFill>
                <a:latin typeface="Yu Gothic"/>
                <a:ea typeface="Yu Gothic"/>
                <a:cs typeface="Yu Gothic"/>
              </a:defRPr>
            </a:defPPr>
            <a:lvl1pPr algn="l">
              <a:defRPr sz="1125" b="0">
                <a:solidFill>
                  <a:srgbClr val="5B6D76"/>
                </a:solidFill>
                <a:latin typeface="Yu Gothic"/>
                <a:ea typeface="Yu Gothic"/>
                <a:cs typeface="Yu Gothic"/>
              </a:defRPr>
            </a:lvl1pPr>
            <a:lvl2pPr algn="l">
              <a:defRPr sz="1125" b="0">
                <a:solidFill>
                  <a:srgbClr val="5B6D76"/>
                </a:solidFill>
                <a:latin typeface="Yu Gothic"/>
                <a:ea typeface="Yu Gothic"/>
                <a:cs typeface="Yu Gothic"/>
              </a:defRPr>
            </a:lvl2pPr>
            <a:lvl3pPr algn="l">
              <a:defRPr sz="1125" b="0">
                <a:solidFill>
                  <a:srgbClr val="5B6D76"/>
                </a:solidFill>
                <a:latin typeface="Yu Gothic"/>
                <a:ea typeface="Yu Gothic"/>
                <a:cs typeface="Yu Gothic"/>
              </a:defRPr>
            </a:lvl3pPr>
            <a:lvl4pPr algn="l">
              <a:defRPr sz="1125" b="0">
                <a:solidFill>
                  <a:srgbClr val="5B6D76"/>
                </a:solidFill>
                <a:latin typeface="Yu Gothic"/>
                <a:ea typeface="Yu Gothic"/>
                <a:cs typeface="Yu Gothic"/>
              </a:defRPr>
            </a:lvl4pPr>
            <a:lvl5pPr algn="l">
              <a:defRPr sz="1125" b="0">
                <a:solidFill>
                  <a:srgbClr val="5B6D76"/>
                </a:solidFill>
                <a:latin typeface="Yu Gothic"/>
                <a:ea typeface="Yu Gothic"/>
                <a:cs typeface="Yu Gothic"/>
              </a:defRPr>
            </a:lvl5pPr>
            <a:lvl6pPr algn="l">
              <a:defRPr sz="1125" b="0">
                <a:solidFill>
                  <a:srgbClr val="5B6D76"/>
                </a:solidFill>
                <a:latin typeface="Yu Gothic"/>
                <a:ea typeface="Yu Gothic"/>
                <a:cs typeface="Yu Gothic"/>
              </a:defRPr>
            </a:lvl6pPr>
            <a:lvl7pPr algn="l">
              <a:defRPr sz="1125" b="0">
                <a:solidFill>
                  <a:srgbClr val="5B6D76"/>
                </a:solidFill>
                <a:latin typeface="Yu Gothic"/>
                <a:ea typeface="Yu Gothic"/>
                <a:cs typeface="Yu Gothic"/>
              </a:defRPr>
            </a:lvl7pPr>
            <a:lvl8pPr algn="l">
              <a:defRPr sz="1125" b="0">
                <a:solidFill>
                  <a:srgbClr val="5B6D76"/>
                </a:solidFill>
                <a:latin typeface="Yu Gothic"/>
                <a:ea typeface="Yu Gothic"/>
                <a:cs typeface="Yu Gothic"/>
              </a:defRPr>
            </a:lvl8pPr>
            <a:lvl9pPr algn="l">
              <a:defRPr sz="1125" b="0">
                <a:solidFill>
                  <a:srgbClr val="5B6D76"/>
                </a:solidFill>
                <a:latin typeface="Yu Gothic"/>
                <a:ea typeface="Yu Gothic"/>
                <a:cs typeface="Yu Gothic"/>
              </a:defRPr>
            </a:lvl9pPr>
          </a:lstStyle>
          <a:p xmlns:a="http://schemas.openxmlformats.org/drawingml/2006/main">
            <a:pPr algn="l">
              <a:defRPr sz="1125" b="0">
                <a:solidFill>
                  <a:srgbClr val="5B6D76"/>
                </a:solidFill>
                <a:latin typeface="Yu Gothic"/>
                <a:ea typeface="Yu Gothic"/>
                <a:cs typeface="Yu Gothic"/>
              </a:defRPr>
            </a:pPr>
            <a:r>
              <a:rPr sz="1125" b="0">
                <a:solidFill>
                  <a:srgbClr val="5B6D76"/>
                </a:solidFill>
                <a:latin typeface="Yu Gothic"/>
                <a:ea typeface="Yu Gothic"/>
                <a:cs typeface="Yu Gothic"/>
              </a:rPr>
              <a:t>全45,211件を70%学習候補・30%固定テストに分割｜通話時間は除外</a:t>
            </a:r>
          </a:p>
        </p:txBody>
      </p:sp>
    </p:spTree>
    <p:extLst>
      <p:ext uri="{BB962C8B-B14F-4D97-AF65-F5344CB8AC3E}">
        <p14:creationId xmlns:p14="http://schemas.microsoft.com/office/powerpoint/2010/main" val="1854006477"/>
      </p:ext>
    </p:extLst>
  </p:cSld>
</p:sld>
</file>

<file path=ppt/slides/slide4.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BCCCCFC-A6DA-4369-AB40-3709C6E2AAAB}"/>
              </a:ext>
            </a:extLst>
          </p:cNvPr>
          <p:cNvSpPr>
            <a:spLocks xmlns:a="http://schemas.openxmlformats.org/drawingml/2006/main" noGrp="1"/>
          </p:cNvSpPr>
          <p:nvPr/>
        </p:nvSpPr>
        <p:spPr>
          <a:xfrm xmlns:a="http://schemas.openxmlformats.org/drawingml/2006/main">
            <a:off x="685800" y="26670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47D78"/>
                </a:solidFill>
                <a:latin typeface="Yu Gothic"/>
                <a:ea typeface="Yu Gothic"/>
                <a:cs typeface="Yu Gothic"/>
              </a:defRPr>
            </a:defPPr>
            <a:lvl1pPr algn="l">
              <a:defRPr sz="1050" b="1">
                <a:solidFill>
                  <a:srgbClr val="147D78"/>
                </a:solidFill>
                <a:latin typeface="Yu Gothic"/>
                <a:ea typeface="Yu Gothic"/>
                <a:cs typeface="Yu Gothic"/>
              </a:defRPr>
            </a:lvl1pPr>
            <a:lvl2pPr algn="l">
              <a:defRPr sz="1050" b="1">
                <a:solidFill>
                  <a:srgbClr val="147D78"/>
                </a:solidFill>
                <a:latin typeface="Yu Gothic"/>
                <a:ea typeface="Yu Gothic"/>
                <a:cs typeface="Yu Gothic"/>
              </a:defRPr>
            </a:lvl2pPr>
            <a:lvl3pPr algn="l">
              <a:defRPr sz="1050" b="1">
                <a:solidFill>
                  <a:srgbClr val="147D78"/>
                </a:solidFill>
                <a:latin typeface="Yu Gothic"/>
                <a:ea typeface="Yu Gothic"/>
                <a:cs typeface="Yu Gothic"/>
              </a:defRPr>
            </a:lvl3pPr>
            <a:lvl4pPr algn="l">
              <a:defRPr sz="1050" b="1">
                <a:solidFill>
                  <a:srgbClr val="147D78"/>
                </a:solidFill>
                <a:latin typeface="Yu Gothic"/>
                <a:ea typeface="Yu Gothic"/>
                <a:cs typeface="Yu Gothic"/>
              </a:defRPr>
            </a:lvl4pPr>
            <a:lvl5pPr algn="l">
              <a:defRPr sz="1050" b="1">
                <a:solidFill>
                  <a:srgbClr val="147D78"/>
                </a:solidFill>
                <a:latin typeface="Yu Gothic"/>
                <a:ea typeface="Yu Gothic"/>
                <a:cs typeface="Yu Gothic"/>
              </a:defRPr>
            </a:lvl5pPr>
            <a:lvl6pPr algn="l">
              <a:defRPr sz="1050" b="1">
                <a:solidFill>
                  <a:srgbClr val="147D78"/>
                </a:solidFill>
                <a:latin typeface="Yu Gothic"/>
                <a:ea typeface="Yu Gothic"/>
                <a:cs typeface="Yu Gothic"/>
              </a:defRPr>
            </a:lvl6pPr>
            <a:lvl7pPr algn="l">
              <a:defRPr sz="1050" b="1">
                <a:solidFill>
                  <a:srgbClr val="147D78"/>
                </a:solidFill>
                <a:latin typeface="Yu Gothic"/>
                <a:ea typeface="Yu Gothic"/>
                <a:cs typeface="Yu Gothic"/>
              </a:defRPr>
            </a:lvl7pPr>
            <a:lvl8pPr algn="l">
              <a:defRPr sz="1050" b="1">
                <a:solidFill>
                  <a:srgbClr val="147D78"/>
                </a:solidFill>
                <a:latin typeface="Yu Gothic"/>
                <a:ea typeface="Yu Gothic"/>
                <a:cs typeface="Yu Gothic"/>
              </a:defRPr>
            </a:lvl8pPr>
            <a:lvl9pPr algn="l">
              <a:defRPr sz="1050" b="1">
                <a:solidFill>
                  <a:srgbClr val="147D78"/>
                </a:solidFill>
                <a:latin typeface="Yu Gothic"/>
                <a:ea typeface="Yu Gothic"/>
                <a:cs typeface="Yu Gothic"/>
              </a:defRPr>
            </a:lvl9pPr>
          </a:lstStyle>
          <a:p xmlns:a="http://schemas.openxmlformats.org/drawingml/2006/main">
            <a:pPr algn="l">
              <a:defRPr sz="1050" b="1">
                <a:solidFill>
                  <a:srgbClr val="147D78"/>
                </a:solidFill>
                <a:latin typeface="Yu Gothic"/>
                <a:ea typeface="Yu Gothic"/>
                <a:cs typeface="Yu Gothic"/>
              </a:defRPr>
            </a:pPr>
            <a:r>
              <a:rPr sz="1050" b="1">
                <a:solidFill>
                  <a:srgbClr val="147D78"/>
                </a:solidFill>
                <a:latin typeface="Yu Gothic"/>
                <a:ea typeface="Yu Gothic"/>
                <a:cs typeface="Yu Gothic"/>
              </a:rPr>
              <a:t>実演と基準確認</a:t>
            </a:r>
          </a:p>
        </p:txBody>
      </p:sp>
      <p:sp>
        <p:nvSpPr>
          <p:cNvPr id="2" name="">
            <a:extLst xmlns:a="http://schemas.openxmlformats.org/drawingml/2006/main">
              <a:ext uri="{FF2B5EF4-FFF2-40B4-BE49-F238E27FC236}">
                <a16:creationId xmlns:a16="http://schemas.microsoft.com/office/drawing/2014/main" id="{E917A067-69AE-4758-A571-AEE35B2A7581}"/>
              </a:ext>
            </a:extLst>
          </p:cNvPr>
          <p:cNvSpPr>
            <a:spLocks xmlns:a="http://schemas.openxmlformats.org/drawingml/2006/main" noGrp="1"/>
          </p:cNvSpPr>
          <p:nvPr/>
        </p:nvSpPr>
        <p:spPr>
          <a:xfrm xmlns:a="http://schemas.openxmlformats.org/drawingml/2006/main">
            <a:off x="685800" y="600075"/>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925" b="1">
                <a:solidFill>
                  <a:srgbClr val="142B3B"/>
                </a:solidFill>
                <a:latin typeface="Yu Gothic"/>
                <a:ea typeface="Yu Gothic"/>
                <a:cs typeface="Yu Gothic"/>
              </a:defRPr>
            </a:defPPr>
            <a:lvl1pPr algn="l">
              <a:defRPr sz="2925" b="1">
                <a:solidFill>
                  <a:srgbClr val="142B3B"/>
                </a:solidFill>
                <a:latin typeface="Yu Gothic"/>
                <a:ea typeface="Yu Gothic"/>
                <a:cs typeface="Yu Gothic"/>
              </a:defRPr>
            </a:lvl1pPr>
            <a:lvl2pPr algn="l">
              <a:defRPr sz="2925" b="1">
                <a:solidFill>
                  <a:srgbClr val="142B3B"/>
                </a:solidFill>
                <a:latin typeface="Yu Gothic"/>
                <a:ea typeface="Yu Gothic"/>
                <a:cs typeface="Yu Gothic"/>
              </a:defRPr>
            </a:lvl2pPr>
            <a:lvl3pPr algn="l">
              <a:defRPr sz="2925" b="1">
                <a:solidFill>
                  <a:srgbClr val="142B3B"/>
                </a:solidFill>
                <a:latin typeface="Yu Gothic"/>
                <a:ea typeface="Yu Gothic"/>
                <a:cs typeface="Yu Gothic"/>
              </a:defRPr>
            </a:lvl3pPr>
            <a:lvl4pPr algn="l">
              <a:defRPr sz="2925" b="1">
                <a:solidFill>
                  <a:srgbClr val="142B3B"/>
                </a:solidFill>
                <a:latin typeface="Yu Gothic"/>
                <a:ea typeface="Yu Gothic"/>
                <a:cs typeface="Yu Gothic"/>
              </a:defRPr>
            </a:lvl4pPr>
            <a:lvl5pPr algn="l">
              <a:defRPr sz="2925" b="1">
                <a:solidFill>
                  <a:srgbClr val="142B3B"/>
                </a:solidFill>
                <a:latin typeface="Yu Gothic"/>
                <a:ea typeface="Yu Gothic"/>
                <a:cs typeface="Yu Gothic"/>
              </a:defRPr>
            </a:lvl5pPr>
            <a:lvl6pPr algn="l">
              <a:defRPr sz="2925" b="1">
                <a:solidFill>
                  <a:srgbClr val="142B3B"/>
                </a:solidFill>
                <a:latin typeface="Yu Gothic"/>
                <a:ea typeface="Yu Gothic"/>
                <a:cs typeface="Yu Gothic"/>
              </a:defRPr>
            </a:lvl6pPr>
            <a:lvl7pPr algn="l">
              <a:defRPr sz="2925" b="1">
                <a:solidFill>
                  <a:srgbClr val="142B3B"/>
                </a:solidFill>
                <a:latin typeface="Yu Gothic"/>
                <a:ea typeface="Yu Gothic"/>
                <a:cs typeface="Yu Gothic"/>
              </a:defRPr>
            </a:lvl7pPr>
            <a:lvl8pPr algn="l">
              <a:defRPr sz="2925" b="1">
                <a:solidFill>
                  <a:srgbClr val="142B3B"/>
                </a:solidFill>
                <a:latin typeface="Yu Gothic"/>
                <a:ea typeface="Yu Gothic"/>
                <a:cs typeface="Yu Gothic"/>
              </a:defRPr>
            </a:lvl8pPr>
            <a:lvl9pPr algn="l">
              <a:defRPr sz="2925" b="1">
                <a:solidFill>
                  <a:srgbClr val="142B3B"/>
                </a:solidFill>
                <a:latin typeface="Yu Gothic"/>
                <a:ea typeface="Yu Gothic"/>
                <a:cs typeface="Yu Gothic"/>
              </a:defRPr>
            </a:lvl9pPr>
          </a:lstStyle>
          <a:p xmlns:a="http://schemas.openxmlformats.org/drawingml/2006/main">
            <a:pPr algn="l">
              <a:defRPr sz="2925" b="1">
                <a:solidFill>
                  <a:srgbClr val="142B3B"/>
                </a:solidFill>
                <a:latin typeface="Yu Gothic"/>
                <a:ea typeface="Yu Gothic"/>
                <a:cs typeface="Yu Gothic"/>
              </a:defRPr>
            </a:pPr>
            <a:r>
              <a:rPr sz="2925" b="1">
                <a:solidFill>
                  <a:srgbClr val="142B3B"/>
                </a:solidFill>
                <a:latin typeface="Yu Gothic"/>
                <a:ea typeface="Yu Gothic"/>
                <a:cs typeface="Yu Gothic"/>
              </a:rPr>
              <a:t>短時間の試運転で、2つのモデルが動くことを確認</a:t>
            </a:r>
          </a:p>
        </p:txBody>
      </p:sp>
      <p:sp>
        <p:nvSpPr>
          <p:cNvPr id="3" name="">
            <a:extLst xmlns:a="http://schemas.openxmlformats.org/drawingml/2006/main">
              <a:ext uri="{FF2B5EF4-FFF2-40B4-BE49-F238E27FC236}">
                <a16:creationId xmlns:a16="http://schemas.microsoft.com/office/drawing/2014/main" id="{2C63193D-90AA-4E3C-AA78-2CD8AF7206F7}"/>
              </a:ext>
            </a:extLst>
          </p:cNvPr>
          <p:cNvSpPr>
            <a:spLocks xmlns:a="http://schemas.openxmlformats.org/drawingml/2006/main" noGrp="1"/>
          </p:cNvSpPr>
          <p:nvPr/>
        </p:nvSpPr>
        <p:spPr>
          <a:xfrm xmlns:a="http://schemas.openxmlformats.org/drawingml/2006/main">
            <a:off x="685800" y="1285875"/>
            <a:ext cx="10820400" cy="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4" name="">
            <a:extLst xmlns:a="http://schemas.openxmlformats.org/drawingml/2006/main">
              <a:ext uri="{FF2B5EF4-FFF2-40B4-BE49-F238E27FC236}">
                <a16:creationId xmlns:a16="http://schemas.microsoft.com/office/drawing/2014/main" id="{BE8E401D-C943-4D44-862B-A94990E5011E}"/>
              </a:ext>
            </a:extLst>
          </p:cNvPr>
          <p:cNvSpPr>
            <a:spLocks xmlns:a="http://schemas.openxmlformats.org/drawingml/2006/main" noGrp="1"/>
          </p:cNvSpPr>
          <p:nvPr/>
        </p:nvSpPr>
        <p:spPr>
          <a:xfrm xmlns:a="http://schemas.openxmlformats.org/drawingml/2006/main">
            <a:off x="11068050" y="6391275"/>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5B6D76"/>
                </a:solidFill>
                <a:latin typeface="Yu Gothic"/>
                <a:ea typeface="Yu Gothic"/>
                <a:cs typeface="Yu Gothic"/>
              </a:defRPr>
            </a:defPPr>
            <a:lvl1pPr algn="r">
              <a:defRPr sz="1050" b="1">
                <a:solidFill>
                  <a:srgbClr val="5B6D76"/>
                </a:solidFill>
                <a:latin typeface="Yu Gothic"/>
                <a:ea typeface="Yu Gothic"/>
                <a:cs typeface="Yu Gothic"/>
              </a:defRPr>
            </a:lvl1pPr>
            <a:lvl2pPr algn="r">
              <a:defRPr sz="1050" b="1">
                <a:solidFill>
                  <a:srgbClr val="5B6D76"/>
                </a:solidFill>
                <a:latin typeface="Yu Gothic"/>
                <a:ea typeface="Yu Gothic"/>
                <a:cs typeface="Yu Gothic"/>
              </a:defRPr>
            </a:lvl2pPr>
            <a:lvl3pPr algn="r">
              <a:defRPr sz="1050" b="1">
                <a:solidFill>
                  <a:srgbClr val="5B6D76"/>
                </a:solidFill>
                <a:latin typeface="Yu Gothic"/>
                <a:ea typeface="Yu Gothic"/>
                <a:cs typeface="Yu Gothic"/>
              </a:defRPr>
            </a:lvl3pPr>
            <a:lvl4pPr algn="r">
              <a:defRPr sz="1050" b="1">
                <a:solidFill>
                  <a:srgbClr val="5B6D76"/>
                </a:solidFill>
                <a:latin typeface="Yu Gothic"/>
                <a:ea typeface="Yu Gothic"/>
                <a:cs typeface="Yu Gothic"/>
              </a:defRPr>
            </a:lvl4pPr>
            <a:lvl5pPr algn="r">
              <a:defRPr sz="1050" b="1">
                <a:solidFill>
                  <a:srgbClr val="5B6D76"/>
                </a:solidFill>
                <a:latin typeface="Yu Gothic"/>
                <a:ea typeface="Yu Gothic"/>
                <a:cs typeface="Yu Gothic"/>
              </a:defRPr>
            </a:lvl5pPr>
            <a:lvl6pPr algn="r">
              <a:defRPr sz="1050" b="1">
                <a:solidFill>
                  <a:srgbClr val="5B6D76"/>
                </a:solidFill>
                <a:latin typeface="Yu Gothic"/>
                <a:ea typeface="Yu Gothic"/>
                <a:cs typeface="Yu Gothic"/>
              </a:defRPr>
            </a:lvl6pPr>
            <a:lvl7pPr algn="r">
              <a:defRPr sz="1050" b="1">
                <a:solidFill>
                  <a:srgbClr val="5B6D76"/>
                </a:solidFill>
                <a:latin typeface="Yu Gothic"/>
                <a:ea typeface="Yu Gothic"/>
                <a:cs typeface="Yu Gothic"/>
              </a:defRPr>
            </a:lvl7pPr>
            <a:lvl8pPr algn="r">
              <a:defRPr sz="1050" b="1">
                <a:solidFill>
                  <a:srgbClr val="5B6D76"/>
                </a:solidFill>
                <a:latin typeface="Yu Gothic"/>
                <a:ea typeface="Yu Gothic"/>
                <a:cs typeface="Yu Gothic"/>
              </a:defRPr>
            </a:lvl8pPr>
            <a:lvl9pPr algn="r">
              <a:defRPr sz="1050" b="1">
                <a:solidFill>
                  <a:srgbClr val="5B6D76"/>
                </a:solidFill>
                <a:latin typeface="Yu Gothic"/>
                <a:ea typeface="Yu Gothic"/>
                <a:cs typeface="Yu Gothic"/>
              </a:defRPr>
            </a:lvl9pPr>
          </a:lstStyle>
          <a:p xmlns:a="http://schemas.openxmlformats.org/drawingml/2006/main">
            <a:pPr algn="r">
              <a:defRPr sz="1050" b="1">
                <a:solidFill>
                  <a:srgbClr val="5B6D76"/>
                </a:solidFill>
                <a:latin typeface="Yu Gothic"/>
                <a:ea typeface="Yu Gothic"/>
                <a:cs typeface="Yu Gothic"/>
              </a:defRPr>
            </a:pPr>
            <a:r>
              <a:rPr sz="1050" b="1">
                <a:solidFill>
                  <a:srgbClr val="5B6D76"/>
                </a:solidFill>
                <a:latin typeface="Yu Gothic"/>
                <a:ea typeface="Yu Gothic"/>
                <a:cs typeface="Yu Gothic"/>
              </a:rPr>
              <a:t>04</a:t>
            </a:r>
          </a:p>
        </p:txBody>
      </p:sp>
      <p:sp>
        <p:nvSpPr>
          <p:cNvPr id="5" name="">
            <a:extLst xmlns:a="http://schemas.openxmlformats.org/drawingml/2006/main">
              <a:ext uri="{FF2B5EF4-FFF2-40B4-BE49-F238E27FC236}">
                <a16:creationId xmlns:a16="http://schemas.microsoft.com/office/drawing/2014/main" id="{63C85C97-57DC-4434-B233-B3994043A179}"/>
              </a:ext>
            </a:extLst>
          </p:cNvPr>
          <p:cNvSpPr>
            <a:spLocks xmlns:a="http://schemas.openxmlformats.org/drawingml/2006/main" noGrp="1"/>
          </p:cNvSpPr>
          <p:nvPr/>
        </p:nvSpPr>
        <p:spPr>
          <a:xfrm xmlns:a="http://schemas.openxmlformats.org/drawingml/2006/main">
            <a:off x="723900" y="157162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1">
                <a:solidFill>
                  <a:srgbClr val="147D78"/>
                </a:solidFill>
                <a:latin typeface="Yu Gothic"/>
                <a:ea typeface="Yu Gothic"/>
                <a:cs typeface="Yu Gothic"/>
              </a:defRPr>
            </a:defPPr>
            <a:lvl1pPr algn="l">
              <a:defRPr sz="1275" b="1">
                <a:solidFill>
                  <a:srgbClr val="147D78"/>
                </a:solidFill>
                <a:latin typeface="Yu Gothic"/>
                <a:ea typeface="Yu Gothic"/>
                <a:cs typeface="Yu Gothic"/>
              </a:defRPr>
            </a:lvl1pPr>
            <a:lvl2pPr algn="l">
              <a:defRPr sz="1275" b="1">
                <a:solidFill>
                  <a:srgbClr val="147D78"/>
                </a:solidFill>
                <a:latin typeface="Yu Gothic"/>
                <a:ea typeface="Yu Gothic"/>
                <a:cs typeface="Yu Gothic"/>
              </a:defRPr>
            </a:lvl2pPr>
            <a:lvl3pPr algn="l">
              <a:defRPr sz="1275" b="1">
                <a:solidFill>
                  <a:srgbClr val="147D78"/>
                </a:solidFill>
                <a:latin typeface="Yu Gothic"/>
                <a:ea typeface="Yu Gothic"/>
                <a:cs typeface="Yu Gothic"/>
              </a:defRPr>
            </a:lvl3pPr>
            <a:lvl4pPr algn="l">
              <a:defRPr sz="1275" b="1">
                <a:solidFill>
                  <a:srgbClr val="147D78"/>
                </a:solidFill>
                <a:latin typeface="Yu Gothic"/>
                <a:ea typeface="Yu Gothic"/>
                <a:cs typeface="Yu Gothic"/>
              </a:defRPr>
            </a:lvl4pPr>
            <a:lvl5pPr algn="l">
              <a:defRPr sz="1275" b="1">
                <a:solidFill>
                  <a:srgbClr val="147D78"/>
                </a:solidFill>
                <a:latin typeface="Yu Gothic"/>
                <a:ea typeface="Yu Gothic"/>
                <a:cs typeface="Yu Gothic"/>
              </a:defRPr>
            </a:lvl5pPr>
            <a:lvl6pPr algn="l">
              <a:defRPr sz="1275" b="1">
                <a:solidFill>
                  <a:srgbClr val="147D78"/>
                </a:solidFill>
                <a:latin typeface="Yu Gothic"/>
                <a:ea typeface="Yu Gothic"/>
                <a:cs typeface="Yu Gothic"/>
              </a:defRPr>
            </a:lvl6pPr>
            <a:lvl7pPr algn="l">
              <a:defRPr sz="1275" b="1">
                <a:solidFill>
                  <a:srgbClr val="147D78"/>
                </a:solidFill>
                <a:latin typeface="Yu Gothic"/>
                <a:ea typeface="Yu Gothic"/>
                <a:cs typeface="Yu Gothic"/>
              </a:defRPr>
            </a:lvl7pPr>
            <a:lvl8pPr algn="l">
              <a:defRPr sz="1275" b="1">
                <a:solidFill>
                  <a:srgbClr val="147D78"/>
                </a:solidFill>
                <a:latin typeface="Yu Gothic"/>
                <a:ea typeface="Yu Gothic"/>
                <a:cs typeface="Yu Gothic"/>
              </a:defRPr>
            </a:lvl8pPr>
            <a:lvl9pPr algn="l">
              <a:defRPr sz="1275" b="1">
                <a:solidFill>
                  <a:srgbClr val="147D78"/>
                </a:solidFill>
                <a:latin typeface="Yu Gothic"/>
                <a:ea typeface="Yu Gothic"/>
                <a:cs typeface="Yu Gothic"/>
              </a:defRPr>
            </a:lvl9pPr>
          </a:lstStyle>
          <a:p xmlns:a="http://schemas.openxmlformats.org/drawingml/2006/main">
            <a:pPr algn="l">
              <a:defRPr sz="1275" b="1">
                <a:solidFill>
                  <a:srgbClr val="147D78"/>
                </a:solidFill>
                <a:latin typeface="Yu Gothic"/>
                <a:ea typeface="Yu Gothic"/>
                <a:cs typeface="Yu Gothic"/>
              </a:defRPr>
            </a:pPr>
            <a:r>
              <a:rPr sz="1275" b="1">
                <a:solidFill>
                  <a:srgbClr val="147D78"/>
                </a:solidFill>
                <a:latin typeface="Yu Gothic"/>
                <a:ea typeface="Yu Gothic"/>
                <a:cs typeface="Yu Gothic"/>
              </a:rPr>
              <a:t>実演コマンド</a:t>
            </a:r>
          </a:p>
        </p:txBody>
      </p:sp>
      <p:sp>
        <p:nvSpPr>
          <p:cNvPr id="6" name="">
            <a:extLst xmlns:a="http://schemas.openxmlformats.org/drawingml/2006/main">
              <a:ext uri="{FF2B5EF4-FFF2-40B4-BE49-F238E27FC236}">
                <a16:creationId xmlns:a16="http://schemas.microsoft.com/office/drawing/2014/main" id="{B7B27C87-287C-4E92-851F-C108D1D93618}"/>
              </a:ext>
            </a:extLst>
          </p:cNvPr>
          <p:cNvSpPr>
            <a:spLocks xmlns:a="http://schemas.openxmlformats.org/drawingml/2006/main" noGrp="1"/>
          </p:cNvSpPr>
          <p:nvPr/>
        </p:nvSpPr>
        <p:spPr>
          <a:xfrm xmlns:a="http://schemas.openxmlformats.org/drawingml/2006/main">
            <a:off x="723900" y="1952625"/>
            <a:ext cx="6191250" cy="638175"/>
          </a:xfrm>
          <a:prstGeom xmlns:a="http://schemas.openxmlformats.org/drawingml/2006/main" prst="rect">
            <a:avLst/>
          </a:prstGeom>
          <a:solidFill xmlns:a="http://schemas.openxmlformats.org/drawingml/2006/main">
            <a:srgbClr val="142B3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34B1886-FC22-4A44-A872-A27BEC39B5B4}"/>
              </a:ext>
            </a:extLst>
          </p:cNvPr>
          <p:cNvSpPr>
            <a:spLocks xmlns:a="http://schemas.openxmlformats.org/drawingml/2006/main" noGrp="1"/>
          </p:cNvSpPr>
          <p:nvPr/>
        </p:nvSpPr>
        <p:spPr>
          <a:xfrm xmlns:a="http://schemas.openxmlformats.org/drawingml/2006/main">
            <a:off x="914400" y="2105025"/>
            <a:ext cx="581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725" b="0">
                <a:solidFill>
                  <a:srgbClr val="FFFFFF"/>
                </a:solidFill>
                <a:latin typeface="Consolas"/>
                <a:ea typeface="Consolas"/>
                <a:cs typeface="Consolas"/>
              </a:defRPr>
            </a:defPPr>
            <a:lvl1pPr algn="l">
              <a:defRPr sz="1725" b="0">
                <a:solidFill>
                  <a:srgbClr val="FFFFFF"/>
                </a:solidFill>
                <a:latin typeface="Consolas"/>
                <a:ea typeface="Consolas"/>
                <a:cs typeface="Consolas"/>
              </a:defRPr>
            </a:lvl1pPr>
            <a:lvl2pPr algn="l">
              <a:defRPr sz="1725" b="0">
                <a:solidFill>
                  <a:srgbClr val="FFFFFF"/>
                </a:solidFill>
                <a:latin typeface="Consolas"/>
                <a:ea typeface="Consolas"/>
                <a:cs typeface="Consolas"/>
              </a:defRPr>
            </a:lvl2pPr>
            <a:lvl3pPr algn="l">
              <a:defRPr sz="1725" b="0">
                <a:solidFill>
                  <a:srgbClr val="FFFFFF"/>
                </a:solidFill>
                <a:latin typeface="Consolas"/>
                <a:ea typeface="Consolas"/>
                <a:cs typeface="Consolas"/>
              </a:defRPr>
            </a:lvl3pPr>
            <a:lvl4pPr algn="l">
              <a:defRPr sz="1725" b="0">
                <a:solidFill>
                  <a:srgbClr val="FFFFFF"/>
                </a:solidFill>
                <a:latin typeface="Consolas"/>
                <a:ea typeface="Consolas"/>
                <a:cs typeface="Consolas"/>
              </a:defRPr>
            </a:lvl4pPr>
            <a:lvl5pPr algn="l">
              <a:defRPr sz="1725" b="0">
                <a:solidFill>
                  <a:srgbClr val="FFFFFF"/>
                </a:solidFill>
                <a:latin typeface="Consolas"/>
                <a:ea typeface="Consolas"/>
                <a:cs typeface="Consolas"/>
              </a:defRPr>
            </a:lvl5pPr>
            <a:lvl6pPr algn="l">
              <a:defRPr sz="1725" b="0">
                <a:solidFill>
                  <a:srgbClr val="FFFFFF"/>
                </a:solidFill>
                <a:latin typeface="Consolas"/>
                <a:ea typeface="Consolas"/>
                <a:cs typeface="Consolas"/>
              </a:defRPr>
            </a:lvl6pPr>
            <a:lvl7pPr algn="l">
              <a:defRPr sz="1725" b="0">
                <a:solidFill>
                  <a:srgbClr val="FFFFFF"/>
                </a:solidFill>
                <a:latin typeface="Consolas"/>
                <a:ea typeface="Consolas"/>
                <a:cs typeface="Consolas"/>
              </a:defRPr>
            </a:lvl7pPr>
            <a:lvl8pPr algn="l">
              <a:defRPr sz="1725" b="0">
                <a:solidFill>
                  <a:srgbClr val="FFFFFF"/>
                </a:solidFill>
                <a:latin typeface="Consolas"/>
                <a:ea typeface="Consolas"/>
                <a:cs typeface="Consolas"/>
              </a:defRPr>
            </a:lvl8pPr>
            <a:lvl9pPr algn="l">
              <a:defRPr sz="1725" b="0">
                <a:solidFill>
                  <a:srgbClr val="FFFFFF"/>
                </a:solidFill>
                <a:latin typeface="Consolas"/>
                <a:ea typeface="Consolas"/>
                <a:cs typeface="Consolas"/>
              </a:defRPr>
            </a:lvl9pPr>
          </a:lstStyle>
          <a:p xmlns:a="http://schemas.openxmlformats.org/drawingml/2006/main">
            <a:pPr algn="l">
              <a:defRPr sz="1725" b="0">
                <a:solidFill>
                  <a:srgbClr val="FFFFFF"/>
                </a:solidFill>
                <a:latin typeface="Consolas"/>
                <a:ea typeface="Consolas"/>
                <a:cs typeface="Consolas"/>
              </a:defRPr>
            </a:pPr>
            <a:r>
              <a:rPr sz="1725" b="0">
                <a:solidFill>
                  <a:srgbClr val="FFFFFF"/>
                </a:solidFill>
                <a:latin typeface="Consolas"/>
                <a:ea typeface="Consolas"/>
                <a:cs typeface="Consolas"/>
              </a:rPr>
              <a:t>python src/experiment.py --quick</a:t>
            </a:r>
          </a:p>
        </p:txBody>
      </p:sp>
      <p:sp>
        <p:nvSpPr>
          <p:cNvPr id="8" name="">
            <a:extLst xmlns:a="http://schemas.openxmlformats.org/drawingml/2006/main">
              <a:ext uri="{FF2B5EF4-FFF2-40B4-BE49-F238E27FC236}">
                <a16:creationId xmlns:a16="http://schemas.microsoft.com/office/drawing/2014/main" id="{F2CAC0FE-19FE-4251-AB11-DBC05E2C3175}"/>
              </a:ext>
            </a:extLst>
          </p:cNvPr>
          <p:cNvSpPr>
            <a:spLocks xmlns:a="http://schemas.openxmlformats.org/drawingml/2006/main" noGrp="1"/>
          </p:cNvSpPr>
          <p:nvPr/>
        </p:nvSpPr>
        <p:spPr>
          <a:xfrm xmlns:a="http://schemas.openxmlformats.org/drawingml/2006/main">
            <a:off x="723900" y="2943225"/>
            <a:ext cx="266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1">
                <a:solidFill>
                  <a:srgbClr val="5B6D76"/>
                </a:solidFill>
                <a:latin typeface="Yu Gothic"/>
                <a:ea typeface="Yu Gothic"/>
                <a:cs typeface="Yu Gothic"/>
              </a:defRPr>
            </a:defPPr>
            <a:lvl1pPr algn="l">
              <a:defRPr sz="1275" b="1">
                <a:solidFill>
                  <a:srgbClr val="5B6D76"/>
                </a:solidFill>
                <a:latin typeface="Yu Gothic"/>
                <a:ea typeface="Yu Gothic"/>
                <a:cs typeface="Yu Gothic"/>
              </a:defRPr>
            </a:lvl1pPr>
            <a:lvl2pPr algn="l">
              <a:defRPr sz="1275" b="1">
                <a:solidFill>
                  <a:srgbClr val="5B6D76"/>
                </a:solidFill>
                <a:latin typeface="Yu Gothic"/>
                <a:ea typeface="Yu Gothic"/>
                <a:cs typeface="Yu Gothic"/>
              </a:defRPr>
            </a:lvl2pPr>
            <a:lvl3pPr algn="l">
              <a:defRPr sz="1275" b="1">
                <a:solidFill>
                  <a:srgbClr val="5B6D76"/>
                </a:solidFill>
                <a:latin typeface="Yu Gothic"/>
                <a:ea typeface="Yu Gothic"/>
                <a:cs typeface="Yu Gothic"/>
              </a:defRPr>
            </a:lvl3pPr>
            <a:lvl4pPr algn="l">
              <a:defRPr sz="1275" b="1">
                <a:solidFill>
                  <a:srgbClr val="5B6D76"/>
                </a:solidFill>
                <a:latin typeface="Yu Gothic"/>
                <a:ea typeface="Yu Gothic"/>
                <a:cs typeface="Yu Gothic"/>
              </a:defRPr>
            </a:lvl4pPr>
            <a:lvl5pPr algn="l">
              <a:defRPr sz="1275" b="1">
                <a:solidFill>
                  <a:srgbClr val="5B6D76"/>
                </a:solidFill>
                <a:latin typeface="Yu Gothic"/>
                <a:ea typeface="Yu Gothic"/>
                <a:cs typeface="Yu Gothic"/>
              </a:defRPr>
            </a:lvl5pPr>
            <a:lvl6pPr algn="l">
              <a:defRPr sz="1275" b="1">
                <a:solidFill>
                  <a:srgbClr val="5B6D76"/>
                </a:solidFill>
                <a:latin typeface="Yu Gothic"/>
                <a:ea typeface="Yu Gothic"/>
                <a:cs typeface="Yu Gothic"/>
              </a:defRPr>
            </a:lvl6pPr>
            <a:lvl7pPr algn="l">
              <a:defRPr sz="1275" b="1">
                <a:solidFill>
                  <a:srgbClr val="5B6D76"/>
                </a:solidFill>
                <a:latin typeface="Yu Gothic"/>
                <a:ea typeface="Yu Gothic"/>
                <a:cs typeface="Yu Gothic"/>
              </a:defRPr>
            </a:lvl7pPr>
            <a:lvl8pPr algn="l">
              <a:defRPr sz="1275" b="1">
                <a:solidFill>
                  <a:srgbClr val="5B6D76"/>
                </a:solidFill>
                <a:latin typeface="Yu Gothic"/>
                <a:ea typeface="Yu Gothic"/>
                <a:cs typeface="Yu Gothic"/>
              </a:defRPr>
            </a:lvl8pPr>
            <a:lvl9pPr algn="l">
              <a:defRPr sz="1275" b="1">
                <a:solidFill>
                  <a:srgbClr val="5B6D76"/>
                </a:solidFill>
                <a:latin typeface="Yu Gothic"/>
                <a:ea typeface="Yu Gothic"/>
                <a:cs typeface="Yu Gothic"/>
              </a:defRPr>
            </a:lvl9pPr>
          </a:lstStyle>
          <a:p xmlns:a="http://schemas.openxmlformats.org/drawingml/2006/main">
            <a:pPr algn="l">
              <a:defRPr sz="1275" b="1">
                <a:solidFill>
                  <a:srgbClr val="5B6D76"/>
                </a:solidFill>
                <a:latin typeface="Yu Gothic"/>
                <a:ea typeface="Yu Gothic"/>
                <a:cs typeface="Yu Gothic"/>
              </a:defRPr>
            </a:pPr>
            <a:r>
              <a:rPr sz="1275" b="1">
                <a:solidFill>
                  <a:srgbClr val="5B6D76"/>
                </a:solidFill>
                <a:latin typeface="Yu Gothic"/>
                <a:ea typeface="Yu Gothic"/>
                <a:cs typeface="Yu Gothic"/>
              </a:rPr>
              <a:t>今回の試運転条件</a:t>
            </a:r>
          </a:p>
        </p:txBody>
      </p:sp>
      <p:sp>
        <p:nvSpPr>
          <p:cNvPr id="9" name="">
            <a:extLst xmlns:a="http://schemas.openxmlformats.org/drawingml/2006/main">
              <a:ext uri="{FF2B5EF4-FFF2-40B4-BE49-F238E27FC236}">
                <a16:creationId xmlns:a16="http://schemas.microsoft.com/office/drawing/2014/main" id="{0FDBC768-1504-4CA7-89C5-C587F8AC04A6}"/>
              </a:ext>
            </a:extLst>
          </p:cNvPr>
          <p:cNvSpPr>
            <a:spLocks xmlns:a="http://schemas.openxmlformats.org/drawingml/2006/main" noGrp="1"/>
          </p:cNvSpPr>
          <p:nvPr/>
        </p:nvSpPr>
        <p:spPr>
          <a:xfrm xmlns:a="http://schemas.openxmlformats.org/drawingml/2006/main">
            <a:off x="723900" y="3286125"/>
            <a:ext cx="7048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42B3B"/>
                </a:solidFill>
                <a:latin typeface="Yu Gothic"/>
                <a:ea typeface="Yu Gothic"/>
                <a:cs typeface="Yu Gothic"/>
              </a:defRPr>
            </a:defPPr>
            <a:lvl1pPr algn="l">
              <a:defRPr sz="1650" b="1">
                <a:solidFill>
                  <a:srgbClr val="142B3B"/>
                </a:solidFill>
                <a:latin typeface="Yu Gothic"/>
                <a:ea typeface="Yu Gothic"/>
                <a:cs typeface="Yu Gothic"/>
              </a:defRPr>
            </a:lvl1pPr>
            <a:lvl2pPr algn="l">
              <a:defRPr sz="1650" b="1">
                <a:solidFill>
                  <a:srgbClr val="142B3B"/>
                </a:solidFill>
                <a:latin typeface="Yu Gothic"/>
                <a:ea typeface="Yu Gothic"/>
                <a:cs typeface="Yu Gothic"/>
              </a:defRPr>
            </a:lvl2pPr>
            <a:lvl3pPr algn="l">
              <a:defRPr sz="1650" b="1">
                <a:solidFill>
                  <a:srgbClr val="142B3B"/>
                </a:solidFill>
                <a:latin typeface="Yu Gothic"/>
                <a:ea typeface="Yu Gothic"/>
                <a:cs typeface="Yu Gothic"/>
              </a:defRPr>
            </a:lvl3pPr>
            <a:lvl4pPr algn="l">
              <a:defRPr sz="1650" b="1">
                <a:solidFill>
                  <a:srgbClr val="142B3B"/>
                </a:solidFill>
                <a:latin typeface="Yu Gothic"/>
                <a:ea typeface="Yu Gothic"/>
                <a:cs typeface="Yu Gothic"/>
              </a:defRPr>
            </a:lvl4pPr>
            <a:lvl5pPr algn="l">
              <a:defRPr sz="1650" b="1">
                <a:solidFill>
                  <a:srgbClr val="142B3B"/>
                </a:solidFill>
                <a:latin typeface="Yu Gothic"/>
                <a:ea typeface="Yu Gothic"/>
                <a:cs typeface="Yu Gothic"/>
              </a:defRPr>
            </a:lvl5pPr>
            <a:lvl6pPr algn="l">
              <a:defRPr sz="1650" b="1">
                <a:solidFill>
                  <a:srgbClr val="142B3B"/>
                </a:solidFill>
                <a:latin typeface="Yu Gothic"/>
                <a:ea typeface="Yu Gothic"/>
                <a:cs typeface="Yu Gothic"/>
              </a:defRPr>
            </a:lvl6pPr>
            <a:lvl7pPr algn="l">
              <a:defRPr sz="1650" b="1">
                <a:solidFill>
                  <a:srgbClr val="142B3B"/>
                </a:solidFill>
                <a:latin typeface="Yu Gothic"/>
                <a:ea typeface="Yu Gothic"/>
                <a:cs typeface="Yu Gothic"/>
              </a:defRPr>
            </a:lvl7pPr>
            <a:lvl8pPr algn="l">
              <a:defRPr sz="1650" b="1">
                <a:solidFill>
                  <a:srgbClr val="142B3B"/>
                </a:solidFill>
                <a:latin typeface="Yu Gothic"/>
                <a:ea typeface="Yu Gothic"/>
                <a:cs typeface="Yu Gothic"/>
              </a:defRPr>
            </a:lvl8pPr>
            <a:lvl9pPr algn="l">
              <a:defRPr sz="1650" b="1">
                <a:solidFill>
                  <a:srgbClr val="142B3B"/>
                </a:solidFill>
                <a:latin typeface="Yu Gothic"/>
                <a:ea typeface="Yu Gothic"/>
                <a:cs typeface="Yu Gothic"/>
              </a:defRPr>
            </a:lvl9pPr>
          </a:lstStyle>
          <a:p xmlns:a="http://schemas.openxmlformats.org/drawingml/2006/main">
            <a:pPr algn="l">
              <a:defRPr sz="1650" b="1">
                <a:solidFill>
                  <a:srgbClr val="142B3B"/>
                </a:solidFill>
                <a:latin typeface="Yu Gothic"/>
                <a:ea typeface="Yu Gothic"/>
                <a:cs typeface="Yu Gothic"/>
              </a:defRPr>
            </a:pPr>
            <a:r>
              <a:rPr sz="1650" b="1">
                <a:solidFill>
                  <a:srgbClr val="142B3B"/>
                </a:solidFill>
                <a:latin typeface="Yu Gothic"/>
                <a:ea typeface="Yu Gothic"/>
                <a:cs typeface="Yu Gothic"/>
              </a:rPr>
              <a:t>学習 500件｜申し込みあり 10%｜seed 42｜テスト 13,564件</a:t>
            </a:r>
          </a:p>
        </p:txBody>
      </p:sp>
      <p:sp>
        <p:nvSpPr>
          <p:cNvPr id="10" name="">
            <a:extLst xmlns:a="http://schemas.openxmlformats.org/drawingml/2006/main">
              <a:ext uri="{FF2B5EF4-FFF2-40B4-BE49-F238E27FC236}">
                <a16:creationId xmlns:a16="http://schemas.microsoft.com/office/drawing/2014/main" id="{8AB833AB-1E0D-49D9-838D-326192D4EAD2}"/>
              </a:ext>
            </a:extLst>
          </p:cNvPr>
          <p:cNvSpPr>
            <a:spLocks xmlns:a="http://schemas.openxmlformats.org/drawingml/2006/main" noGrp="1"/>
          </p:cNvSpPr>
          <p:nvPr/>
        </p:nvSpPr>
        <p:spPr>
          <a:xfrm xmlns:a="http://schemas.openxmlformats.org/drawingml/2006/main">
            <a:off x="723900" y="3848100"/>
            <a:ext cx="10744200" cy="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11" name="">
            <a:extLst xmlns:a="http://schemas.openxmlformats.org/drawingml/2006/main">
              <a:ext uri="{FF2B5EF4-FFF2-40B4-BE49-F238E27FC236}">
                <a16:creationId xmlns:a16="http://schemas.microsoft.com/office/drawing/2014/main" id="{32C8E366-32B4-4E6C-BDAA-78879F0C2217}"/>
              </a:ext>
            </a:extLst>
          </p:cNvPr>
          <p:cNvSpPr>
            <a:spLocks xmlns:a="http://schemas.openxmlformats.org/drawingml/2006/main" noGrp="1"/>
          </p:cNvSpPr>
          <p:nvPr/>
        </p:nvSpPr>
        <p:spPr>
          <a:xfrm xmlns:a="http://schemas.openxmlformats.org/drawingml/2006/main">
            <a:off x="723900" y="40386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1">
                <a:solidFill>
                  <a:srgbClr val="5B6D76"/>
                </a:solidFill>
                <a:latin typeface="Yu Gothic"/>
                <a:ea typeface="Yu Gothic"/>
                <a:cs typeface="Yu Gothic"/>
              </a:defRPr>
            </a:defPPr>
            <a:lvl1pPr algn="l">
              <a:defRPr sz="1275" b="1">
                <a:solidFill>
                  <a:srgbClr val="5B6D76"/>
                </a:solidFill>
                <a:latin typeface="Yu Gothic"/>
                <a:ea typeface="Yu Gothic"/>
                <a:cs typeface="Yu Gothic"/>
              </a:defRPr>
            </a:lvl1pPr>
            <a:lvl2pPr algn="l">
              <a:defRPr sz="1275" b="1">
                <a:solidFill>
                  <a:srgbClr val="5B6D76"/>
                </a:solidFill>
                <a:latin typeface="Yu Gothic"/>
                <a:ea typeface="Yu Gothic"/>
                <a:cs typeface="Yu Gothic"/>
              </a:defRPr>
            </a:lvl2pPr>
            <a:lvl3pPr algn="l">
              <a:defRPr sz="1275" b="1">
                <a:solidFill>
                  <a:srgbClr val="5B6D76"/>
                </a:solidFill>
                <a:latin typeface="Yu Gothic"/>
                <a:ea typeface="Yu Gothic"/>
                <a:cs typeface="Yu Gothic"/>
              </a:defRPr>
            </a:lvl3pPr>
            <a:lvl4pPr algn="l">
              <a:defRPr sz="1275" b="1">
                <a:solidFill>
                  <a:srgbClr val="5B6D76"/>
                </a:solidFill>
                <a:latin typeface="Yu Gothic"/>
                <a:ea typeface="Yu Gothic"/>
                <a:cs typeface="Yu Gothic"/>
              </a:defRPr>
            </a:lvl4pPr>
            <a:lvl5pPr algn="l">
              <a:defRPr sz="1275" b="1">
                <a:solidFill>
                  <a:srgbClr val="5B6D76"/>
                </a:solidFill>
                <a:latin typeface="Yu Gothic"/>
                <a:ea typeface="Yu Gothic"/>
                <a:cs typeface="Yu Gothic"/>
              </a:defRPr>
            </a:lvl5pPr>
            <a:lvl6pPr algn="l">
              <a:defRPr sz="1275" b="1">
                <a:solidFill>
                  <a:srgbClr val="5B6D76"/>
                </a:solidFill>
                <a:latin typeface="Yu Gothic"/>
                <a:ea typeface="Yu Gothic"/>
                <a:cs typeface="Yu Gothic"/>
              </a:defRPr>
            </a:lvl6pPr>
            <a:lvl7pPr algn="l">
              <a:defRPr sz="1275" b="1">
                <a:solidFill>
                  <a:srgbClr val="5B6D76"/>
                </a:solidFill>
                <a:latin typeface="Yu Gothic"/>
                <a:ea typeface="Yu Gothic"/>
                <a:cs typeface="Yu Gothic"/>
              </a:defRPr>
            </a:lvl7pPr>
            <a:lvl8pPr algn="l">
              <a:defRPr sz="1275" b="1">
                <a:solidFill>
                  <a:srgbClr val="5B6D76"/>
                </a:solidFill>
                <a:latin typeface="Yu Gothic"/>
                <a:ea typeface="Yu Gothic"/>
                <a:cs typeface="Yu Gothic"/>
              </a:defRPr>
            </a:lvl8pPr>
            <a:lvl9pPr algn="l">
              <a:defRPr sz="1275" b="1">
                <a:solidFill>
                  <a:srgbClr val="5B6D76"/>
                </a:solidFill>
                <a:latin typeface="Yu Gothic"/>
                <a:ea typeface="Yu Gothic"/>
                <a:cs typeface="Yu Gothic"/>
              </a:defRPr>
            </a:lvl9pPr>
          </a:lstStyle>
          <a:p xmlns:a="http://schemas.openxmlformats.org/drawingml/2006/main">
            <a:pPr algn="l">
              <a:defRPr sz="1275" b="1">
                <a:solidFill>
                  <a:srgbClr val="5B6D76"/>
                </a:solidFill>
                <a:latin typeface="Yu Gothic"/>
                <a:ea typeface="Yu Gothic"/>
                <a:cs typeface="Yu Gothic"/>
              </a:defRPr>
            </a:pPr>
            <a:r>
              <a:rPr sz="1275" b="1">
                <a:solidFill>
                  <a:srgbClr val="5B6D76"/>
                </a:solidFill>
                <a:latin typeface="Yu Gothic"/>
                <a:ea typeface="Yu Gothic"/>
                <a:cs typeface="Yu Gothic"/>
              </a:rPr>
              <a:t>モデル</a:t>
            </a:r>
          </a:p>
        </p:txBody>
      </p:sp>
      <p:sp>
        <p:nvSpPr>
          <p:cNvPr id="12" name="">
            <a:extLst xmlns:a="http://schemas.openxmlformats.org/drawingml/2006/main">
              <a:ext uri="{FF2B5EF4-FFF2-40B4-BE49-F238E27FC236}">
                <a16:creationId xmlns:a16="http://schemas.microsoft.com/office/drawing/2014/main" id="{A281C49E-6A92-4ED9-872F-956399DA3E15}"/>
              </a:ext>
            </a:extLst>
          </p:cNvPr>
          <p:cNvSpPr>
            <a:spLocks xmlns:a="http://schemas.openxmlformats.org/drawingml/2006/main" noGrp="1"/>
          </p:cNvSpPr>
          <p:nvPr/>
        </p:nvSpPr>
        <p:spPr>
          <a:xfrm xmlns:a="http://schemas.openxmlformats.org/drawingml/2006/main">
            <a:off x="4533900" y="403860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75" b="1">
                <a:solidFill>
                  <a:srgbClr val="5B6D76"/>
                </a:solidFill>
                <a:latin typeface="Yu Gothic"/>
                <a:ea typeface="Yu Gothic"/>
                <a:cs typeface="Yu Gothic"/>
              </a:defRPr>
            </a:defPPr>
            <a:lvl1pPr algn="ctr">
              <a:defRPr sz="1275" b="1">
                <a:solidFill>
                  <a:srgbClr val="5B6D76"/>
                </a:solidFill>
                <a:latin typeface="Yu Gothic"/>
                <a:ea typeface="Yu Gothic"/>
                <a:cs typeface="Yu Gothic"/>
              </a:defRPr>
            </a:lvl1pPr>
            <a:lvl2pPr algn="ctr">
              <a:defRPr sz="1275" b="1">
                <a:solidFill>
                  <a:srgbClr val="5B6D76"/>
                </a:solidFill>
                <a:latin typeface="Yu Gothic"/>
                <a:ea typeface="Yu Gothic"/>
                <a:cs typeface="Yu Gothic"/>
              </a:defRPr>
            </a:lvl2pPr>
            <a:lvl3pPr algn="ctr">
              <a:defRPr sz="1275" b="1">
                <a:solidFill>
                  <a:srgbClr val="5B6D76"/>
                </a:solidFill>
                <a:latin typeface="Yu Gothic"/>
                <a:ea typeface="Yu Gothic"/>
                <a:cs typeface="Yu Gothic"/>
              </a:defRPr>
            </a:lvl3pPr>
            <a:lvl4pPr algn="ctr">
              <a:defRPr sz="1275" b="1">
                <a:solidFill>
                  <a:srgbClr val="5B6D76"/>
                </a:solidFill>
                <a:latin typeface="Yu Gothic"/>
                <a:ea typeface="Yu Gothic"/>
                <a:cs typeface="Yu Gothic"/>
              </a:defRPr>
            </a:lvl4pPr>
            <a:lvl5pPr algn="ctr">
              <a:defRPr sz="1275" b="1">
                <a:solidFill>
                  <a:srgbClr val="5B6D76"/>
                </a:solidFill>
                <a:latin typeface="Yu Gothic"/>
                <a:ea typeface="Yu Gothic"/>
                <a:cs typeface="Yu Gothic"/>
              </a:defRPr>
            </a:lvl5pPr>
            <a:lvl6pPr algn="ctr">
              <a:defRPr sz="1275" b="1">
                <a:solidFill>
                  <a:srgbClr val="5B6D76"/>
                </a:solidFill>
                <a:latin typeface="Yu Gothic"/>
                <a:ea typeface="Yu Gothic"/>
                <a:cs typeface="Yu Gothic"/>
              </a:defRPr>
            </a:lvl6pPr>
            <a:lvl7pPr algn="ctr">
              <a:defRPr sz="1275" b="1">
                <a:solidFill>
                  <a:srgbClr val="5B6D76"/>
                </a:solidFill>
                <a:latin typeface="Yu Gothic"/>
                <a:ea typeface="Yu Gothic"/>
                <a:cs typeface="Yu Gothic"/>
              </a:defRPr>
            </a:lvl7pPr>
            <a:lvl8pPr algn="ctr">
              <a:defRPr sz="1275" b="1">
                <a:solidFill>
                  <a:srgbClr val="5B6D76"/>
                </a:solidFill>
                <a:latin typeface="Yu Gothic"/>
                <a:ea typeface="Yu Gothic"/>
                <a:cs typeface="Yu Gothic"/>
              </a:defRPr>
            </a:lvl8pPr>
            <a:lvl9pPr algn="ctr">
              <a:defRPr sz="1275" b="1">
                <a:solidFill>
                  <a:srgbClr val="5B6D76"/>
                </a:solidFill>
                <a:latin typeface="Yu Gothic"/>
                <a:ea typeface="Yu Gothic"/>
                <a:cs typeface="Yu Gothic"/>
              </a:defRPr>
            </a:lvl9pPr>
          </a:lstStyle>
          <a:p xmlns:a="http://schemas.openxmlformats.org/drawingml/2006/main">
            <a:pPr algn="ctr">
              <a:defRPr sz="1275" b="1">
                <a:solidFill>
                  <a:srgbClr val="5B6D76"/>
                </a:solidFill>
                <a:latin typeface="Yu Gothic"/>
                <a:ea typeface="Yu Gothic"/>
                <a:cs typeface="Yu Gothic"/>
              </a:defRPr>
            </a:pPr>
            <a:r>
              <a:rPr sz="1275" b="1">
                <a:solidFill>
                  <a:srgbClr val="5B6D76"/>
                </a:solidFill>
                <a:latin typeface="Yu Gothic"/>
                <a:ea typeface="Yu Gothic"/>
                <a:cs typeface="Yu Gothic"/>
              </a:rPr>
              <a:t>全体の正解率</a:t>
            </a:r>
          </a:p>
        </p:txBody>
      </p:sp>
      <p:sp>
        <p:nvSpPr>
          <p:cNvPr id="13" name="">
            <a:extLst xmlns:a="http://schemas.openxmlformats.org/drawingml/2006/main">
              <a:ext uri="{FF2B5EF4-FFF2-40B4-BE49-F238E27FC236}">
                <a16:creationId xmlns:a16="http://schemas.microsoft.com/office/drawing/2014/main" id="{ADFDCEED-30A4-4926-B725-A37D28B0934D}"/>
              </a:ext>
            </a:extLst>
          </p:cNvPr>
          <p:cNvSpPr>
            <a:spLocks xmlns:a="http://schemas.openxmlformats.org/drawingml/2006/main" noGrp="1"/>
          </p:cNvSpPr>
          <p:nvPr/>
        </p:nvSpPr>
        <p:spPr>
          <a:xfrm xmlns:a="http://schemas.openxmlformats.org/drawingml/2006/main">
            <a:off x="7591425" y="403860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75" b="1">
                <a:solidFill>
                  <a:srgbClr val="5B6D76"/>
                </a:solidFill>
                <a:latin typeface="Yu Gothic"/>
                <a:ea typeface="Yu Gothic"/>
                <a:cs typeface="Yu Gothic"/>
              </a:defRPr>
            </a:defPPr>
            <a:lvl1pPr algn="ctr">
              <a:defRPr sz="1275" b="1">
                <a:solidFill>
                  <a:srgbClr val="5B6D76"/>
                </a:solidFill>
                <a:latin typeface="Yu Gothic"/>
                <a:ea typeface="Yu Gothic"/>
                <a:cs typeface="Yu Gothic"/>
              </a:defRPr>
            </a:lvl1pPr>
            <a:lvl2pPr algn="ctr">
              <a:defRPr sz="1275" b="1">
                <a:solidFill>
                  <a:srgbClr val="5B6D76"/>
                </a:solidFill>
                <a:latin typeface="Yu Gothic"/>
                <a:ea typeface="Yu Gothic"/>
                <a:cs typeface="Yu Gothic"/>
              </a:defRPr>
            </a:lvl2pPr>
            <a:lvl3pPr algn="ctr">
              <a:defRPr sz="1275" b="1">
                <a:solidFill>
                  <a:srgbClr val="5B6D76"/>
                </a:solidFill>
                <a:latin typeface="Yu Gothic"/>
                <a:ea typeface="Yu Gothic"/>
                <a:cs typeface="Yu Gothic"/>
              </a:defRPr>
            </a:lvl3pPr>
            <a:lvl4pPr algn="ctr">
              <a:defRPr sz="1275" b="1">
                <a:solidFill>
                  <a:srgbClr val="5B6D76"/>
                </a:solidFill>
                <a:latin typeface="Yu Gothic"/>
                <a:ea typeface="Yu Gothic"/>
                <a:cs typeface="Yu Gothic"/>
              </a:defRPr>
            </a:lvl4pPr>
            <a:lvl5pPr algn="ctr">
              <a:defRPr sz="1275" b="1">
                <a:solidFill>
                  <a:srgbClr val="5B6D76"/>
                </a:solidFill>
                <a:latin typeface="Yu Gothic"/>
                <a:ea typeface="Yu Gothic"/>
                <a:cs typeface="Yu Gothic"/>
              </a:defRPr>
            </a:lvl5pPr>
            <a:lvl6pPr algn="ctr">
              <a:defRPr sz="1275" b="1">
                <a:solidFill>
                  <a:srgbClr val="5B6D76"/>
                </a:solidFill>
                <a:latin typeface="Yu Gothic"/>
                <a:ea typeface="Yu Gothic"/>
                <a:cs typeface="Yu Gothic"/>
              </a:defRPr>
            </a:lvl6pPr>
            <a:lvl7pPr algn="ctr">
              <a:defRPr sz="1275" b="1">
                <a:solidFill>
                  <a:srgbClr val="5B6D76"/>
                </a:solidFill>
                <a:latin typeface="Yu Gothic"/>
                <a:ea typeface="Yu Gothic"/>
                <a:cs typeface="Yu Gothic"/>
              </a:defRPr>
            </a:lvl7pPr>
            <a:lvl8pPr algn="ctr">
              <a:defRPr sz="1275" b="1">
                <a:solidFill>
                  <a:srgbClr val="5B6D76"/>
                </a:solidFill>
                <a:latin typeface="Yu Gothic"/>
                <a:ea typeface="Yu Gothic"/>
                <a:cs typeface="Yu Gothic"/>
              </a:defRPr>
            </a:lvl8pPr>
            <a:lvl9pPr algn="ctr">
              <a:defRPr sz="1275" b="1">
                <a:solidFill>
                  <a:srgbClr val="5B6D76"/>
                </a:solidFill>
                <a:latin typeface="Yu Gothic"/>
                <a:ea typeface="Yu Gothic"/>
                <a:cs typeface="Yu Gothic"/>
              </a:defRPr>
            </a:lvl9pPr>
          </a:lstStyle>
          <a:p xmlns:a="http://schemas.openxmlformats.org/drawingml/2006/main">
            <a:pPr algn="ctr">
              <a:defRPr sz="1275" b="1">
                <a:solidFill>
                  <a:srgbClr val="5B6D76"/>
                </a:solidFill>
                <a:latin typeface="Yu Gothic"/>
                <a:ea typeface="Yu Gothic"/>
                <a:cs typeface="Yu Gothic"/>
              </a:defRPr>
            </a:pPr>
            <a:r>
              <a:rPr sz="1275" b="1">
                <a:solidFill>
                  <a:srgbClr val="5B6D76"/>
                </a:solidFill>
                <a:latin typeface="Yu Gothic"/>
                <a:ea typeface="Yu Gothic"/>
                <a:cs typeface="Yu Gothic"/>
              </a:rPr>
              <a:t>申し込みを見つけた割合</a:t>
            </a:r>
          </a:p>
        </p:txBody>
      </p:sp>
      <p:sp>
        <p:nvSpPr>
          <p:cNvPr id="14" name="">
            <a:extLst xmlns:a="http://schemas.openxmlformats.org/drawingml/2006/main">
              <a:ext uri="{FF2B5EF4-FFF2-40B4-BE49-F238E27FC236}">
                <a16:creationId xmlns:a16="http://schemas.microsoft.com/office/drawing/2014/main" id="{69D090ED-B507-44E2-A400-792124A4AD7A}"/>
              </a:ext>
            </a:extLst>
          </p:cNvPr>
          <p:cNvSpPr>
            <a:spLocks xmlns:a="http://schemas.openxmlformats.org/drawingml/2006/main" noGrp="1"/>
          </p:cNvSpPr>
          <p:nvPr/>
        </p:nvSpPr>
        <p:spPr>
          <a:xfrm xmlns:a="http://schemas.openxmlformats.org/drawingml/2006/main">
            <a:off x="723900" y="4486275"/>
            <a:ext cx="3238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63A50"/>
                </a:solidFill>
                <a:latin typeface="Yu Gothic"/>
                <a:ea typeface="Yu Gothic"/>
                <a:cs typeface="Yu Gothic"/>
              </a:defRPr>
            </a:defPPr>
            <a:lvl1pPr algn="l">
              <a:defRPr sz="1650" b="1">
                <a:solidFill>
                  <a:srgbClr val="163A50"/>
                </a:solidFill>
                <a:latin typeface="Yu Gothic"/>
                <a:ea typeface="Yu Gothic"/>
                <a:cs typeface="Yu Gothic"/>
              </a:defRPr>
            </a:lvl1pPr>
            <a:lvl2pPr algn="l">
              <a:defRPr sz="1650" b="1">
                <a:solidFill>
                  <a:srgbClr val="163A50"/>
                </a:solidFill>
                <a:latin typeface="Yu Gothic"/>
                <a:ea typeface="Yu Gothic"/>
                <a:cs typeface="Yu Gothic"/>
              </a:defRPr>
            </a:lvl2pPr>
            <a:lvl3pPr algn="l">
              <a:defRPr sz="1650" b="1">
                <a:solidFill>
                  <a:srgbClr val="163A50"/>
                </a:solidFill>
                <a:latin typeface="Yu Gothic"/>
                <a:ea typeface="Yu Gothic"/>
                <a:cs typeface="Yu Gothic"/>
              </a:defRPr>
            </a:lvl3pPr>
            <a:lvl4pPr algn="l">
              <a:defRPr sz="1650" b="1">
                <a:solidFill>
                  <a:srgbClr val="163A50"/>
                </a:solidFill>
                <a:latin typeface="Yu Gothic"/>
                <a:ea typeface="Yu Gothic"/>
                <a:cs typeface="Yu Gothic"/>
              </a:defRPr>
            </a:lvl4pPr>
            <a:lvl5pPr algn="l">
              <a:defRPr sz="1650" b="1">
                <a:solidFill>
                  <a:srgbClr val="163A50"/>
                </a:solidFill>
                <a:latin typeface="Yu Gothic"/>
                <a:ea typeface="Yu Gothic"/>
                <a:cs typeface="Yu Gothic"/>
              </a:defRPr>
            </a:lvl5pPr>
            <a:lvl6pPr algn="l">
              <a:defRPr sz="1650" b="1">
                <a:solidFill>
                  <a:srgbClr val="163A50"/>
                </a:solidFill>
                <a:latin typeface="Yu Gothic"/>
                <a:ea typeface="Yu Gothic"/>
                <a:cs typeface="Yu Gothic"/>
              </a:defRPr>
            </a:lvl6pPr>
            <a:lvl7pPr algn="l">
              <a:defRPr sz="1650" b="1">
                <a:solidFill>
                  <a:srgbClr val="163A50"/>
                </a:solidFill>
                <a:latin typeface="Yu Gothic"/>
                <a:ea typeface="Yu Gothic"/>
                <a:cs typeface="Yu Gothic"/>
              </a:defRPr>
            </a:lvl7pPr>
            <a:lvl8pPr algn="l">
              <a:defRPr sz="1650" b="1">
                <a:solidFill>
                  <a:srgbClr val="163A50"/>
                </a:solidFill>
                <a:latin typeface="Yu Gothic"/>
                <a:ea typeface="Yu Gothic"/>
                <a:cs typeface="Yu Gothic"/>
              </a:defRPr>
            </a:lvl8pPr>
            <a:lvl9pPr algn="l">
              <a:defRPr sz="1650" b="1">
                <a:solidFill>
                  <a:srgbClr val="163A50"/>
                </a:solidFill>
                <a:latin typeface="Yu Gothic"/>
                <a:ea typeface="Yu Gothic"/>
                <a:cs typeface="Yu Gothic"/>
              </a:defRPr>
            </a:lvl9pPr>
          </a:lstStyle>
          <a:p xmlns:a="http://schemas.openxmlformats.org/drawingml/2006/main">
            <a:pPr algn="l">
              <a:defRPr sz="1650" b="1">
                <a:solidFill>
                  <a:srgbClr val="163A50"/>
                </a:solidFill>
                <a:latin typeface="Yu Gothic"/>
                <a:ea typeface="Yu Gothic"/>
                <a:cs typeface="Yu Gothic"/>
              </a:defRPr>
            </a:pPr>
            <a:r>
              <a:rPr sz="1650" b="1">
                <a:solidFill>
                  <a:srgbClr val="163A50"/>
                </a:solidFill>
                <a:latin typeface="Yu Gothic"/>
                <a:ea typeface="Yu Gothic"/>
                <a:cs typeface="Yu Gothic"/>
              </a:rPr>
              <a:t>ロジスティック回帰</a:t>
            </a:r>
          </a:p>
        </p:txBody>
      </p:sp>
      <p:sp>
        <p:nvSpPr>
          <p:cNvPr id="15" name="">
            <a:extLst xmlns:a="http://schemas.openxmlformats.org/drawingml/2006/main">
              <a:ext uri="{FF2B5EF4-FFF2-40B4-BE49-F238E27FC236}">
                <a16:creationId xmlns:a16="http://schemas.microsoft.com/office/drawing/2014/main" id="{1CB31055-2EC9-4FC1-9B45-699B151ECAAC}"/>
              </a:ext>
            </a:extLst>
          </p:cNvPr>
          <p:cNvSpPr>
            <a:spLocks xmlns:a="http://schemas.openxmlformats.org/drawingml/2006/main" noGrp="1"/>
          </p:cNvSpPr>
          <p:nvPr/>
        </p:nvSpPr>
        <p:spPr>
          <a:xfrm xmlns:a="http://schemas.openxmlformats.org/drawingml/2006/main">
            <a:off x="4533900" y="4486275"/>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950" b="1">
                <a:solidFill>
                  <a:srgbClr val="163A50"/>
                </a:solidFill>
                <a:latin typeface="Yu Gothic"/>
                <a:ea typeface="Yu Gothic"/>
                <a:cs typeface="Yu Gothic"/>
              </a:defRPr>
            </a:defPPr>
            <a:lvl1pPr algn="ctr">
              <a:defRPr sz="1950" b="1">
                <a:solidFill>
                  <a:srgbClr val="163A50"/>
                </a:solidFill>
                <a:latin typeface="Yu Gothic"/>
                <a:ea typeface="Yu Gothic"/>
                <a:cs typeface="Yu Gothic"/>
              </a:defRPr>
            </a:lvl1pPr>
            <a:lvl2pPr algn="ctr">
              <a:defRPr sz="1950" b="1">
                <a:solidFill>
                  <a:srgbClr val="163A50"/>
                </a:solidFill>
                <a:latin typeface="Yu Gothic"/>
                <a:ea typeface="Yu Gothic"/>
                <a:cs typeface="Yu Gothic"/>
              </a:defRPr>
            </a:lvl2pPr>
            <a:lvl3pPr algn="ctr">
              <a:defRPr sz="1950" b="1">
                <a:solidFill>
                  <a:srgbClr val="163A50"/>
                </a:solidFill>
                <a:latin typeface="Yu Gothic"/>
                <a:ea typeface="Yu Gothic"/>
                <a:cs typeface="Yu Gothic"/>
              </a:defRPr>
            </a:lvl3pPr>
            <a:lvl4pPr algn="ctr">
              <a:defRPr sz="1950" b="1">
                <a:solidFill>
                  <a:srgbClr val="163A50"/>
                </a:solidFill>
                <a:latin typeface="Yu Gothic"/>
                <a:ea typeface="Yu Gothic"/>
                <a:cs typeface="Yu Gothic"/>
              </a:defRPr>
            </a:lvl4pPr>
            <a:lvl5pPr algn="ctr">
              <a:defRPr sz="1950" b="1">
                <a:solidFill>
                  <a:srgbClr val="163A50"/>
                </a:solidFill>
                <a:latin typeface="Yu Gothic"/>
                <a:ea typeface="Yu Gothic"/>
                <a:cs typeface="Yu Gothic"/>
              </a:defRPr>
            </a:lvl5pPr>
            <a:lvl6pPr algn="ctr">
              <a:defRPr sz="1950" b="1">
                <a:solidFill>
                  <a:srgbClr val="163A50"/>
                </a:solidFill>
                <a:latin typeface="Yu Gothic"/>
                <a:ea typeface="Yu Gothic"/>
                <a:cs typeface="Yu Gothic"/>
              </a:defRPr>
            </a:lvl6pPr>
            <a:lvl7pPr algn="ctr">
              <a:defRPr sz="1950" b="1">
                <a:solidFill>
                  <a:srgbClr val="163A50"/>
                </a:solidFill>
                <a:latin typeface="Yu Gothic"/>
                <a:ea typeface="Yu Gothic"/>
                <a:cs typeface="Yu Gothic"/>
              </a:defRPr>
            </a:lvl7pPr>
            <a:lvl8pPr algn="ctr">
              <a:defRPr sz="1950" b="1">
                <a:solidFill>
                  <a:srgbClr val="163A50"/>
                </a:solidFill>
                <a:latin typeface="Yu Gothic"/>
                <a:ea typeface="Yu Gothic"/>
                <a:cs typeface="Yu Gothic"/>
              </a:defRPr>
            </a:lvl8pPr>
            <a:lvl9pPr algn="ctr">
              <a:defRPr sz="1950" b="1">
                <a:solidFill>
                  <a:srgbClr val="163A50"/>
                </a:solidFill>
                <a:latin typeface="Yu Gothic"/>
                <a:ea typeface="Yu Gothic"/>
                <a:cs typeface="Yu Gothic"/>
              </a:defRPr>
            </a:lvl9pPr>
          </a:lstStyle>
          <a:p xmlns:a="http://schemas.openxmlformats.org/drawingml/2006/main">
            <a:pPr algn="ctr">
              <a:defRPr sz="1950" b="1">
                <a:solidFill>
                  <a:srgbClr val="163A50"/>
                </a:solidFill>
                <a:latin typeface="Yu Gothic"/>
                <a:ea typeface="Yu Gothic"/>
                <a:cs typeface="Yu Gothic"/>
              </a:defRPr>
            </a:pPr>
            <a:r>
              <a:rPr sz="1950" b="1">
                <a:solidFill>
                  <a:srgbClr val="163A50"/>
                </a:solidFill>
                <a:latin typeface="Yu Gothic"/>
                <a:ea typeface="Yu Gothic"/>
                <a:cs typeface="Yu Gothic"/>
              </a:rPr>
              <a:t>89.1%</a:t>
            </a:r>
          </a:p>
        </p:txBody>
      </p:sp>
      <p:sp>
        <p:nvSpPr>
          <p:cNvPr id="16" name="">
            <a:extLst xmlns:a="http://schemas.openxmlformats.org/drawingml/2006/main">
              <a:ext uri="{FF2B5EF4-FFF2-40B4-BE49-F238E27FC236}">
                <a16:creationId xmlns:a16="http://schemas.microsoft.com/office/drawing/2014/main" id="{3ECA8799-3F4C-4670-9D20-C52F7B0C834B}"/>
              </a:ext>
            </a:extLst>
          </p:cNvPr>
          <p:cNvSpPr>
            <a:spLocks xmlns:a="http://schemas.openxmlformats.org/drawingml/2006/main" noGrp="1"/>
          </p:cNvSpPr>
          <p:nvPr/>
        </p:nvSpPr>
        <p:spPr>
          <a:xfrm xmlns:a="http://schemas.openxmlformats.org/drawingml/2006/main">
            <a:off x="7591425" y="4486275"/>
            <a:ext cx="3714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950" b="1">
                <a:solidFill>
                  <a:srgbClr val="D66B57"/>
                </a:solidFill>
                <a:latin typeface="Yu Gothic"/>
                <a:ea typeface="Yu Gothic"/>
                <a:cs typeface="Yu Gothic"/>
              </a:defRPr>
            </a:defPPr>
            <a:lvl1pPr algn="ctr">
              <a:defRPr sz="1950" b="1">
                <a:solidFill>
                  <a:srgbClr val="D66B57"/>
                </a:solidFill>
                <a:latin typeface="Yu Gothic"/>
                <a:ea typeface="Yu Gothic"/>
                <a:cs typeface="Yu Gothic"/>
              </a:defRPr>
            </a:lvl1pPr>
            <a:lvl2pPr algn="ctr">
              <a:defRPr sz="1950" b="1">
                <a:solidFill>
                  <a:srgbClr val="D66B57"/>
                </a:solidFill>
                <a:latin typeface="Yu Gothic"/>
                <a:ea typeface="Yu Gothic"/>
                <a:cs typeface="Yu Gothic"/>
              </a:defRPr>
            </a:lvl2pPr>
            <a:lvl3pPr algn="ctr">
              <a:defRPr sz="1950" b="1">
                <a:solidFill>
                  <a:srgbClr val="D66B57"/>
                </a:solidFill>
                <a:latin typeface="Yu Gothic"/>
                <a:ea typeface="Yu Gothic"/>
                <a:cs typeface="Yu Gothic"/>
              </a:defRPr>
            </a:lvl3pPr>
            <a:lvl4pPr algn="ctr">
              <a:defRPr sz="1950" b="1">
                <a:solidFill>
                  <a:srgbClr val="D66B57"/>
                </a:solidFill>
                <a:latin typeface="Yu Gothic"/>
                <a:ea typeface="Yu Gothic"/>
                <a:cs typeface="Yu Gothic"/>
              </a:defRPr>
            </a:lvl4pPr>
            <a:lvl5pPr algn="ctr">
              <a:defRPr sz="1950" b="1">
                <a:solidFill>
                  <a:srgbClr val="D66B57"/>
                </a:solidFill>
                <a:latin typeface="Yu Gothic"/>
                <a:ea typeface="Yu Gothic"/>
                <a:cs typeface="Yu Gothic"/>
              </a:defRPr>
            </a:lvl5pPr>
            <a:lvl6pPr algn="ctr">
              <a:defRPr sz="1950" b="1">
                <a:solidFill>
                  <a:srgbClr val="D66B57"/>
                </a:solidFill>
                <a:latin typeface="Yu Gothic"/>
                <a:ea typeface="Yu Gothic"/>
                <a:cs typeface="Yu Gothic"/>
              </a:defRPr>
            </a:lvl6pPr>
            <a:lvl7pPr algn="ctr">
              <a:defRPr sz="1950" b="1">
                <a:solidFill>
                  <a:srgbClr val="D66B57"/>
                </a:solidFill>
                <a:latin typeface="Yu Gothic"/>
                <a:ea typeface="Yu Gothic"/>
                <a:cs typeface="Yu Gothic"/>
              </a:defRPr>
            </a:lvl7pPr>
            <a:lvl8pPr algn="ctr">
              <a:defRPr sz="1950" b="1">
                <a:solidFill>
                  <a:srgbClr val="D66B57"/>
                </a:solidFill>
                <a:latin typeface="Yu Gothic"/>
                <a:ea typeface="Yu Gothic"/>
                <a:cs typeface="Yu Gothic"/>
              </a:defRPr>
            </a:lvl8pPr>
            <a:lvl9pPr algn="ctr">
              <a:defRPr sz="1950" b="1">
                <a:solidFill>
                  <a:srgbClr val="D66B57"/>
                </a:solidFill>
                <a:latin typeface="Yu Gothic"/>
                <a:ea typeface="Yu Gothic"/>
                <a:cs typeface="Yu Gothic"/>
              </a:defRPr>
            </a:lvl9pPr>
          </a:lstStyle>
          <a:p xmlns:a="http://schemas.openxmlformats.org/drawingml/2006/main">
            <a:pPr algn="ctr">
              <a:defRPr sz="1950" b="1">
                <a:solidFill>
                  <a:srgbClr val="D66B57"/>
                </a:solidFill>
                <a:latin typeface="Yu Gothic"/>
                <a:ea typeface="Yu Gothic"/>
                <a:cs typeface="Yu Gothic"/>
              </a:defRPr>
            </a:pPr>
            <a:r>
              <a:rPr sz="1950" b="1">
                <a:solidFill>
                  <a:srgbClr val="D66B57"/>
                </a:solidFill>
                <a:latin typeface="Yu Gothic"/>
                <a:ea typeface="Yu Gothic"/>
                <a:cs typeface="Yu Gothic"/>
              </a:rPr>
              <a:t>18.7%</a:t>
            </a:r>
          </a:p>
        </p:txBody>
      </p:sp>
      <p:sp>
        <p:nvSpPr>
          <p:cNvPr id="17" name="">
            <a:extLst xmlns:a="http://schemas.openxmlformats.org/drawingml/2006/main">
              <a:ext uri="{FF2B5EF4-FFF2-40B4-BE49-F238E27FC236}">
                <a16:creationId xmlns:a16="http://schemas.microsoft.com/office/drawing/2014/main" id="{483A6F79-611C-496B-A2E6-F247AC7C9B98}"/>
              </a:ext>
            </a:extLst>
          </p:cNvPr>
          <p:cNvSpPr>
            <a:spLocks xmlns:a="http://schemas.openxmlformats.org/drawingml/2006/main" noGrp="1"/>
          </p:cNvSpPr>
          <p:nvPr/>
        </p:nvSpPr>
        <p:spPr>
          <a:xfrm xmlns:a="http://schemas.openxmlformats.org/drawingml/2006/main">
            <a:off x="723900" y="4933950"/>
            <a:ext cx="10744200" cy="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18" name="">
            <a:extLst xmlns:a="http://schemas.openxmlformats.org/drawingml/2006/main">
              <a:ext uri="{FF2B5EF4-FFF2-40B4-BE49-F238E27FC236}">
                <a16:creationId xmlns:a16="http://schemas.microsoft.com/office/drawing/2014/main" id="{AA9DEE75-B0B7-40E4-AD0D-3B24CA16F1E0}"/>
              </a:ext>
            </a:extLst>
          </p:cNvPr>
          <p:cNvSpPr>
            <a:spLocks xmlns:a="http://schemas.openxmlformats.org/drawingml/2006/main" noGrp="1"/>
          </p:cNvSpPr>
          <p:nvPr/>
        </p:nvSpPr>
        <p:spPr>
          <a:xfrm xmlns:a="http://schemas.openxmlformats.org/drawingml/2006/main">
            <a:off x="723900" y="5105400"/>
            <a:ext cx="3238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47D78"/>
                </a:solidFill>
                <a:latin typeface="Yu Gothic"/>
                <a:ea typeface="Yu Gothic"/>
                <a:cs typeface="Yu Gothic"/>
              </a:defRPr>
            </a:defPPr>
            <a:lvl1pPr algn="l">
              <a:defRPr sz="1650" b="1">
                <a:solidFill>
                  <a:srgbClr val="147D78"/>
                </a:solidFill>
                <a:latin typeface="Yu Gothic"/>
                <a:ea typeface="Yu Gothic"/>
                <a:cs typeface="Yu Gothic"/>
              </a:defRPr>
            </a:lvl1pPr>
            <a:lvl2pPr algn="l">
              <a:defRPr sz="1650" b="1">
                <a:solidFill>
                  <a:srgbClr val="147D78"/>
                </a:solidFill>
                <a:latin typeface="Yu Gothic"/>
                <a:ea typeface="Yu Gothic"/>
                <a:cs typeface="Yu Gothic"/>
              </a:defRPr>
            </a:lvl2pPr>
            <a:lvl3pPr algn="l">
              <a:defRPr sz="1650" b="1">
                <a:solidFill>
                  <a:srgbClr val="147D78"/>
                </a:solidFill>
                <a:latin typeface="Yu Gothic"/>
                <a:ea typeface="Yu Gothic"/>
                <a:cs typeface="Yu Gothic"/>
              </a:defRPr>
            </a:lvl3pPr>
            <a:lvl4pPr algn="l">
              <a:defRPr sz="1650" b="1">
                <a:solidFill>
                  <a:srgbClr val="147D78"/>
                </a:solidFill>
                <a:latin typeface="Yu Gothic"/>
                <a:ea typeface="Yu Gothic"/>
                <a:cs typeface="Yu Gothic"/>
              </a:defRPr>
            </a:lvl4pPr>
            <a:lvl5pPr algn="l">
              <a:defRPr sz="1650" b="1">
                <a:solidFill>
                  <a:srgbClr val="147D78"/>
                </a:solidFill>
                <a:latin typeface="Yu Gothic"/>
                <a:ea typeface="Yu Gothic"/>
                <a:cs typeface="Yu Gothic"/>
              </a:defRPr>
            </a:lvl5pPr>
            <a:lvl6pPr algn="l">
              <a:defRPr sz="1650" b="1">
                <a:solidFill>
                  <a:srgbClr val="147D78"/>
                </a:solidFill>
                <a:latin typeface="Yu Gothic"/>
                <a:ea typeface="Yu Gothic"/>
                <a:cs typeface="Yu Gothic"/>
              </a:defRPr>
            </a:lvl6pPr>
            <a:lvl7pPr algn="l">
              <a:defRPr sz="1650" b="1">
                <a:solidFill>
                  <a:srgbClr val="147D78"/>
                </a:solidFill>
                <a:latin typeface="Yu Gothic"/>
                <a:ea typeface="Yu Gothic"/>
                <a:cs typeface="Yu Gothic"/>
              </a:defRPr>
            </a:lvl7pPr>
            <a:lvl8pPr algn="l">
              <a:defRPr sz="1650" b="1">
                <a:solidFill>
                  <a:srgbClr val="147D78"/>
                </a:solidFill>
                <a:latin typeface="Yu Gothic"/>
                <a:ea typeface="Yu Gothic"/>
                <a:cs typeface="Yu Gothic"/>
              </a:defRPr>
            </a:lvl8pPr>
            <a:lvl9pPr algn="l">
              <a:defRPr sz="1650" b="1">
                <a:solidFill>
                  <a:srgbClr val="147D78"/>
                </a:solidFill>
                <a:latin typeface="Yu Gothic"/>
                <a:ea typeface="Yu Gothic"/>
                <a:cs typeface="Yu Gothic"/>
              </a:defRPr>
            </a:lvl9pPr>
          </a:lstStyle>
          <a:p xmlns:a="http://schemas.openxmlformats.org/drawingml/2006/main">
            <a:pPr algn="l">
              <a:defRPr sz="1650" b="1">
                <a:solidFill>
                  <a:srgbClr val="147D78"/>
                </a:solidFill>
                <a:latin typeface="Yu Gothic"/>
                <a:ea typeface="Yu Gothic"/>
                <a:cs typeface="Yu Gothic"/>
              </a:defRPr>
            </a:pPr>
            <a:r>
              <a:rPr sz="1650" b="1">
                <a:solidFill>
                  <a:srgbClr val="147D78"/>
                </a:solidFill>
                <a:latin typeface="Yu Gothic"/>
                <a:ea typeface="Yu Gothic"/>
                <a:cs typeface="Yu Gothic"/>
              </a:rPr>
              <a:t>ランダムフォレスト</a:t>
            </a:r>
          </a:p>
        </p:txBody>
      </p:sp>
      <p:sp>
        <p:nvSpPr>
          <p:cNvPr id="19" name="">
            <a:extLst xmlns:a="http://schemas.openxmlformats.org/drawingml/2006/main">
              <a:ext uri="{FF2B5EF4-FFF2-40B4-BE49-F238E27FC236}">
                <a16:creationId xmlns:a16="http://schemas.microsoft.com/office/drawing/2014/main" id="{5367DEA6-25EF-4BDC-AA31-733E10DAED3F}"/>
              </a:ext>
            </a:extLst>
          </p:cNvPr>
          <p:cNvSpPr>
            <a:spLocks xmlns:a="http://schemas.openxmlformats.org/drawingml/2006/main" noGrp="1"/>
          </p:cNvSpPr>
          <p:nvPr/>
        </p:nvSpPr>
        <p:spPr>
          <a:xfrm xmlns:a="http://schemas.openxmlformats.org/drawingml/2006/main">
            <a:off x="4533900" y="5105400"/>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950" b="1">
                <a:solidFill>
                  <a:srgbClr val="147D78"/>
                </a:solidFill>
                <a:latin typeface="Yu Gothic"/>
                <a:ea typeface="Yu Gothic"/>
                <a:cs typeface="Yu Gothic"/>
              </a:defRPr>
            </a:defPPr>
            <a:lvl1pPr algn="ctr">
              <a:defRPr sz="1950" b="1">
                <a:solidFill>
                  <a:srgbClr val="147D78"/>
                </a:solidFill>
                <a:latin typeface="Yu Gothic"/>
                <a:ea typeface="Yu Gothic"/>
                <a:cs typeface="Yu Gothic"/>
              </a:defRPr>
            </a:lvl1pPr>
            <a:lvl2pPr algn="ctr">
              <a:defRPr sz="1950" b="1">
                <a:solidFill>
                  <a:srgbClr val="147D78"/>
                </a:solidFill>
                <a:latin typeface="Yu Gothic"/>
                <a:ea typeface="Yu Gothic"/>
                <a:cs typeface="Yu Gothic"/>
              </a:defRPr>
            </a:lvl2pPr>
            <a:lvl3pPr algn="ctr">
              <a:defRPr sz="1950" b="1">
                <a:solidFill>
                  <a:srgbClr val="147D78"/>
                </a:solidFill>
                <a:latin typeface="Yu Gothic"/>
                <a:ea typeface="Yu Gothic"/>
                <a:cs typeface="Yu Gothic"/>
              </a:defRPr>
            </a:lvl3pPr>
            <a:lvl4pPr algn="ctr">
              <a:defRPr sz="1950" b="1">
                <a:solidFill>
                  <a:srgbClr val="147D78"/>
                </a:solidFill>
                <a:latin typeface="Yu Gothic"/>
                <a:ea typeface="Yu Gothic"/>
                <a:cs typeface="Yu Gothic"/>
              </a:defRPr>
            </a:lvl4pPr>
            <a:lvl5pPr algn="ctr">
              <a:defRPr sz="1950" b="1">
                <a:solidFill>
                  <a:srgbClr val="147D78"/>
                </a:solidFill>
                <a:latin typeface="Yu Gothic"/>
                <a:ea typeface="Yu Gothic"/>
                <a:cs typeface="Yu Gothic"/>
              </a:defRPr>
            </a:lvl5pPr>
            <a:lvl6pPr algn="ctr">
              <a:defRPr sz="1950" b="1">
                <a:solidFill>
                  <a:srgbClr val="147D78"/>
                </a:solidFill>
                <a:latin typeface="Yu Gothic"/>
                <a:ea typeface="Yu Gothic"/>
                <a:cs typeface="Yu Gothic"/>
              </a:defRPr>
            </a:lvl6pPr>
            <a:lvl7pPr algn="ctr">
              <a:defRPr sz="1950" b="1">
                <a:solidFill>
                  <a:srgbClr val="147D78"/>
                </a:solidFill>
                <a:latin typeface="Yu Gothic"/>
                <a:ea typeface="Yu Gothic"/>
                <a:cs typeface="Yu Gothic"/>
              </a:defRPr>
            </a:lvl7pPr>
            <a:lvl8pPr algn="ctr">
              <a:defRPr sz="1950" b="1">
                <a:solidFill>
                  <a:srgbClr val="147D78"/>
                </a:solidFill>
                <a:latin typeface="Yu Gothic"/>
                <a:ea typeface="Yu Gothic"/>
                <a:cs typeface="Yu Gothic"/>
              </a:defRPr>
            </a:lvl8pPr>
            <a:lvl9pPr algn="ctr">
              <a:defRPr sz="1950" b="1">
                <a:solidFill>
                  <a:srgbClr val="147D78"/>
                </a:solidFill>
                <a:latin typeface="Yu Gothic"/>
                <a:ea typeface="Yu Gothic"/>
                <a:cs typeface="Yu Gothic"/>
              </a:defRPr>
            </a:lvl9pPr>
          </a:lstStyle>
          <a:p xmlns:a="http://schemas.openxmlformats.org/drawingml/2006/main">
            <a:pPr algn="ctr">
              <a:defRPr sz="1950" b="1">
                <a:solidFill>
                  <a:srgbClr val="147D78"/>
                </a:solidFill>
                <a:latin typeface="Yu Gothic"/>
                <a:ea typeface="Yu Gothic"/>
                <a:cs typeface="Yu Gothic"/>
              </a:defRPr>
            </a:pPr>
            <a:r>
              <a:rPr sz="1950" b="1">
                <a:solidFill>
                  <a:srgbClr val="147D78"/>
                </a:solidFill>
                <a:latin typeface="Yu Gothic"/>
                <a:ea typeface="Yu Gothic"/>
                <a:cs typeface="Yu Gothic"/>
              </a:rPr>
              <a:t>89.2%</a:t>
            </a:r>
          </a:p>
        </p:txBody>
      </p:sp>
      <p:sp>
        <p:nvSpPr>
          <p:cNvPr id="20" name="">
            <a:extLst xmlns:a="http://schemas.openxmlformats.org/drawingml/2006/main">
              <a:ext uri="{FF2B5EF4-FFF2-40B4-BE49-F238E27FC236}">
                <a16:creationId xmlns:a16="http://schemas.microsoft.com/office/drawing/2014/main" id="{9D1E797D-E95B-44E3-A30E-13A087EFB616}"/>
              </a:ext>
            </a:extLst>
          </p:cNvPr>
          <p:cNvSpPr>
            <a:spLocks xmlns:a="http://schemas.openxmlformats.org/drawingml/2006/main" noGrp="1"/>
          </p:cNvSpPr>
          <p:nvPr/>
        </p:nvSpPr>
        <p:spPr>
          <a:xfrm xmlns:a="http://schemas.openxmlformats.org/drawingml/2006/main">
            <a:off x="7591425" y="5105400"/>
            <a:ext cx="3714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950" b="1">
                <a:solidFill>
                  <a:srgbClr val="D66B57"/>
                </a:solidFill>
                <a:latin typeface="Yu Gothic"/>
                <a:ea typeface="Yu Gothic"/>
                <a:cs typeface="Yu Gothic"/>
              </a:defRPr>
            </a:defPPr>
            <a:lvl1pPr algn="ctr">
              <a:defRPr sz="1950" b="1">
                <a:solidFill>
                  <a:srgbClr val="D66B57"/>
                </a:solidFill>
                <a:latin typeface="Yu Gothic"/>
                <a:ea typeface="Yu Gothic"/>
                <a:cs typeface="Yu Gothic"/>
              </a:defRPr>
            </a:lvl1pPr>
            <a:lvl2pPr algn="ctr">
              <a:defRPr sz="1950" b="1">
                <a:solidFill>
                  <a:srgbClr val="D66B57"/>
                </a:solidFill>
                <a:latin typeface="Yu Gothic"/>
                <a:ea typeface="Yu Gothic"/>
                <a:cs typeface="Yu Gothic"/>
              </a:defRPr>
            </a:lvl2pPr>
            <a:lvl3pPr algn="ctr">
              <a:defRPr sz="1950" b="1">
                <a:solidFill>
                  <a:srgbClr val="D66B57"/>
                </a:solidFill>
                <a:latin typeface="Yu Gothic"/>
                <a:ea typeface="Yu Gothic"/>
                <a:cs typeface="Yu Gothic"/>
              </a:defRPr>
            </a:lvl3pPr>
            <a:lvl4pPr algn="ctr">
              <a:defRPr sz="1950" b="1">
                <a:solidFill>
                  <a:srgbClr val="D66B57"/>
                </a:solidFill>
                <a:latin typeface="Yu Gothic"/>
                <a:ea typeface="Yu Gothic"/>
                <a:cs typeface="Yu Gothic"/>
              </a:defRPr>
            </a:lvl4pPr>
            <a:lvl5pPr algn="ctr">
              <a:defRPr sz="1950" b="1">
                <a:solidFill>
                  <a:srgbClr val="D66B57"/>
                </a:solidFill>
                <a:latin typeface="Yu Gothic"/>
                <a:ea typeface="Yu Gothic"/>
                <a:cs typeface="Yu Gothic"/>
              </a:defRPr>
            </a:lvl5pPr>
            <a:lvl6pPr algn="ctr">
              <a:defRPr sz="1950" b="1">
                <a:solidFill>
                  <a:srgbClr val="D66B57"/>
                </a:solidFill>
                <a:latin typeface="Yu Gothic"/>
                <a:ea typeface="Yu Gothic"/>
                <a:cs typeface="Yu Gothic"/>
              </a:defRPr>
            </a:lvl6pPr>
            <a:lvl7pPr algn="ctr">
              <a:defRPr sz="1950" b="1">
                <a:solidFill>
                  <a:srgbClr val="D66B57"/>
                </a:solidFill>
                <a:latin typeface="Yu Gothic"/>
                <a:ea typeface="Yu Gothic"/>
                <a:cs typeface="Yu Gothic"/>
              </a:defRPr>
            </a:lvl7pPr>
            <a:lvl8pPr algn="ctr">
              <a:defRPr sz="1950" b="1">
                <a:solidFill>
                  <a:srgbClr val="D66B57"/>
                </a:solidFill>
                <a:latin typeface="Yu Gothic"/>
                <a:ea typeface="Yu Gothic"/>
                <a:cs typeface="Yu Gothic"/>
              </a:defRPr>
            </a:lvl8pPr>
            <a:lvl9pPr algn="ctr">
              <a:defRPr sz="1950" b="1">
                <a:solidFill>
                  <a:srgbClr val="D66B57"/>
                </a:solidFill>
                <a:latin typeface="Yu Gothic"/>
                <a:ea typeface="Yu Gothic"/>
                <a:cs typeface="Yu Gothic"/>
              </a:defRPr>
            </a:lvl9pPr>
          </a:lstStyle>
          <a:p xmlns:a="http://schemas.openxmlformats.org/drawingml/2006/main">
            <a:pPr algn="ctr">
              <a:defRPr sz="1950" b="1">
                <a:solidFill>
                  <a:srgbClr val="D66B57"/>
                </a:solidFill>
                <a:latin typeface="Yu Gothic"/>
                <a:ea typeface="Yu Gothic"/>
                <a:cs typeface="Yu Gothic"/>
              </a:defRPr>
            </a:pPr>
            <a:r>
              <a:rPr sz="1950" b="1">
                <a:solidFill>
                  <a:srgbClr val="D66B57"/>
                </a:solidFill>
                <a:latin typeface="Yu Gothic"/>
                <a:ea typeface="Yu Gothic"/>
                <a:cs typeface="Yu Gothic"/>
              </a:rPr>
              <a:t>16.2%</a:t>
            </a:r>
          </a:p>
        </p:txBody>
      </p:sp>
      <p:sp>
        <p:nvSpPr>
          <p:cNvPr id="21" name="">
            <a:extLst xmlns:a="http://schemas.openxmlformats.org/drawingml/2006/main">
              <a:ext uri="{FF2B5EF4-FFF2-40B4-BE49-F238E27FC236}">
                <a16:creationId xmlns:a16="http://schemas.microsoft.com/office/drawing/2014/main" id="{D304554B-3537-42E9-9B5C-277A01EC946B}"/>
              </a:ext>
            </a:extLst>
          </p:cNvPr>
          <p:cNvSpPr>
            <a:spLocks xmlns:a="http://schemas.openxmlformats.org/drawingml/2006/main" noGrp="1"/>
          </p:cNvSpPr>
          <p:nvPr/>
        </p:nvSpPr>
        <p:spPr>
          <a:xfrm xmlns:a="http://schemas.openxmlformats.org/drawingml/2006/main">
            <a:off x="723900" y="5895975"/>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5B6D76"/>
                </a:solidFill>
                <a:latin typeface="Yu Gothic"/>
                <a:ea typeface="Yu Gothic"/>
                <a:cs typeface="Yu Gothic"/>
              </a:defRPr>
            </a:defPPr>
            <a:lvl1pPr algn="l">
              <a:defRPr sz="1200" b="0">
                <a:solidFill>
                  <a:srgbClr val="5B6D76"/>
                </a:solidFill>
                <a:latin typeface="Yu Gothic"/>
                <a:ea typeface="Yu Gothic"/>
                <a:cs typeface="Yu Gothic"/>
              </a:defRPr>
            </a:lvl1pPr>
            <a:lvl2pPr algn="l">
              <a:defRPr sz="1200" b="0">
                <a:solidFill>
                  <a:srgbClr val="5B6D76"/>
                </a:solidFill>
                <a:latin typeface="Yu Gothic"/>
                <a:ea typeface="Yu Gothic"/>
                <a:cs typeface="Yu Gothic"/>
              </a:defRPr>
            </a:lvl2pPr>
            <a:lvl3pPr algn="l">
              <a:defRPr sz="1200" b="0">
                <a:solidFill>
                  <a:srgbClr val="5B6D76"/>
                </a:solidFill>
                <a:latin typeface="Yu Gothic"/>
                <a:ea typeface="Yu Gothic"/>
                <a:cs typeface="Yu Gothic"/>
              </a:defRPr>
            </a:lvl3pPr>
            <a:lvl4pPr algn="l">
              <a:defRPr sz="1200" b="0">
                <a:solidFill>
                  <a:srgbClr val="5B6D76"/>
                </a:solidFill>
                <a:latin typeface="Yu Gothic"/>
                <a:ea typeface="Yu Gothic"/>
                <a:cs typeface="Yu Gothic"/>
              </a:defRPr>
            </a:lvl4pPr>
            <a:lvl5pPr algn="l">
              <a:defRPr sz="1200" b="0">
                <a:solidFill>
                  <a:srgbClr val="5B6D76"/>
                </a:solidFill>
                <a:latin typeface="Yu Gothic"/>
                <a:ea typeface="Yu Gothic"/>
                <a:cs typeface="Yu Gothic"/>
              </a:defRPr>
            </a:lvl5pPr>
            <a:lvl6pPr algn="l">
              <a:defRPr sz="1200" b="0">
                <a:solidFill>
                  <a:srgbClr val="5B6D76"/>
                </a:solidFill>
                <a:latin typeface="Yu Gothic"/>
                <a:ea typeface="Yu Gothic"/>
                <a:cs typeface="Yu Gothic"/>
              </a:defRPr>
            </a:lvl6pPr>
            <a:lvl7pPr algn="l">
              <a:defRPr sz="1200" b="0">
                <a:solidFill>
                  <a:srgbClr val="5B6D76"/>
                </a:solidFill>
                <a:latin typeface="Yu Gothic"/>
                <a:ea typeface="Yu Gothic"/>
                <a:cs typeface="Yu Gothic"/>
              </a:defRPr>
            </a:lvl7pPr>
            <a:lvl8pPr algn="l">
              <a:defRPr sz="1200" b="0">
                <a:solidFill>
                  <a:srgbClr val="5B6D76"/>
                </a:solidFill>
                <a:latin typeface="Yu Gothic"/>
                <a:ea typeface="Yu Gothic"/>
                <a:cs typeface="Yu Gothic"/>
              </a:defRPr>
            </a:lvl8pPr>
            <a:lvl9pPr algn="l">
              <a:defRPr sz="1200" b="0">
                <a:solidFill>
                  <a:srgbClr val="5B6D76"/>
                </a:solidFill>
                <a:latin typeface="Yu Gothic"/>
                <a:ea typeface="Yu Gothic"/>
                <a:cs typeface="Yu Gothic"/>
              </a:defRPr>
            </a:lvl9pPr>
          </a:lstStyle>
          <a:p xmlns:a="http://schemas.openxmlformats.org/drawingml/2006/main">
            <a:pPr algn="l">
              <a:defRPr sz="1200" b="0">
                <a:solidFill>
                  <a:srgbClr val="5B6D76"/>
                </a:solidFill>
                <a:latin typeface="Yu Gothic"/>
                <a:ea typeface="Yu Gothic"/>
                <a:cs typeface="Yu Gothic"/>
              </a:defRPr>
            </a:pPr>
            <a:r>
              <a:rPr sz="1200" b="0">
                <a:solidFill>
                  <a:srgbClr val="5B6D76"/>
                </a:solidFill>
                <a:latin typeface="Yu Gothic"/>
                <a:ea typeface="Yu Gothic"/>
                <a:cs typeface="Yu Gothic"/>
              </a:rPr>
              <a:t>試運転の例です。最終結果は次ページの200回分の集計で説明します。</a:t>
            </a:r>
          </a:p>
        </p:txBody>
      </p:sp>
    </p:spTree>
    <p:extLst>
      <p:ext uri="{BB962C8B-B14F-4D97-AF65-F5344CB8AC3E}">
        <p14:creationId xmlns:p14="http://schemas.microsoft.com/office/powerpoint/2010/main" val="29803676"/>
      </p:ext>
    </p:extLst>
  </p:cSld>
</p:sld>
</file>

<file path=ppt/slides/slide5.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CB7EBA9-4C99-4BB6-ADA3-5FB3D6F1DB1F}"/>
              </a:ext>
            </a:extLst>
          </p:cNvPr>
          <p:cNvSpPr>
            <a:spLocks xmlns:a="http://schemas.openxmlformats.org/drawingml/2006/main" noGrp="1"/>
          </p:cNvSpPr>
          <p:nvPr/>
        </p:nvSpPr>
        <p:spPr>
          <a:xfrm xmlns:a="http://schemas.openxmlformats.org/drawingml/2006/main">
            <a:off x="685800" y="26670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47D78"/>
                </a:solidFill>
                <a:latin typeface="Yu Gothic"/>
                <a:ea typeface="Yu Gothic"/>
                <a:cs typeface="Yu Gothic"/>
              </a:defRPr>
            </a:defPPr>
            <a:lvl1pPr algn="l">
              <a:defRPr sz="1050" b="1">
                <a:solidFill>
                  <a:srgbClr val="147D78"/>
                </a:solidFill>
                <a:latin typeface="Yu Gothic"/>
                <a:ea typeface="Yu Gothic"/>
                <a:cs typeface="Yu Gothic"/>
              </a:defRPr>
            </a:lvl1pPr>
            <a:lvl2pPr algn="l">
              <a:defRPr sz="1050" b="1">
                <a:solidFill>
                  <a:srgbClr val="147D78"/>
                </a:solidFill>
                <a:latin typeface="Yu Gothic"/>
                <a:ea typeface="Yu Gothic"/>
                <a:cs typeface="Yu Gothic"/>
              </a:defRPr>
            </a:lvl2pPr>
            <a:lvl3pPr algn="l">
              <a:defRPr sz="1050" b="1">
                <a:solidFill>
                  <a:srgbClr val="147D78"/>
                </a:solidFill>
                <a:latin typeface="Yu Gothic"/>
                <a:ea typeface="Yu Gothic"/>
                <a:cs typeface="Yu Gothic"/>
              </a:defRPr>
            </a:lvl3pPr>
            <a:lvl4pPr algn="l">
              <a:defRPr sz="1050" b="1">
                <a:solidFill>
                  <a:srgbClr val="147D78"/>
                </a:solidFill>
                <a:latin typeface="Yu Gothic"/>
                <a:ea typeface="Yu Gothic"/>
                <a:cs typeface="Yu Gothic"/>
              </a:defRPr>
            </a:lvl4pPr>
            <a:lvl5pPr algn="l">
              <a:defRPr sz="1050" b="1">
                <a:solidFill>
                  <a:srgbClr val="147D78"/>
                </a:solidFill>
                <a:latin typeface="Yu Gothic"/>
                <a:ea typeface="Yu Gothic"/>
                <a:cs typeface="Yu Gothic"/>
              </a:defRPr>
            </a:lvl5pPr>
            <a:lvl6pPr algn="l">
              <a:defRPr sz="1050" b="1">
                <a:solidFill>
                  <a:srgbClr val="147D78"/>
                </a:solidFill>
                <a:latin typeface="Yu Gothic"/>
                <a:ea typeface="Yu Gothic"/>
                <a:cs typeface="Yu Gothic"/>
              </a:defRPr>
            </a:lvl6pPr>
            <a:lvl7pPr algn="l">
              <a:defRPr sz="1050" b="1">
                <a:solidFill>
                  <a:srgbClr val="147D78"/>
                </a:solidFill>
                <a:latin typeface="Yu Gothic"/>
                <a:ea typeface="Yu Gothic"/>
                <a:cs typeface="Yu Gothic"/>
              </a:defRPr>
            </a:lvl7pPr>
            <a:lvl8pPr algn="l">
              <a:defRPr sz="1050" b="1">
                <a:solidFill>
                  <a:srgbClr val="147D78"/>
                </a:solidFill>
                <a:latin typeface="Yu Gothic"/>
                <a:ea typeface="Yu Gothic"/>
                <a:cs typeface="Yu Gothic"/>
              </a:defRPr>
            </a:lvl8pPr>
            <a:lvl9pPr algn="l">
              <a:defRPr sz="1050" b="1">
                <a:solidFill>
                  <a:srgbClr val="147D78"/>
                </a:solidFill>
                <a:latin typeface="Yu Gothic"/>
                <a:ea typeface="Yu Gothic"/>
                <a:cs typeface="Yu Gothic"/>
              </a:defRPr>
            </a:lvl9pPr>
          </a:lstStyle>
          <a:p xmlns:a="http://schemas.openxmlformats.org/drawingml/2006/main">
            <a:pPr algn="l">
              <a:defRPr sz="1050" b="1">
                <a:solidFill>
                  <a:srgbClr val="147D78"/>
                </a:solidFill>
                <a:latin typeface="Yu Gothic"/>
                <a:ea typeface="Yu Gothic"/>
                <a:cs typeface="Yu Gothic"/>
              </a:defRPr>
            </a:pPr>
            <a:r>
              <a:rPr sz="1050" b="1">
                <a:solidFill>
                  <a:srgbClr val="147D78"/>
                </a:solidFill>
                <a:latin typeface="Yu Gothic"/>
                <a:ea typeface="Yu Gothic"/>
                <a:cs typeface="Yu Gothic"/>
              </a:rPr>
              <a:t>本実験の結果</a:t>
            </a:r>
          </a:p>
        </p:txBody>
      </p:sp>
      <p:sp>
        <p:nvSpPr>
          <p:cNvPr id="2" name="">
            <a:extLst xmlns:a="http://schemas.openxmlformats.org/drawingml/2006/main">
              <a:ext uri="{FF2B5EF4-FFF2-40B4-BE49-F238E27FC236}">
                <a16:creationId xmlns:a16="http://schemas.microsoft.com/office/drawing/2014/main" id="{34AA4EA1-4DEC-4F7E-9571-71073FECE809}"/>
              </a:ext>
            </a:extLst>
          </p:cNvPr>
          <p:cNvSpPr>
            <a:spLocks xmlns:a="http://schemas.openxmlformats.org/drawingml/2006/main" noGrp="1"/>
          </p:cNvSpPr>
          <p:nvPr/>
        </p:nvSpPr>
        <p:spPr>
          <a:xfrm xmlns:a="http://schemas.openxmlformats.org/drawingml/2006/main">
            <a:off x="685800" y="600075"/>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925" b="1">
                <a:solidFill>
                  <a:srgbClr val="142B3B"/>
                </a:solidFill>
                <a:latin typeface="Yu Gothic"/>
                <a:ea typeface="Yu Gothic"/>
                <a:cs typeface="Yu Gothic"/>
              </a:defRPr>
            </a:defPPr>
            <a:lvl1pPr algn="l">
              <a:defRPr sz="2925" b="1">
                <a:solidFill>
                  <a:srgbClr val="142B3B"/>
                </a:solidFill>
                <a:latin typeface="Yu Gothic"/>
                <a:ea typeface="Yu Gothic"/>
                <a:cs typeface="Yu Gothic"/>
              </a:defRPr>
            </a:lvl1pPr>
            <a:lvl2pPr algn="l">
              <a:defRPr sz="2925" b="1">
                <a:solidFill>
                  <a:srgbClr val="142B3B"/>
                </a:solidFill>
                <a:latin typeface="Yu Gothic"/>
                <a:ea typeface="Yu Gothic"/>
                <a:cs typeface="Yu Gothic"/>
              </a:defRPr>
            </a:lvl2pPr>
            <a:lvl3pPr algn="l">
              <a:defRPr sz="2925" b="1">
                <a:solidFill>
                  <a:srgbClr val="142B3B"/>
                </a:solidFill>
                <a:latin typeface="Yu Gothic"/>
                <a:ea typeface="Yu Gothic"/>
                <a:cs typeface="Yu Gothic"/>
              </a:defRPr>
            </a:lvl3pPr>
            <a:lvl4pPr algn="l">
              <a:defRPr sz="2925" b="1">
                <a:solidFill>
                  <a:srgbClr val="142B3B"/>
                </a:solidFill>
                <a:latin typeface="Yu Gothic"/>
                <a:ea typeface="Yu Gothic"/>
                <a:cs typeface="Yu Gothic"/>
              </a:defRPr>
            </a:lvl4pPr>
            <a:lvl5pPr algn="l">
              <a:defRPr sz="2925" b="1">
                <a:solidFill>
                  <a:srgbClr val="142B3B"/>
                </a:solidFill>
                <a:latin typeface="Yu Gothic"/>
                <a:ea typeface="Yu Gothic"/>
                <a:cs typeface="Yu Gothic"/>
              </a:defRPr>
            </a:lvl5pPr>
            <a:lvl6pPr algn="l">
              <a:defRPr sz="2925" b="1">
                <a:solidFill>
                  <a:srgbClr val="142B3B"/>
                </a:solidFill>
                <a:latin typeface="Yu Gothic"/>
                <a:ea typeface="Yu Gothic"/>
                <a:cs typeface="Yu Gothic"/>
              </a:defRPr>
            </a:lvl6pPr>
            <a:lvl7pPr algn="l">
              <a:defRPr sz="2925" b="1">
                <a:solidFill>
                  <a:srgbClr val="142B3B"/>
                </a:solidFill>
                <a:latin typeface="Yu Gothic"/>
                <a:ea typeface="Yu Gothic"/>
                <a:cs typeface="Yu Gothic"/>
              </a:defRPr>
            </a:lvl7pPr>
            <a:lvl8pPr algn="l">
              <a:defRPr sz="2925" b="1">
                <a:solidFill>
                  <a:srgbClr val="142B3B"/>
                </a:solidFill>
                <a:latin typeface="Yu Gothic"/>
                <a:ea typeface="Yu Gothic"/>
                <a:cs typeface="Yu Gothic"/>
              </a:defRPr>
            </a:lvl8pPr>
            <a:lvl9pPr algn="l">
              <a:defRPr sz="2925" b="1">
                <a:solidFill>
                  <a:srgbClr val="142B3B"/>
                </a:solidFill>
                <a:latin typeface="Yu Gothic"/>
                <a:ea typeface="Yu Gothic"/>
                <a:cs typeface="Yu Gothic"/>
              </a:defRPr>
            </a:lvl9pPr>
          </a:lstStyle>
          <a:p xmlns:a="http://schemas.openxmlformats.org/drawingml/2006/main">
            <a:pPr algn="l">
              <a:defRPr sz="2925" b="1">
                <a:solidFill>
                  <a:srgbClr val="142B3B"/>
                </a:solidFill>
                <a:latin typeface="Yu Gothic"/>
                <a:ea typeface="Yu Gothic"/>
                <a:cs typeface="Yu Gothic"/>
              </a:defRPr>
            </a:pPr>
            <a:r>
              <a:rPr sz="2925" b="1">
                <a:solidFill>
                  <a:srgbClr val="142B3B"/>
                </a:solidFill>
                <a:latin typeface="Yu Gothic"/>
                <a:ea typeface="Yu Gothic"/>
                <a:cs typeface="Yu Gothic"/>
              </a:rPr>
              <a:t>申し込み例が少ないほど、見つける割合が低下</a:t>
            </a:r>
          </a:p>
        </p:txBody>
      </p:sp>
      <p:sp>
        <p:nvSpPr>
          <p:cNvPr id="3" name="">
            <a:extLst xmlns:a="http://schemas.openxmlformats.org/drawingml/2006/main">
              <a:ext uri="{FF2B5EF4-FFF2-40B4-BE49-F238E27FC236}">
                <a16:creationId xmlns:a16="http://schemas.microsoft.com/office/drawing/2014/main" id="{E32DB568-48D9-447C-808B-36D4363E5A6E}"/>
              </a:ext>
            </a:extLst>
          </p:cNvPr>
          <p:cNvSpPr>
            <a:spLocks xmlns:a="http://schemas.openxmlformats.org/drawingml/2006/main" noGrp="1"/>
          </p:cNvSpPr>
          <p:nvPr/>
        </p:nvSpPr>
        <p:spPr>
          <a:xfrm xmlns:a="http://schemas.openxmlformats.org/drawingml/2006/main">
            <a:off x="685800" y="1285875"/>
            <a:ext cx="10820400" cy="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4" name="">
            <a:extLst xmlns:a="http://schemas.openxmlformats.org/drawingml/2006/main">
              <a:ext uri="{FF2B5EF4-FFF2-40B4-BE49-F238E27FC236}">
                <a16:creationId xmlns:a16="http://schemas.microsoft.com/office/drawing/2014/main" id="{D2AD2AC9-5BCC-4F9C-BD2C-C9AED5AA1B74}"/>
              </a:ext>
            </a:extLst>
          </p:cNvPr>
          <p:cNvSpPr>
            <a:spLocks xmlns:a="http://schemas.openxmlformats.org/drawingml/2006/main" noGrp="1"/>
          </p:cNvSpPr>
          <p:nvPr/>
        </p:nvSpPr>
        <p:spPr>
          <a:xfrm xmlns:a="http://schemas.openxmlformats.org/drawingml/2006/main">
            <a:off x="11068050" y="6391275"/>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5B6D76"/>
                </a:solidFill>
                <a:latin typeface="Yu Gothic"/>
                <a:ea typeface="Yu Gothic"/>
                <a:cs typeface="Yu Gothic"/>
              </a:defRPr>
            </a:defPPr>
            <a:lvl1pPr algn="r">
              <a:defRPr sz="1050" b="1">
                <a:solidFill>
                  <a:srgbClr val="5B6D76"/>
                </a:solidFill>
                <a:latin typeface="Yu Gothic"/>
                <a:ea typeface="Yu Gothic"/>
                <a:cs typeface="Yu Gothic"/>
              </a:defRPr>
            </a:lvl1pPr>
            <a:lvl2pPr algn="r">
              <a:defRPr sz="1050" b="1">
                <a:solidFill>
                  <a:srgbClr val="5B6D76"/>
                </a:solidFill>
                <a:latin typeface="Yu Gothic"/>
                <a:ea typeface="Yu Gothic"/>
                <a:cs typeface="Yu Gothic"/>
              </a:defRPr>
            </a:lvl2pPr>
            <a:lvl3pPr algn="r">
              <a:defRPr sz="1050" b="1">
                <a:solidFill>
                  <a:srgbClr val="5B6D76"/>
                </a:solidFill>
                <a:latin typeface="Yu Gothic"/>
                <a:ea typeface="Yu Gothic"/>
                <a:cs typeface="Yu Gothic"/>
              </a:defRPr>
            </a:lvl3pPr>
            <a:lvl4pPr algn="r">
              <a:defRPr sz="1050" b="1">
                <a:solidFill>
                  <a:srgbClr val="5B6D76"/>
                </a:solidFill>
                <a:latin typeface="Yu Gothic"/>
                <a:ea typeface="Yu Gothic"/>
                <a:cs typeface="Yu Gothic"/>
              </a:defRPr>
            </a:lvl4pPr>
            <a:lvl5pPr algn="r">
              <a:defRPr sz="1050" b="1">
                <a:solidFill>
                  <a:srgbClr val="5B6D76"/>
                </a:solidFill>
                <a:latin typeface="Yu Gothic"/>
                <a:ea typeface="Yu Gothic"/>
                <a:cs typeface="Yu Gothic"/>
              </a:defRPr>
            </a:lvl5pPr>
            <a:lvl6pPr algn="r">
              <a:defRPr sz="1050" b="1">
                <a:solidFill>
                  <a:srgbClr val="5B6D76"/>
                </a:solidFill>
                <a:latin typeface="Yu Gothic"/>
                <a:ea typeface="Yu Gothic"/>
                <a:cs typeface="Yu Gothic"/>
              </a:defRPr>
            </a:lvl6pPr>
            <a:lvl7pPr algn="r">
              <a:defRPr sz="1050" b="1">
                <a:solidFill>
                  <a:srgbClr val="5B6D76"/>
                </a:solidFill>
                <a:latin typeface="Yu Gothic"/>
                <a:ea typeface="Yu Gothic"/>
                <a:cs typeface="Yu Gothic"/>
              </a:defRPr>
            </a:lvl7pPr>
            <a:lvl8pPr algn="r">
              <a:defRPr sz="1050" b="1">
                <a:solidFill>
                  <a:srgbClr val="5B6D76"/>
                </a:solidFill>
                <a:latin typeface="Yu Gothic"/>
                <a:ea typeface="Yu Gothic"/>
                <a:cs typeface="Yu Gothic"/>
              </a:defRPr>
            </a:lvl8pPr>
            <a:lvl9pPr algn="r">
              <a:defRPr sz="1050" b="1">
                <a:solidFill>
                  <a:srgbClr val="5B6D76"/>
                </a:solidFill>
                <a:latin typeface="Yu Gothic"/>
                <a:ea typeface="Yu Gothic"/>
                <a:cs typeface="Yu Gothic"/>
              </a:defRPr>
            </a:lvl9pPr>
          </a:lstStyle>
          <a:p xmlns:a="http://schemas.openxmlformats.org/drawingml/2006/main">
            <a:pPr algn="r">
              <a:defRPr sz="1050" b="1">
                <a:solidFill>
                  <a:srgbClr val="5B6D76"/>
                </a:solidFill>
                <a:latin typeface="Yu Gothic"/>
                <a:ea typeface="Yu Gothic"/>
                <a:cs typeface="Yu Gothic"/>
              </a:defRPr>
            </a:pPr>
            <a:r>
              <a:rPr sz="1050" b="1">
                <a:solidFill>
                  <a:srgbClr val="5B6D76"/>
                </a:solidFill>
                <a:latin typeface="Yu Gothic"/>
                <a:ea typeface="Yu Gothic"/>
                <a:cs typeface="Yu Gothic"/>
              </a:rPr>
              <a:t>05</a:t>
            </a:r>
          </a:p>
        </p:txBody>
      </p:sp>
      <p:sp>
        <p:nvSpPr>
          <p:cNvPr id="5" name="">
            <a:extLst xmlns:a="http://schemas.openxmlformats.org/drawingml/2006/main">
              <a:ext uri="{FF2B5EF4-FFF2-40B4-BE49-F238E27FC236}">
                <a16:creationId xmlns:a16="http://schemas.microsoft.com/office/drawing/2014/main" id="{AE950369-89A3-43EE-8598-9E9E32ED88C3}"/>
              </a:ext>
            </a:extLst>
          </p:cNvPr>
          <p:cNvSpPr>
            <a:spLocks xmlns:a="http://schemas.openxmlformats.org/drawingml/2006/main" noGrp="1"/>
          </p:cNvSpPr>
          <p:nvPr/>
        </p:nvSpPr>
        <p:spPr>
          <a:xfrm xmlns:a="http://schemas.openxmlformats.org/drawingml/2006/main">
            <a:off x="723900" y="1485900"/>
            <a:ext cx="790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5B6D76"/>
                </a:solidFill>
                <a:latin typeface="Yu Gothic"/>
                <a:ea typeface="Yu Gothic"/>
                <a:cs typeface="Yu Gothic"/>
              </a:defRPr>
            </a:defPPr>
            <a:lvl1pPr algn="l">
              <a:defRPr sz="1350" b="1">
                <a:solidFill>
                  <a:srgbClr val="5B6D76"/>
                </a:solidFill>
                <a:latin typeface="Yu Gothic"/>
                <a:ea typeface="Yu Gothic"/>
                <a:cs typeface="Yu Gothic"/>
              </a:defRPr>
            </a:lvl1pPr>
            <a:lvl2pPr algn="l">
              <a:defRPr sz="1350" b="1">
                <a:solidFill>
                  <a:srgbClr val="5B6D76"/>
                </a:solidFill>
                <a:latin typeface="Yu Gothic"/>
                <a:ea typeface="Yu Gothic"/>
                <a:cs typeface="Yu Gothic"/>
              </a:defRPr>
            </a:lvl2pPr>
            <a:lvl3pPr algn="l">
              <a:defRPr sz="1350" b="1">
                <a:solidFill>
                  <a:srgbClr val="5B6D76"/>
                </a:solidFill>
                <a:latin typeface="Yu Gothic"/>
                <a:ea typeface="Yu Gothic"/>
                <a:cs typeface="Yu Gothic"/>
              </a:defRPr>
            </a:lvl3pPr>
            <a:lvl4pPr algn="l">
              <a:defRPr sz="1350" b="1">
                <a:solidFill>
                  <a:srgbClr val="5B6D76"/>
                </a:solidFill>
                <a:latin typeface="Yu Gothic"/>
                <a:ea typeface="Yu Gothic"/>
                <a:cs typeface="Yu Gothic"/>
              </a:defRPr>
            </a:lvl4pPr>
            <a:lvl5pPr algn="l">
              <a:defRPr sz="1350" b="1">
                <a:solidFill>
                  <a:srgbClr val="5B6D76"/>
                </a:solidFill>
                <a:latin typeface="Yu Gothic"/>
                <a:ea typeface="Yu Gothic"/>
                <a:cs typeface="Yu Gothic"/>
              </a:defRPr>
            </a:lvl5pPr>
            <a:lvl6pPr algn="l">
              <a:defRPr sz="1350" b="1">
                <a:solidFill>
                  <a:srgbClr val="5B6D76"/>
                </a:solidFill>
                <a:latin typeface="Yu Gothic"/>
                <a:ea typeface="Yu Gothic"/>
                <a:cs typeface="Yu Gothic"/>
              </a:defRPr>
            </a:lvl6pPr>
            <a:lvl7pPr algn="l">
              <a:defRPr sz="1350" b="1">
                <a:solidFill>
                  <a:srgbClr val="5B6D76"/>
                </a:solidFill>
                <a:latin typeface="Yu Gothic"/>
                <a:ea typeface="Yu Gothic"/>
                <a:cs typeface="Yu Gothic"/>
              </a:defRPr>
            </a:lvl7pPr>
            <a:lvl8pPr algn="l">
              <a:defRPr sz="1350" b="1">
                <a:solidFill>
                  <a:srgbClr val="5B6D76"/>
                </a:solidFill>
                <a:latin typeface="Yu Gothic"/>
                <a:ea typeface="Yu Gothic"/>
                <a:cs typeface="Yu Gothic"/>
              </a:defRPr>
            </a:lvl8pPr>
            <a:lvl9pPr algn="l">
              <a:defRPr sz="1350" b="1">
                <a:solidFill>
                  <a:srgbClr val="5B6D76"/>
                </a:solidFill>
                <a:latin typeface="Yu Gothic"/>
                <a:ea typeface="Yu Gothic"/>
                <a:cs typeface="Yu Gothic"/>
              </a:defRPr>
            </a:lvl9pPr>
          </a:lstStyle>
          <a:p xmlns:a="http://schemas.openxmlformats.org/drawingml/2006/main">
            <a:pPr algn="l">
              <a:defRPr sz="1350" b="1">
                <a:solidFill>
                  <a:srgbClr val="5B6D76"/>
                </a:solidFill>
                <a:latin typeface="Yu Gothic"/>
                <a:ea typeface="Yu Gothic"/>
                <a:cs typeface="Yu Gothic"/>
              </a:defRPr>
            </a:pPr>
            <a:r>
              <a:rPr sz="1350" b="1">
                <a:solidFill>
                  <a:srgbClr val="5B6D76"/>
                </a:solidFill>
                <a:latin typeface="Yu Gothic"/>
                <a:ea typeface="Yu Gothic"/>
                <a:cs typeface="Yu Gothic"/>
              </a:rPr>
              <a:t>学習用データの割合別｜申し込みありを見つけた割合（平均）</a:t>
            </a:r>
          </a:p>
        </p:txBody>
      </p:sp>
      <p:graphicFrame>
        <p:nvGraphicFramePr>
          <p:cNvPr id="6" name="Chart">
            <a:extLst xmlns:a="http://schemas.openxmlformats.org/drawingml/2006/main">
              <a:ext uri="{FF2B5EF4-FFF2-40B4-BE49-F238E27FC236}">
                <a16:creationId xmlns:a16="http://schemas.microsoft.com/office/drawing/2014/main" id="{3CA42DA4-F277-4758-85D4-CF58D6EB2467}"/>
              </a:ext>
            </a:extLst>
          </p:cNvPr>
          <p:cNvGraphicFramePr/>
          <p:nvPr/>
        </p:nvGraphicFramePr>
        <p:xfrm>
          <a:off xmlns:a="http://schemas.openxmlformats.org/drawingml/2006/main" x="533400" y="1866900"/>
          <a:ext xmlns:a="http://schemas.openxmlformats.org/drawingml/2006/main" cx="7524750" cy="3695700"/>
        </p:xfrm>
        <a:graphic xmlns:a="http://schemas.openxmlformats.org/drawingml/2006/main">
          <a:graphicData uri="http://schemas.openxmlformats.org/drawingml/2006/chart">
            <c:chart xmlns:r="http://schemas.openxmlformats.org/officeDocument/2006/relationships" xmlns:c="http://schemas.openxmlformats.org/drawingml/2006/chart" r:id="Raac55129e5e741ff"/>
          </a:graphicData>
        </a:graphic>
      </p:graphicFrame>
      <p:sp>
        <p:nvSpPr>
          <p:cNvPr id="7" name="">
            <a:extLst xmlns:a="http://schemas.openxmlformats.org/drawingml/2006/main">
              <a:ext uri="{FF2B5EF4-FFF2-40B4-BE49-F238E27FC236}">
                <a16:creationId xmlns:a16="http://schemas.microsoft.com/office/drawing/2014/main" id="{6AD7CFAE-E35E-40AB-BA88-A17DE95460EC}"/>
              </a:ext>
            </a:extLst>
          </p:cNvPr>
          <p:cNvSpPr>
            <a:spLocks xmlns:a="http://schemas.openxmlformats.org/drawingml/2006/main" noGrp="1"/>
          </p:cNvSpPr>
          <p:nvPr/>
        </p:nvSpPr>
        <p:spPr>
          <a:xfrm xmlns:a="http://schemas.openxmlformats.org/drawingml/2006/main">
            <a:off x="8258175" y="1657350"/>
            <a:ext cx="0" cy="379095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8" name="">
            <a:extLst xmlns:a="http://schemas.openxmlformats.org/drawingml/2006/main">
              <a:ext uri="{FF2B5EF4-FFF2-40B4-BE49-F238E27FC236}">
                <a16:creationId xmlns:a16="http://schemas.microsoft.com/office/drawing/2014/main" id="{43C45022-D219-4472-B9FB-763619D0B88A}"/>
              </a:ext>
            </a:extLst>
          </p:cNvPr>
          <p:cNvSpPr>
            <a:spLocks xmlns:a="http://schemas.openxmlformats.org/drawingml/2006/main" noGrp="1"/>
          </p:cNvSpPr>
          <p:nvPr/>
        </p:nvSpPr>
        <p:spPr>
          <a:xfrm xmlns:a="http://schemas.openxmlformats.org/drawingml/2006/main">
            <a:off x="8582025" y="179070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D66B57"/>
                </a:solidFill>
                <a:latin typeface="Yu Gothic"/>
                <a:ea typeface="Yu Gothic"/>
                <a:cs typeface="Yu Gothic"/>
              </a:defRPr>
            </a:defPPr>
            <a:lvl1pPr algn="l">
              <a:defRPr sz="1350" b="1">
                <a:solidFill>
                  <a:srgbClr val="D66B57"/>
                </a:solidFill>
                <a:latin typeface="Yu Gothic"/>
                <a:ea typeface="Yu Gothic"/>
                <a:cs typeface="Yu Gothic"/>
              </a:defRPr>
            </a:lvl1pPr>
            <a:lvl2pPr algn="l">
              <a:defRPr sz="1350" b="1">
                <a:solidFill>
                  <a:srgbClr val="D66B57"/>
                </a:solidFill>
                <a:latin typeface="Yu Gothic"/>
                <a:ea typeface="Yu Gothic"/>
                <a:cs typeface="Yu Gothic"/>
              </a:defRPr>
            </a:lvl2pPr>
            <a:lvl3pPr algn="l">
              <a:defRPr sz="1350" b="1">
                <a:solidFill>
                  <a:srgbClr val="D66B57"/>
                </a:solidFill>
                <a:latin typeface="Yu Gothic"/>
                <a:ea typeface="Yu Gothic"/>
                <a:cs typeface="Yu Gothic"/>
              </a:defRPr>
            </a:lvl3pPr>
            <a:lvl4pPr algn="l">
              <a:defRPr sz="1350" b="1">
                <a:solidFill>
                  <a:srgbClr val="D66B57"/>
                </a:solidFill>
                <a:latin typeface="Yu Gothic"/>
                <a:ea typeface="Yu Gothic"/>
                <a:cs typeface="Yu Gothic"/>
              </a:defRPr>
            </a:lvl4pPr>
            <a:lvl5pPr algn="l">
              <a:defRPr sz="1350" b="1">
                <a:solidFill>
                  <a:srgbClr val="D66B57"/>
                </a:solidFill>
                <a:latin typeface="Yu Gothic"/>
                <a:ea typeface="Yu Gothic"/>
                <a:cs typeface="Yu Gothic"/>
              </a:defRPr>
            </a:lvl5pPr>
            <a:lvl6pPr algn="l">
              <a:defRPr sz="1350" b="1">
                <a:solidFill>
                  <a:srgbClr val="D66B57"/>
                </a:solidFill>
                <a:latin typeface="Yu Gothic"/>
                <a:ea typeface="Yu Gothic"/>
                <a:cs typeface="Yu Gothic"/>
              </a:defRPr>
            </a:lvl6pPr>
            <a:lvl7pPr algn="l">
              <a:defRPr sz="1350" b="1">
                <a:solidFill>
                  <a:srgbClr val="D66B57"/>
                </a:solidFill>
                <a:latin typeface="Yu Gothic"/>
                <a:ea typeface="Yu Gothic"/>
                <a:cs typeface="Yu Gothic"/>
              </a:defRPr>
            </a:lvl7pPr>
            <a:lvl8pPr algn="l">
              <a:defRPr sz="1350" b="1">
                <a:solidFill>
                  <a:srgbClr val="D66B57"/>
                </a:solidFill>
                <a:latin typeface="Yu Gothic"/>
                <a:ea typeface="Yu Gothic"/>
                <a:cs typeface="Yu Gothic"/>
              </a:defRPr>
            </a:lvl8pPr>
            <a:lvl9pPr algn="l">
              <a:defRPr sz="1350" b="1">
                <a:solidFill>
                  <a:srgbClr val="D66B57"/>
                </a:solidFill>
                <a:latin typeface="Yu Gothic"/>
                <a:ea typeface="Yu Gothic"/>
                <a:cs typeface="Yu Gothic"/>
              </a:defRPr>
            </a:lvl9pPr>
          </a:lstStyle>
          <a:p xmlns:a="http://schemas.openxmlformats.org/drawingml/2006/main">
            <a:pPr algn="l">
              <a:defRPr sz="1350" b="1">
                <a:solidFill>
                  <a:srgbClr val="D66B57"/>
                </a:solidFill>
                <a:latin typeface="Yu Gothic"/>
                <a:ea typeface="Yu Gothic"/>
                <a:cs typeface="Yu Gothic"/>
              </a:defRPr>
            </a:pPr>
            <a:r>
              <a:rPr sz="1350" b="1">
                <a:solidFill>
                  <a:srgbClr val="D66B57"/>
                </a:solidFill>
                <a:latin typeface="Yu Gothic"/>
                <a:ea typeface="Yu Gothic"/>
                <a:cs typeface="Yu Gothic"/>
              </a:rPr>
              <a:t>申し込み例 1% の条件</a:t>
            </a:r>
          </a:p>
        </p:txBody>
      </p:sp>
      <p:sp>
        <p:nvSpPr>
          <p:cNvPr id="9" name="">
            <a:extLst xmlns:a="http://schemas.openxmlformats.org/drawingml/2006/main">
              <a:ext uri="{FF2B5EF4-FFF2-40B4-BE49-F238E27FC236}">
                <a16:creationId xmlns:a16="http://schemas.microsoft.com/office/drawing/2014/main" id="{8E967281-79BC-409B-990B-6DD45A4ACD6A}"/>
              </a:ext>
            </a:extLst>
          </p:cNvPr>
          <p:cNvSpPr>
            <a:spLocks xmlns:a="http://schemas.openxmlformats.org/drawingml/2006/main" noGrp="1"/>
          </p:cNvSpPr>
          <p:nvPr/>
        </p:nvSpPr>
        <p:spPr>
          <a:xfrm xmlns:a="http://schemas.openxmlformats.org/drawingml/2006/main">
            <a:off x="8582025" y="2295525"/>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1">
                <a:solidFill>
                  <a:srgbClr val="5B6D76"/>
                </a:solidFill>
                <a:latin typeface="Yu Gothic"/>
                <a:ea typeface="Yu Gothic"/>
                <a:cs typeface="Yu Gothic"/>
              </a:defRPr>
            </a:defPPr>
            <a:lvl1pPr algn="l">
              <a:defRPr sz="1275" b="1">
                <a:solidFill>
                  <a:srgbClr val="5B6D76"/>
                </a:solidFill>
                <a:latin typeface="Yu Gothic"/>
                <a:ea typeface="Yu Gothic"/>
                <a:cs typeface="Yu Gothic"/>
              </a:defRPr>
            </a:lvl1pPr>
            <a:lvl2pPr algn="l">
              <a:defRPr sz="1275" b="1">
                <a:solidFill>
                  <a:srgbClr val="5B6D76"/>
                </a:solidFill>
                <a:latin typeface="Yu Gothic"/>
                <a:ea typeface="Yu Gothic"/>
                <a:cs typeface="Yu Gothic"/>
              </a:defRPr>
            </a:lvl2pPr>
            <a:lvl3pPr algn="l">
              <a:defRPr sz="1275" b="1">
                <a:solidFill>
                  <a:srgbClr val="5B6D76"/>
                </a:solidFill>
                <a:latin typeface="Yu Gothic"/>
                <a:ea typeface="Yu Gothic"/>
                <a:cs typeface="Yu Gothic"/>
              </a:defRPr>
            </a:lvl3pPr>
            <a:lvl4pPr algn="l">
              <a:defRPr sz="1275" b="1">
                <a:solidFill>
                  <a:srgbClr val="5B6D76"/>
                </a:solidFill>
                <a:latin typeface="Yu Gothic"/>
                <a:ea typeface="Yu Gothic"/>
                <a:cs typeface="Yu Gothic"/>
              </a:defRPr>
            </a:lvl4pPr>
            <a:lvl5pPr algn="l">
              <a:defRPr sz="1275" b="1">
                <a:solidFill>
                  <a:srgbClr val="5B6D76"/>
                </a:solidFill>
                <a:latin typeface="Yu Gothic"/>
                <a:ea typeface="Yu Gothic"/>
                <a:cs typeface="Yu Gothic"/>
              </a:defRPr>
            </a:lvl5pPr>
            <a:lvl6pPr algn="l">
              <a:defRPr sz="1275" b="1">
                <a:solidFill>
                  <a:srgbClr val="5B6D76"/>
                </a:solidFill>
                <a:latin typeface="Yu Gothic"/>
                <a:ea typeface="Yu Gothic"/>
                <a:cs typeface="Yu Gothic"/>
              </a:defRPr>
            </a:lvl6pPr>
            <a:lvl7pPr algn="l">
              <a:defRPr sz="1275" b="1">
                <a:solidFill>
                  <a:srgbClr val="5B6D76"/>
                </a:solidFill>
                <a:latin typeface="Yu Gothic"/>
                <a:ea typeface="Yu Gothic"/>
                <a:cs typeface="Yu Gothic"/>
              </a:defRPr>
            </a:lvl7pPr>
            <a:lvl8pPr algn="l">
              <a:defRPr sz="1275" b="1">
                <a:solidFill>
                  <a:srgbClr val="5B6D76"/>
                </a:solidFill>
                <a:latin typeface="Yu Gothic"/>
                <a:ea typeface="Yu Gothic"/>
                <a:cs typeface="Yu Gothic"/>
              </a:defRPr>
            </a:lvl8pPr>
            <a:lvl9pPr algn="l">
              <a:defRPr sz="1275" b="1">
                <a:solidFill>
                  <a:srgbClr val="5B6D76"/>
                </a:solidFill>
                <a:latin typeface="Yu Gothic"/>
                <a:ea typeface="Yu Gothic"/>
                <a:cs typeface="Yu Gothic"/>
              </a:defRPr>
            </a:lvl9pPr>
          </a:lstStyle>
          <a:p xmlns:a="http://schemas.openxmlformats.org/drawingml/2006/main">
            <a:pPr algn="l">
              <a:defRPr sz="1275" b="1">
                <a:solidFill>
                  <a:srgbClr val="5B6D76"/>
                </a:solidFill>
                <a:latin typeface="Yu Gothic"/>
                <a:ea typeface="Yu Gothic"/>
                <a:cs typeface="Yu Gothic"/>
              </a:defRPr>
            </a:pPr>
            <a:r>
              <a:rPr sz="1275" b="1">
                <a:solidFill>
                  <a:srgbClr val="5B6D76"/>
                </a:solidFill>
                <a:latin typeface="Yu Gothic"/>
                <a:ea typeface="Yu Gothic"/>
                <a:cs typeface="Yu Gothic"/>
              </a:rPr>
              <a:t>全体の正解率</a:t>
            </a:r>
          </a:p>
        </p:txBody>
      </p:sp>
      <p:sp>
        <p:nvSpPr>
          <p:cNvPr id="10" name="">
            <a:extLst xmlns:a="http://schemas.openxmlformats.org/drawingml/2006/main">
              <a:ext uri="{FF2B5EF4-FFF2-40B4-BE49-F238E27FC236}">
                <a16:creationId xmlns:a16="http://schemas.microsoft.com/office/drawing/2014/main" id="{9964B4B4-A37C-43D7-B2BD-D096962BC919}"/>
              </a:ext>
            </a:extLst>
          </p:cNvPr>
          <p:cNvSpPr>
            <a:spLocks xmlns:a="http://schemas.openxmlformats.org/drawingml/2006/main" noGrp="1"/>
          </p:cNvSpPr>
          <p:nvPr/>
        </p:nvSpPr>
        <p:spPr>
          <a:xfrm xmlns:a="http://schemas.openxmlformats.org/drawingml/2006/main">
            <a:off x="8582025" y="2609850"/>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75" b="1">
                <a:solidFill>
                  <a:srgbClr val="142B3B"/>
                </a:solidFill>
                <a:latin typeface="Yu Gothic"/>
                <a:ea typeface="Yu Gothic"/>
                <a:cs typeface="Yu Gothic"/>
              </a:defRPr>
            </a:defPPr>
            <a:lvl1pPr algn="l">
              <a:defRPr sz="2775" b="1">
                <a:solidFill>
                  <a:srgbClr val="142B3B"/>
                </a:solidFill>
                <a:latin typeface="Yu Gothic"/>
                <a:ea typeface="Yu Gothic"/>
                <a:cs typeface="Yu Gothic"/>
              </a:defRPr>
            </a:lvl1pPr>
            <a:lvl2pPr algn="l">
              <a:defRPr sz="2775" b="1">
                <a:solidFill>
                  <a:srgbClr val="142B3B"/>
                </a:solidFill>
                <a:latin typeface="Yu Gothic"/>
                <a:ea typeface="Yu Gothic"/>
                <a:cs typeface="Yu Gothic"/>
              </a:defRPr>
            </a:lvl2pPr>
            <a:lvl3pPr algn="l">
              <a:defRPr sz="2775" b="1">
                <a:solidFill>
                  <a:srgbClr val="142B3B"/>
                </a:solidFill>
                <a:latin typeface="Yu Gothic"/>
                <a:ea typeface="Yu Gothic"/>
                <a:cs typeface="Yu Gothic"/>
              </a:defRPr>
            </a:lvl3pPr>
            <a:lvl4pPr algn="l">
              <a:defRPr sz="2775" b="1">
                <a:solidFill>
                  <a:srgbClr val="142B3B"/>
                </a:solidFill>
                <a:latin typeface="Yu Gothic"/>
                <a:ea typeface="Yu Gothic"/>
                <a:cs typeface="Yu Gothic"/>
              </a:defRPr>
            </a:lvl4pPr>
            <a:lvl5pPr algn="l">
              <a:defRPr sz="2775" b="1">
                <a:solidFill>
                  <a:srgbClr val="142B3B"/>
                </a:solidFill>
                <a:latin typeface="Yu Gothic"/>
                <a:ea typeface="Yu Gothic"/>
                <a:cs typeface="Yu Gothic"/>
              </a:defRPr>
            </a:lvl5pPr>
            <a:lvl6pPr algn="l">
              <a:defRPr sz="2775" b="1">
                <a:solidFill>
                  <a:srgbClr val="142B3B"/>
                </a:solidFill>
                <a:latin typeface="Yu Gothic"/>
                <a:ea typeface="Yu Gothic"/>
                <a:cs typeface="Yu Gothic"/>
              </a:defRPr>
            </a:lvl6pPr>
            <a:lvl7pPr algn="l">
              <a:defRPr sz="2775" b="1">
                <a:solidFill>
                  <a:srgbClr val="142B3B"/>
                </a:solidFill>
                <a:latin typeface="Yu Gothic"/>
                <a:ea typeface="Yu Gothic"/>
                <a:cs typeface="Yu Gothic"/>
              </a:defRPr>
            </a:lvl7pPr>
            <a:lvl8pPr algn="l">
              <a:defRPr sz="2775" b="1">
                <a:solidFill>
                  <a:srgbClr val="142B3B"/>
                </a:solidFill>
                <a:latin typeface="Yu Gothic"/>
                <a:ea typeface="Yu Gothic"/>
                <a:cs typeface="Yu Gothic"/>
              </a:defRPr>
            </a:lvl8pPr>
            <a:lvl9pPr algn="l">
              <a:defRPr sz="2775" b="1">
                <a:solidFill>
                  <a:srgbClr val="142B3B"/>
                </a:solidFill>
                <a:latin typeface="Yu Gothic"/>
                <a:ea typeface="Yu Gothic"/>
                <a:cs typeface="Yu Gothic"/>
              </a:defRPr>
            </a:lvl9pPr>
          </a:lstStyle>
          <a:p xmlns:a="http://schemas.openxmlformats.org/drawingml/2006/main">
            <a:pPr algn="l">
              <a:defRPr sz="2775" b="1">
                <a:solidFill>
                  <a:srgbClr val="142B3B"/>
                </a:solidFill>
                <a:latin typeface="Yu Gothic"/>
                <a:ea typeface="Yu Gothic"/>
                <a:cs typeface="Yu Gothic"/>
              </a:defRPr>
            </a:pPr>
            <a:r>
              <a:rPr sz="2775" b="1">
                <a:solidFill>
                  <a:srgbClr val="142B3B"/>
                </a:solidFill>
                <a:latin typeface="Yu Gothic"/>
                <a:ea typeface="Yu Gothic"/>
                <a:cs typeface="Yu Gothic"/>
              </a:rPr>
              <a:t>約88%</a:t>
            </a:r>
          </a:p>
        </p:txBody>
      </p:sp>
      <p:sp>
        <p:nvSpPr>
          <p:cNvPr id="11" name="">
            <a:extLst xmlns:a="http://schemas.openxmlformats.org/drawingml/2006/main">
              <a:ext uri="{FF2B5EF4-FFF2-40B4-BE49-F238E27FC236}">
                <a16:creationId xmlns:a16="http://schemas.microsoft.com/office/drawing/2014/main" id="{0645B67A-434D-4A03-9510-BE77BF502E5E}"/>
              </a:ext>
            </a:extLst>
          </p:cNvPr>
          <p:cNvSpPr>
            <a:spLocks xmlns:a="http://schemas.openxmlformats.org/drawingml/2006/main" noGrp="1"/>
          </p:cNvSpPr>
          <p:nvPr/>
        </p:nvSpPr>
        <p:spPr>
          <a:xfrm xmlns:a="http://schemas.openxmlformats.org/drawingml/2006/main">
            <a:off x="8582025" y="3400425"/>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1">
                <a:solidFill>
                  <a:srgbClr val="5B6D76"/>
                </a:solidFill>
                <a:latin typeface="Yu Gothic"/>
                <a:ea typeface="Yu Gothic"/>
                <a:cs typeface="Yu Gothic"/>
              </a:defRPr>
            </a:defPPr>
            <a:lvl1pPr algn="l">
              <a:defRPr sz="1275" b="1">
                <a:solidFill>
                  <a:srgbClr val="5B6D76"/>
                </a:solidFill>
                <a:latin typeface="Yu Gothic"/>
                <a:ea typeface="Yu Gothic"/>
                <a:cs typeface="Yu Gothic"/>
              </a:defRPr>
            </a:lvl1pPr>
            <a:lvl2pPr algn="l">
              <a:defRPr sz="1275" b="1">
                <a:solidFill>
                  <a:srgbClr val="5B6D76"/>
                </a:solidFill>
                <a:latin typeface="Yu Gothic"/>
                <a:ea typeface="Yu Gothic"/>
                <a:cs typeface="Yu Gothic"/>
              </a:defRPr>
            </a:lvl2pPr>
            <a:lvl3pPr algn="l">
              <a:defRPr sz="1275" b="1">
                <a:solidFill>
                  <a:srgbClr val="5B6D76"/>
                </a:solidFill>
                <a:latin typeface="Yu Gothic"/>
                <a:ea typeface="Yu Gothic"/>
                <a:cs typeface="Yu Gothic"/>
              </a:defRPr>
            </a:lvl3pPr>
            <a:lvl4pPr algn="l">
              <a:defRPr sz="1275" b="1">
                <a:solidFill>
                  <a:srgbClr val="5B6D76"/>
                </a:solidFill>
                <a:latin typeface="Yu Gothic"/>
                <a:ea typeface="Yu Gothic"/>
                <a:cs typeface="Yu Gothic"/>
              </a:defRPr>
            </a:lvl4pPr>
            <a:lvl5pPr algn="l">
              <a:defRPr sz="1275" b="1">
                <a:solidFill>
                  <a:srgbClr val="5B6D76"/>
                </a:solidFill>
                <a:latin typeface="Yu Gothic"/>
                <a:ea typeface="Yu Gothic"/>
                <a:cs typeface="Yu Gothic"/>
              </a:defRPr>
            </a:lvl5pPr>
            <a:lvl6pPr algn="l">
              <a:defRPr sz="1275" b="1">
                <a:solidFill>
                  <a:srgbClr val="5B6D76"/>
                </a:solidFill>
                <a:latin typeface="Yu Gothic"/>
                <a:ea typeface="Yu Gothic"/>
                <a:cs typeface="Yu Gothic"/>
              </a:defRPr>
            </a:lvl6pPr>
            <a:lvl7pPr algn="l">
              <a:defRPr sz="1275" b="1">
                <a:solidFill>
                  <a:srgbClr val="5B6D76"/>
                </a:solidFill>
                <a:latin typeface="Yu Gothic"/>
                <a:ea typeface="Yu Gothic"/>
                <a:cs typeface="Yu Gothic"/>
              </a:defRPr>
            </a:lvl7pPr>
            <a:lvl8pPr algn="l">
              <a:defRPr sz="1275" b="1">
                <a:solidFill>
                  <a:srgbClr val="5B6D76"/>
                </a:solidFill>
                <a:latin typeface="Yu Gothic"/>
                <a:ea typeface="Yu Gothic"/>
                <a:cs typeface="Yu Gothic"/>
              </a:defRPr>
            </a:lvl8pPr>
            <a:lvl9pPr algn="l">
              <a:defRPr sz="1275" b="1">
                <a:solidFill>
                  <a:srgbClr val="5B6D76"/>
                </a:solidFill>
                <a:latin typeface="Yu Gothic"/>
                <a:ea typeface="Yu Gothic"/>
                <a:cs typeface="Yu Gothic"/>
              </a:defRPr>
            </a:lvl9pPr>
          </a:lstStyle>
          <a:p xmlns:a="http://schemas.openxmlformats.org/drawingml/2006/main">
            <a:pPr algn="l">
              <a:defRPr sz="1275" b="1">
                <a:solidFill>
                  <a:srgbClr val="5B6D76"/>
                </a:solidFill>
                <a:latin typeface="Yu Gothic"/>
                <a:ea typeface="Yu Gothic"/>
                <a:cs typeface="Yu Gothic"/>
              </a:defRPr>
            </a:pPr>
            <a:r>
              <a:rPr sz="1275" b="1">
                <a:solidFill>
                  <a:srgbClr val="5B6D76"/>
                </a:solidFill>
                <a:latin typeface="Yu Gothic"/>
                <a:ea typeface="Yu Gothic"/>
                <a:cs typeface="Yu Gothic"/>
              </a:rPr>
              <a:t>見つけた割合</a:t>
            </a:r>
          </a:p>
        </p:txBody>
      </p:sp>
      <p:sp>
        <p:nvSpPr>
          <p:cNvPr id="12" name="">
            <a:extLst xmlns:a="http://schemas.openxmlformats.org/drawingml/2006/main">
              <a:ext uri="{FF2B5EF4-FFF2-40B4-BE49-F238E27FC236}">
                <a16:creationId xmlns:a16="http://schemas.microsoft.com/office/drawing/2014/main" id="{2DCAA3F6-F147-4279-9A84-C71D23D21689}"/>
              </a:ext>
            </a:extLst>
          </p:cNvPr>
          <p:cNvSpPr>
            <a:spLocks xmlns:a="http://schemas.openxmlformats.org/drawingml/2006/main" noGrp="1"/>
          </p:cNvSpPr>
          <p:nvPr/>
        </p:nvSpPr>
        <p:spPr>
          <a:xfrm xmlns:a="http://schemas.openxmlformats.org/drawingml/2006/main">
            <a:off x="8582025" y="3714750"/>
            <a:ext cx="276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75" b="1">
                <a:solidFill>
                  <a:srgbClr val="D66B57"/>
                </a:solidFill>
                <a:latin typeface="Yu Gothic"/>
                <a:ea typeface="Yu Gothic"/>
                <a:cs typeface="Yu Gothic"/>
              </a:defRPr>
            </a:defPPr>
            <a:lvl1pPr algn="l">
              <a:defRPr sz="2775" b="1">
                <a:solidFill>
                  <a:srgbClr val="D66B57"/>
                </a:solidFill>
                <a:latin typeface="Yu Gothic"/>
                <a:ea typeface="Yu Gothic"/>
                <a:cs typeface="Yu Gothic"/>
              </a:defRPr>
            </a:lvl1pPr>
            <a:lvl2pPr algn="l">
              <a:defRPr sz="2775" b="1">
                <a:solidFill>
                  <a:srgbClr val="D66B57"/>
                </a:solidFill>
                <a:latin typeface="Yu Gothic"/>
                <a:ea typeface="Yu Gothic"/>
                <a:cs typeface="Yu Gothic"/>
              </a:defRPr>
            </a:lvl2pPr>
            <a:lvl3pPr algn="l">
              <a:defRPr sz="2775" b="1">
                <a:solidFill>
                  <a:srgbClr val="D66B57"/>
                </a:solidFill>
                <a:latin typeface="Yu Gothic"/>
                <a:ea typeface="Yu Gothic"/>
                <a:cs typeface="Yu Gothic"/>
              </a:defRPr>
            </a:lvl3pPr>
            <a:lvl4pPr algn="l">
              <a:defRPr sz="2775" b="1">
                <a:solidFill>
                  <a:srgbClr val="D66B57"/>
                </a:solidFill>
                <a:latin typeface="Yu Gothic"/>
                <a:ea typeface="Yu Gothic"/>
                <a:cs typeface="Yu Gothic"/>
              </a:defRPr>
            </a:lvl4pPr>
            <a:lvl5pPr algn="l">
              <a:defRPr sz="2775" b="1">
                <a:solidFill>
                  <a:srgbClr val="D66B57"/>
                </a:solidFill>
                <a:latin typeface="Yu Gothic"/>
                <a:ea typeface="Yu Gothic"/>
                <a:cs typeface="Yu Gothic"/>
              </a:defRPr>
            </a:lvl5pPr>
            <a:lvl6pPr algn="l">
              <a:defRPr sz="2775" b="1">
                <a:solidFill>
                  <a:srgbClr val="D66B57"/>
                </a:solidFill>
                <a:latin typeface="Yu Gothic"/>
                <a:ea typeface="Yu Gothic"/>
                <a:cs typeface="Yu Gothic"/>
              </a:defRPr>
            </a:lvl6pPr>
            <a:lvl7pPr algn="l">
              <a:defRPr sz="2775" b="1">
                <a:solidFill>
                  <a:srgbClr val="D66B57"/>
                </a:solidFill>
                <a:latin typeface="Yu Gothic"/>
                <a:ea typeface="Yu Gothic"/>
                <a:cs typeface="Yu Gothic"/>
              </a:defRPr>
            </a:lvl7pPr>
            <a:lvl8pPr algn="l">
              <a:defRPr sz="2775" b="1">
                <a:solidFill>
                  <a:srgbClr val="D66B57"/>
                </a:solidFill>
                <a:latin typeface="Yu Gothic"/>
                <a:ea typeface="Yu Gothic"/>
                <a:cs typeface="Yu Gothic"/>
              </a:defRPr>
            </a:lvl8pPr>
            <a:lvl9pPr algn="l">
              <a:defRPr sz="2775" b="1">
                <a:solidFill>
                  <a:srgbClr val="D66B57"/>
                </a:solidFill>
                <a:latin typeface="Yu Gothic"/>
                <a:ea typeface="Yu Gothic"/>
                <a:cs typeface="Yu Gothic"/>
              </a:defRPr>
            </a:lvl9pPr>
          </a:lstStyle>
          <a:p xmlns:a="http://schemas.openxmlformats.org/drawingml/2006/main">
            <a:pPr algn="l">
              <a:defRPr sz="2775" b="1">
                <a:solidFill>
                  <a:srgbClr val="D66B57"/>
                </a:solidFill>
                <a:latin typeface="Yu Gothic"/>
                <a:ea typeface="Yu Gothic"/>
                <a:cs typeface="Yu Gothic"/>
              </a:defRPr>
            </a:pPr>
            <a:r>
              <a:rPr sz="2775" b="1">
                <a:solidFill>
                  <a:srgbClr val="D66B57"/>
                </a:solidFill>
                <a:latin typeface="Yu Gothic"/>
                <a:ea typeface="Yu Gothic"/>
                <a:cs typeface="Yu Gothic"/>
              </a:rPr>
              <a:t>0〜0.3%</a:t>
            </a:r>
          </a:p>
        </p:txBody>
      </p:sp>
      <p:sp>
        <p:nvSpPr>
          <p:cNvPr id="13" name="">
            <a:extLst xmlns:a="http://schemas.openxmlformats.org/drawingml/2006/main">
              <a:ext uri="{FF2B5EF4-FFF2-40B4-BE49-F238E27FC236}">
                <a16:creationId xmlns:a16="http://schemas.microsoft.com/office/drawing/2014/main" id="{63483A71-3DC0-4D34-8D10-CDCC447D1047}"/>
              </a:ext>
            </a:extLst>
          </p:cNvPr>
          <p:cNvSpPr>
            <a:spLocks xmlns:a="http://schemas.openxmlformats.org/drawingml/2006/main" noGrp="1"/>
          </p:cNvSpPr>
          <p:nvPr/>
        </p:nvSpPr>
        <p:spPr>
          <a:xfrm xmlns:a="http://schemas.openxmlformats.org/drawingml/2006/main">
            <a:off x="8582025" y="4543425"/>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42B3B"/>
                </a:solidFill>
                <a:latin typeface="Yu Gothic"/>
                <a:ea typeface="Yu Gothic"/>
                <a:cs typeface="Yu Gothic"/>
              </a:defRPr>
            </a:defPPr>
            <a:lvl1pPr algn="l">
              <a:defRPr sz="1500" b="1">
                <a:solidFill>
                  <a:srgbClr val="142B3B"/>
                </a:solidFill>
                <a:latin typeface="Yu Gothic"/>
                <a:ea typeface="Yu Gothic"/>
                <a:cs typeface="Yu Gothic"/>
              </a:defRPr>
            </a:lvl1pPr>
            <a:lvl2pPr algn="l">
              <a:defRPr sz="1500" b="1">
                <a:solidFill>
                  <a:srgbClr val="142B3B"/>
                </a:solidFill>
                <a:latin typeface="Yu Gothic"/>
                <a:ea typeface="Yu Gothic"/>
                <a:cs typeface="Yu Gothic"/>
              </a:defRPr>
            </a:lvl2pPr>
            <a:lvl3pPr algn="l">
              <a:defRPr sz="1500" b="1">
                <a:solidFill>
                  <a:srgbClr val="142B3B"/>
                </a:solidFill>
                <a:latin typeface="Yu Gothic"/>
                <a:ea typeface="Yu Gothic"/>
                <a:cs typeface="Yu Gothic"/>
              </a:defRPr>
            </a:lvl3pPr>
            <a:lvl4pPr algn="l">
              <a:defRPr sz="1500" b="1">
                <a:solidFill>
                  <a:srgbClr val="142B3B"/>
                </a:solidFill>
                <a:latin typeface="Yu Gothic"/>
                <a:ea typeface="Yu Gothic"/>
                <a:cs typeface="Yu Gothic"/>
              </a:defRPr>
            </a:lvl4pPr>
            <a:lvl5pPr algn="l">
              <a:defRPr sz="1500" b="1">
                <a:solidFill>
                  <a:srgbClr val="142B3B"/>
                </a:solidFill>
                <a:latin typeface="Yu Gothic"/>
                <a:ea typeface="Yu Gothic"/>
                <a:cs typeface="Yu Gothic"/>
              </a:defRPr>
            </a:lvl5pPr>
            <a:lvl6pPr algn="l">
              <a:defRPr sz="1500" b="1">
                <a:solidFill>
                  <a:srgbClr val="142B3B"/>
                </a:solidFill>
                <a:latin typeface="Yu Gothic"/>
                <a:ea typeface="Yu Gothic"/>
                <a:cs typeface="Yu Gothic"/>
              </a:defRPr>
            </a:lvl6pPr>
            <a:lvl7pPr algn="l">
              <a:defRPr sz="1500" b="1">
                <a:solidFill>
                  <a:srgbClr val="142B3B"/>
                </a:solidFill>
                <a:latin typeface="Yu Gothic"/>
                <a:ea typeface="Yu Gothic"/>
                <a:cs typeface="Yu Gothic"/>
              </a:defRPr>
            </a:lvl7pPr>
            <a:lvl8pPr algn="l">
              <a:defRPr sz="1500" b="1">
                <a:solidFill>
                  <a:srgbClr val="142B3B"/>
                </a:solidFill>
                <a:latin typeface="Yu Gothic"/>
                <a:ea typeface="Yu Gothic"/>
                <a:cs typeface="Yu Gothic"/>
              </a:defRPr>
            </a:lvl8pPr>
            <a:lvl9pPr algn="l">
              <a:defRPr sz="1500" b="1">
                <a:solidFill>
                  <a:srgbClr val="142B3B"/>
                </a:solidFill>
                <a:latin typeface="Yu Gothic"/>
                <a:ea typeface="Yu Gothic"/>
                <a:cs typeface="Yu Gothic"/>
              </a:defRPr>
            </a:lvl9pPr>
          </a:lstStyle>
          <a:p xmlns:a="http://schemas.openxmlformats.org/drawingml/2006/main">
            <a:pPr algn="l">
              <a:defRPr sz="1500" b="1">
                <a:solidFill>
                  <a:srgbClr val="142B3B"/>
                </a:solidFill>
                <a:latin typeface="Yu Gothic"/>
                <a:ea typeface="Yu Gothic"/>
                <a:cs typeface="Yu Gothic"/>
              </a:defRPr>
            </a:pPr>
            <a:r>
              <a:rPr sz="1500" b="1">
                <a:solidFill>
                  <a:srgbClr val="142B3B"/>
                </a:solidFill>
                <a:latin typeface="Yu Gothic"/>
                <a:ea typeface="Yu Gothic"/>
                <a:cs typeface="Yu Gothic"/>
              </a:rPr>
              <a:t>正解率だけでは、</a:t>
            </a:r>
          </a:p>
          <a:p xmlns:a="http://schemas.openxmlformats.org/drawingml/2006/main">
            <a:pPr algn="l">
              <a:defRPr sz="1500" b="1">
                <a:solidFill>
                  <a:srgbClr val="142B3B"/>
                </a:solidFill>
                <a:latin typeface="Yu Gothic"/>
                <a:ea typeface="Yu Gothic"/>
                <a:cs typeface="Yu Gothic"/>
              </a:defRPr>
            </a:pPr>
            <a:r>
              <a:rPr sz="1500" b="1">
                <a:solidFill>
                  <a:srgbClr val="142B3B"/>
                </a:solidFill>
                <a:latin typeface="Yu Gothic"/>
                <a:ea typeface="Yu Gothic"/>
                <a:cs typeface="Yu Gothic"/>
              </a:rPr>
              <a:t>見逃しの多さが分からない</a:t>
            </a:r>
          </a:p>
        </p:txBody>
      </p:sp>
      <p:sp>
        <p:nvSpPr>
          <p:cNvPr id="14" name="">
            <a:extLst xmlns:a="http://schemas.openxmlformats.org/drawingml/2006/main">
              <a:ext uri="{FF2B5EF4-FFF2-40B4-BE49-F238E27FC236}">
                <a16:creationId xmlns:a16="http://schemas.microsoft.com/office/drawing/2014/main" id="{0E36D353-3749-4679-9DF1-FC3F0FA9A516}"/>
              </a:ext>
            </a:extLst>
          </p:cNvPr>
          <p:cNvSpPr>
            <a:spLocks xmlns:a="http://schemas.openxmlformats.org/drawingml/2006/main" noGrp="1"/>
          </p:cNvSpPr>
          <p:nvPr/>
        </p:nvSpPr>
        <p:spPr>
          <a:xfrm xmlns:a="http://schemas.openxmlformats.org/drawingml/2006/main">
            <a:off x="723900" y="584835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5B6D76"/>
                </a:solidFill>
                <a:latin typeface="Yu Gothic"/>
                <a:ea typeface="Yu Gothic"/>
                <a:cs typeface="Yu Gothic"/>
              </a:defRPr>
            </a:defPPr>
            <a:lvl1pPr algn="l">
              <a:defRPr sz="1125" b="0">
                <a:solidFill>
                  <a:srgbClr val="5B6D76"/>
                </a:solidFill>
                <a:latin typeface="Yu Gothic"/>
                <a:ea typeface="Yu Gothic"/>
                <a:cs typeface="Yu Gothic"/>
              </a:defRPr>
            </a:lvl1pPr>
            <a:lvl2pPr algn="l">
              <a:defRPr sz="1125" b="0">
                <a:solidFill>
                  <a:srgbClr val="5B6D76"/>
                </a:solidFill>
                <a:latin typeface="Yu Gothic"/>
                <a:ea typeface="Yu Gothic"/>
                <a:cs typeface="Yu Gothic"/>
              </a:defRPr>
            </a:lvl2pPr>
            <a:lvl3pPr algn="l">
              <a:defRPr sz="1125" b="0">
                <a:solidFill>
                  <a:srgbClr val="5B6D76"/>
                </a:solidFill>
                <a:latin typeface="Yu Gothic"/>
                <a:ea typeface="Yu Gothic"/>
                <a:cs typeface="Yu Gothic"/>
              </a:defRPr>
            </a:lvl3pPr>
            <a:lvl4pPr algn="l">
              <a:defRPr sz="1125" b="0">
                <a:solidFill>
                  <a:srgbClr val="5B6D76"/>
                </a:solidFill>
                <a:latin typeface="Yu Gothic"/>
                <a:ea typeface="Yu Gothic"/>
                <a:cs typeface="Yu Gothic"/>
              </a:defRPr>
            </a:lvl4pPr>
            <a:lvl5pPr algn="l">
              <a:defRPr sz="1125" b="0">
                <a:solidFill>
                  <a:srgbClr val="5B6D76"/>
                </a:solidFill>
                <a:latin typeface="Yu Gothic"/>
                <a:ea typeface="Yu Gothic"/>
                <a:cs typeface="Yu Gothic"/>
              </a:defRPr>
            </a:lvl5pPr>
            <a:lvl6pPr algn="l">
              <a:defRPr sz="1125" b="0">
                <a:solidFill>
                  <a:srgbClr val="5B6D76"/>
                </a:solidFill>
                <a:latin typeface="Yu Gothic"/>
                <a:ea typeface="Yu Gothic"/>
                <a:cs typeface="Yu Gothic"/>
              </a:defRPr>
            </a:lvl6pPr>
            <a:lvl7pPr algn="l">
              <a:defRPr sz="1125" b="0">
                <a:solidFill>
                  <a:srgbClr val="5B6D76"/>
                </a:solidFill>
                <a:latin typeface="Yu Gothic"/>
                <a:ea typeface="Yu Gothic"/>
                <a:cs typeface="Yu Gothic"/>
              </a:defRPr>
            </a:lvl7pPr>
            <a:lvl8pPr algn="l">
              <a:defRPr sz="1125" b="0">
                <a:solidFill>
                  <a:srgbClr val="5B6D76"/>
                </a:solidFill>
                <a:latin typeface="Yu Gothic"/>
                <a:ea typeface="Yu Gothic"/>
                <a:cs typeface="Yu Gothic"/>
              </a:defRPr>
            </a:lvl8pPr>
            <a:lvl9pPr algn="l">
              <a:defRPr sz="1125" b="0">
                <a:solidFill>
                  <a:srgbClr val="5B6D76"/>
                </a:solidFill>
                <a:latin typeface="Yu Gothic"/>
                <a:ea typeface="Yu Gothic"/>
                <a:cs typeface="Yu Gothic"/>
              </a:defRPr>
            </a:lvl9pPr>
          </a:lstStyle>
          <a:p xmlns:a="http://schemas.openxmlformats.org/drawingml/2006/main">
            <a:pPr algn="l">
              <a:defRPr sz="1125" b="0">
                <a:solidFill>
                  <a:srgbClr val="5B6D76"/>
                </a:solidFill>
                <a:latin typeface="Yu Gothic"/>
                <a:ea typeface="Yu Gothic"/>
                <a:cs typeface="Yu Gothic"/>
              </a:defRPr>
            </a:pPr>
            <a:r>
              <a:rPr sz="1125" b="0">
                <a:solidFill>
                  <a:srgbClr val="5B6D76"/>
                </a:solidFill>
                <a:latin typeface="Yu Gothic"/>
                <a:ea typeface="Yu Gothic"/>
                <a:cs typeface="Yu Gothic"/>
              </a:rPr>
              <a:t>線は4つの学習データ量・5回の試行を同じ重みで平均。固定テストは全条件共通。</a:t>
            </a:r>
          </a:p>
        </p:txBody>
      </p:sp>
    </p:spTree>
    <p:extLst>
      <p:ext uri="{BB962C8B-B14F-4D97-AF65-F5344CB8AC3E}">
        <p14:creationId xmlns:p14="http://schemas.microsoft.com/office/powerpoint/2010/main" val="1966804788"/>
      </p:ext>
    </p:extLst>
  </p:cSld>
</p:sld>
</file>

<file path=ppt/slides/slide6.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53735D7A-1D44-4232-ADF8-925F41A4F8E9}"/>
              </a:ext>
            </a:extLst>
          </p:cNvPr>
          <p:cNvSpPr>
            <a:spLocks xmlns:a="http://schemas.openxmlformats.org/drawingml/2006/main" noGrp="1"/>
          </p:cNvSpPr>
          <p:nvPr/>
        </p:nvSpPr>
        <p:spPr>
          <a:xfrm xmlns:a="http://schemas.openxmlformats.org/drawingml/2006/main">
            <a:off x="685800" y="26670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47D78"/>
                </a:solidFill>
                <a:latin typeface="Yu Gothic"/>
                <a:ea typeface="Yu Gothic"/>
                <a:cs typeface="Yu Gothic"/>
              </a:defRPr>
            </a:defPPr>
            <a:lvl1pPr algn="l">
              <a:defRPr sz="1050" b="1">
                <a:solidFill>
                  <a:srgbClr val="147D78"/>
                </a:solidFill>
                <a:latin typeface="Yu Gothic"/>
                <a:ea typeface="Yu Gothic"/>
                <a:cs typeface="Yu Gothic"/>
              </a:defRPr>
            </a:lvl1pPr>
            <a:lvl2pPr algn="l">
              <a:defRPr sz="1050" b="1">
                <a:solidFill>
                  <a:srgbClr val="147D78"/>
                </a:solidFill>
                <a:latin typeface="Yu Gothic"/>
                <a:ea typeface="Yu Gothic"/>
                <a:cs typeface="Yu Gothic"/>
              </a:defRPr>
            </a:lvl2pPr>
            <a:lvl3pPr algn="l">
              <a:defRPr sz="1050" b="1">
                <a:solidFill>
                  <a:srgbClr val="147D78"/>
                </a:solidFill>
                <a:latin typeface="Yu Gothic"/>
                <a:ea typeface="Yu Gothic"/>
                <a:cs typeface="Yu Gothic"/>
              </a:defRPr>
            </a:lvl3pPr>
            <a:lvl4pPr algn="l">
              <a:defRPr sz="1050" b="1">
                <a:solidFill>
                  <a:srgbClr val="147D78"/>
                </a:solidFill>
                <a:latin typeface="Yu Gothic"/>
                <a:ea typeface="Yu Gothic"/>
                <a:cs typeface="Yu Gothic"/>
              </a:defRPr>
            </a:lvl4pPr>
            <a:lvl5pPr algn="l">
              <a:defRPr sz="1050" b="1">
                <a:solidFill>
                  <a:srgbClr val="147D78"/>
                </a:solidFill>
                <a:latin typeface="Yu Gothic"/>
                <a:ea typeface="Yu Gothic"/>
                <a:cs typeface="Yu Gothic"/>
              </a:defRPr>
            </a:lvl5pPr>
            <a:lvl6pPr algn="l">
              <a:defRPr sz="1050" b="1">
                <a:solidFill>
                  <a:srgbClr val="147D78"/>
                </a:solidFill>
                <a:latin typeface="Yu Gothic"/>
                <a:ea typeface="Yu Gothic"/>
                <a:cs typeface="Yu Gothic"/>
              </a:defRPr>
            </a:lvl6pPr>
            <a:lvl7pPr algn="l">
              <a:defRPr sz="1050" b="1">
                <a:solidFill>
                  <a:srgbClr val="147D78"/>
                </a:solidFill>
                <a:latin typeface="Yu Gothic"/>
                <a:ea typeface="Yu Gothic"/>
                <a:cs typeface="Yu Gothic"/>
              </a:defRPr>
            </a:lvl7pPr>
            <a:lvl8pPr algn="l">
              <a:defRPr sz="1050" b="1">
                <a:solidFill>
                  <a:srgbClr val="147D78"/>
                </a:solidFill>
                <a:latin typeface="Yu Gothic"/>
                <a:ea typeface="Yu Gothic"/>
                <a:cs typeface="Yu Gothic"/>
              </a:defRPr>
            </a:lvl8pPr>
            <a:lvl9pPr algn="l">
              <a:defRPr sz="1050" b="1">
                <a:solidFill>
                  <a:srgbClr val="147D78"/>
                </a:solidFill>
                <a:latin typeface="Yu Gothic"/>
                <a:ea typeface="Yu Gothic"/>
                <a:cs typeface="Yu Gothic"/>
              </a:defRPr>
            </a:lvl9pPr>
          </a:lstStyle>
          <a:p xmlns:a="http://schemas.openxmlformats.org/drawingml/2006/main">
            <a:pPr algn="l">
              <a:defRPr sz="1050" b="1">
                <a:solidFill>
                  <a:srgbClr val="147D78"/>
                </a:solidFill>
                <a:latin typeface="Yu Gothic"/>
                <a:ea typeface="Yu Gothic"/>
                <a:cs typeface="Yu Gothic"/>
              </a:defRPr>
            </a:pPr>
            <a:r>
              <a:rPr sz="1050" b="1">
                <a:solidFill>
                  <a:srgbClr val="147D78"/>
                </a:solidFill>
                <a:latin typeface="Yu Gothic"/>
                <a:ea typeface="Yu Gothic"/>
                <a:cs typeface="Yu Gothic"/>
              </a:rPr>
              <a:t>考察と限界</a:t>
            </a:r>
          </a:p>
        </p:txBody>
      </p:sp>
      <p:sp>
        <p:nvSpPr>
          <p:cNvPr id="2" name="">
            <a:extLst xmlns:a="http://schemas.openxmlformats.org/drawingml/2006/main">
              <a:ext uri="{FF2B5EF4-FFF2-40B4-BE49-F238E27FC236}">
                <a16:creationId xmlns:a16="http://schemas.microsoft.com/office/drawing/2014/main" id="{492F00F0-BFDB-4308-8A40-BB49927FB52A}"/>
              </a:ext>
            </a:extLst>
          </p:cNvPr>
          <p:cNvSpPr>
            <a:spLocks xmlns:a="http://schemas.openxmlformats.org/drawingml/2006/main" noGrp="1"/>
          </p:cNvSpPr>
          <p:nvPr/>
        </p:nvSpPr>
        <p:spPr>
          <a:xfrm xmlns:a="http://schemas.openxmlformats.org/drawingml/2006/main">
            <a:off x="685800" y="600075"/>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925" b="1">
                <a:solidFill>
                  <a:srgbClr val="142B3B"/>
                </a:solidFill>
                <a:latin typeface="Yu Gothic"/>
                <a:ea typeface="Yu Gothic"/>
                <a:cs typeface="Yu Gothic"/>
              </a:defRPr>
            </a:defPPr>
            <a:lvl1pPr algn="l">
              <a:defRPr sz="2925" b="1">
                <a:solidFill>
                  <a:srgbClr val="142B3B"/>
                </a:solidFill>
                <a:latin typeface="Yu Gothic"/>
                <a:ea typeface="Yu Gothic"/>
                <a:cs typeface="Yu Gothic"/>
              </a:defRPr>
            </a:lvl1pPr>
            <a:lvl2pPr algn="l">
              <a:defRPr sz="2925" b="1">
                <a:solidFill>
                  <a:srgbClr val="142B3B"/>
                </a:solidFill>
                <a:latin typeface="Yu Gothic"/>
                <a:ea typeface="Yu Gothic"/>
                <a:cs typeface="Yu Gothic"/>
              </a:defRPr>
            </a:lvl2pPr>
            <a:lvl3pPr algn="l">
              <a:defRPr sz="2925" b="1">
                <a:solidFill>
                  <a:srgbClr val="142B3B"/>
                </a:solidFill>
                <a:latin typeface="Yu Gothic"/>
                <a:ea typeface="Yu Gothic"/>
                <a:cs typeface="Yu Gothic"/>
              </a:defRPr>
            </a:lvl3pPr>
            <a:lvl4pPr algn="l">
              <a:defRPr sz="2925" b="1">
                <a:solidFill>
                  <a:srgbClr val="142B3B"/>
                </a:solidFill>
                <a:latin typeface="Yu Gothic"/>
                <a:ea typeface="Yu Gothic"/>
                <a:cs typeface="Yu Gothic"/>
              </a:defRPr>
            </a:lvl4pPr>
            <a:lvl5pPr algn="l">
              <a:defRPr sz="2925" b="1">
                <a:solidFill>
                  <a:srgbClr val="142B3B"/>
                </a:solidFill>
                <a:latin typeface="Yu Gothic"/>
                <a:ea typeface="Yu Gothic"/>
                <a:cs typeface="Yu Gothic"/>
              </a:defRPr>
            </a:lvl5pPr>
            <a:lvl6pPr algn="l">
              <a:defRPr sz="2925" b="1">
                <a:solidFill>
                  <a:srgbClr val="142B3B"/>
                </a:solidFill>
                <a:latin typeface="Yu Gothic"/>
                <a:ea typeface="Yu Gothic"/>
                <a:cs typeface="Yu Gothic"/>
              </a:defRPr>
            </a:lvl6pPr>
            <a:lvl7pPr algn="l">
              <a:defRPr sz="2925" b="1">
                <a:solidFill>
                  <a:srgbClr val="142B3B"/>
                </a:solidFill>
                <a:latin typeface="Yu Gothic"/>
                <a:ea typeface="Yu Gothic"/>
                <a:cs typeface="Yu Gothic"/>
              </a:defRPr>
            </a:lvl7pPr>
            <a:lvl8pPr algn="l">
              <a:defRPr sz="2925" b="1">
                <a:solidFill>
                  <a:srgbClr val="142B3B"/>
                </a:solidFill>
                <a:latin typeface="Yu Gothic"/>
                <a:ea typeface="Yu Gothic"/>
                <a:cs typeface="Yu Gothic"/>
              </a:defRPr>
            </a:lvl8pPr>
            <a:lvl9pPr algn="l">
              <a:defRPr sz="2925" b="1">
                <a:solidFill>
                  <a:srgbClr val="142B3B"/>
                </a:solidFill>
                <a:latin typeface="Yu Gothic"/>
                <a:ea typeface="Yu Gothic"/>
                <a:cs typeface="Yu Gothic"/>
              </a:defRPr>
            </a:lvl9pPr>
          </a:lstStyle>
          <a:p xmlns:a="http://schemas.openxmlformats.org/drawingml/2006/main">
            <a:pPr algn="l">
              <a:defRPr sz="2925" b="1">
                <a:solidFill>
                  <a:srgbClr val="142B3B"/>
                </a:solidFill>
                <a:latin typeface="Yu Gothic"/>
                <a:ea typeface="Yu Gothic"/>
                <a:cs typeface="Yu Gothic"/>
              </a:defRPr>
            </a:pPr>
            <a:r>
              <a:rPr sz="2925" b="1">
                <a:solidFill>
                  <a:srgbClr val="142B3B"/>
                </a:solidFill>
                <a:latin typeface="Yu Gothic"/>
                <a:ea typeface="Yu Gothic"/>
                <a:cs typeface="Yu Gothic"/>
              </a:rPr>
              <a:t>今回の比較では、データ量より申し込み例の割合が大きく関係</a:t>
            </a:r>
          </a:p>
        </p:txBody>
      </p:sp>
      <p:sp>
        <p:nvSpPr>
          <p:cNvPr id="3" name="">
            <a:extLst xmlns:a="http://schemas.openxmlformats.org/drawingml/2006/main">
              <a:ext uri="{FF2B5EF4-FFF2-40B4-BE49-F238E27FC236}">
                <a16:creationId xmlns:a16="http://schemas.microsoft.com/office/drawing/2014/main" id="{FA5367E7-1B33-4344-B998-365EB8825F3A}"/>
              </a:ext>
            </a:extLst>
          </p:cNvPr>
          <p:cNvSpPr>
            <a:spLocks xmlns:a="http://schemas.openxmlformats.org/drawingml/2006/main" noGrp="1"/>
          </p:cNvSpPr>
          <p:nvPr/>
        </p:nvSpPr>
        <p:spPr>
          <a:xfrm xmlns:a="http://schemas.openxmlformats.org/drawingml/2006/main">
            <a:off x="685800" y="1285875"/>
            <a:ext cx="10820400" cy="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4" name="">
            <a:extLst xmlns:a="http://schemas.openxmlformats.org/drawingml/2006/main">
              <a:ext uri="{FF2B5EF4-FFF2-40B4-BE49-F238E27FC236}">
                <a16:creationId xmlns:a16="http://schemas.microsoft.com/office/drawing/2014/main" id="{760DA68A-A1CE-48B9-A05D-5F22EE471F4C}"/>
              </a:ext>
            </a:extLst>
          </p:cNvPr>
          <p:cNvSpPr>
            <a:spLocks xmlns:a="http://schemas.openxmlformats.org/drawingml/2006/main" noGrp="1"/>
          </p:cNvSpPr>
          <p:nvPr/>
        </p:nvSpPr>
        <p:spPr>
          <a:xfrm xmlns:a="http://schemas.openxmlformats.org/drawingml/2006/main">
            <a:off x="11068050" y="6391275"/>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5B6D76"/>
                </a:solidFill>
                <a:latin typeface="Yu Gothic"/>
                <a:ea typeface="Yu Gothic"/>
                <a:cs typeface="Yu Gothic"/>
              </a:defRPr>
            </a:defPPr>
            <a:lvl1pPr algn="r">
              <a:defRPr sz="1050" b="1">
                <a:solidFill>
                  <a:srgbClr val="5B6D76"/>
                </a:solidFill>
                <a:latin typeface="Yu Gothic"/>
                <a:ea typeface="Yu Gothic"/>
                <a:cs typeface="Yu Gothic"/>
              </a:defRPr>
            </a:lvl1pPr>
            <a:lvl2pPr algn="r">
              <a:defRPr sz="1050" b="1">
                <a:solidFill>
                  <a:srgbClr val="5B6D76"/>
                </a:solidFill>
                <a:latin typeface="Yu Gothic"/>
                <a:ea typeface="Yu Gothic"/>
                <a:cs typeface="Yu Gothic"/>
              </a:defRPr>
            </a:lvl2pPr>
            <a:lvl3pPr algn="r">
              <a:defRPr sz="1050" b="1">
                <a:solidFill>
                  <a:srgbClr val="5B6D76"/>
                </a:solidFill>
                <a:latin typeface="Yu Gothic"/>
                <a:ea typeface="Yu Gothic"/>
                <a:cs typeface="Yu Gothic"/>
              </a:defRPr>
            </a:lvl3pPr>
            <a:lvl4pPr algn="r">
              <a:defRPr sz="1050" b="1">
                <a:solidFill>
                  <a:srgbClr val="5B6D76"/>
                </a:solidFill>
                <a:latin typeface="Yu Gothic"/>
                <a:ea typeface="Yu Gothic"/>
                <a:cs typeface="Yu Gothic"/>
              </a:defRPr>
            </a:lvl4pPr>
            <a:lvl5pPr algn="r">
              <a:defRPr sz="1050" b="1">
                <a:solidFill>
                  <a:srgbClr val="5B6D76"/>
                </a:solidFill>
                <a:latin typeface="Yu Gothic"/>
                <a:ea typeface="Yu Gothic"/>
                <a:cs typeface="Yu Gothic"/>
              </a:defRPr>
            </a:lvl5pPr>
            <a:lvl6pPr algn="r">
              <a:defRPr sz="1050" b="1">
                <a:solidFill>
                  <a:srgbClr val="5B6D76"/>
                </a:solidFill>
                <a:latin typeface="Yu Gothic"/>
                <a:ea typeface="Yu Gothic"/>
                <a:cs typeface="Yu Gothic"/>
              </a:defRPr>
            </a:lvl6pPr>
            <a:lvl7pPr algn="r">
              <a:defRPr sz="1050" b="1">
                <a:solidFill>
                  <a:srgbClr val="5B6D76"/>
                </a:solidFill>
                <a:latin typeface="Yu Gothic"/>
                <a:ea typeface="Yu Gothic"/>
                <a:cs typeface="Yu Gothic"/>
              </a:defRPr>
            </a:lvl7pPr>
            <a:lvl8pPr algn="r">
              <a:defRPr sz="1050" b="1">
                <a:solidFill>
                  <a:srgbClr val="5B6D76"/>
                </a:solidFill>
                <a:latin typeface="Yu Gothic"/>
                <a:ea typeface="Yu Gothic"/>
                <a:cs typeface="Yu Gothic"/>
              </a:defRPr>
            </a:lvl8pPr>
            <a:lvl9pPr algn="r">
              <a:defRPr sz="1050" b="1">
                <a:solidFill>
                  <a:srgbClr val="5B6D76"/>
                </a:solidFill>
                <a:latin typeface="Yu Gothic"/>
                <a:ea typeface="Yu Gothic"/>
                <a:cs typeface="Yu Gothic"/>
              </a:defRPr>
            </a:lvl9pPr>
          </a:lstStyle>
          <a:p xmlns:a="http://schemas.openxmlformats.org/drawingml/2006/main">
            <a:pPr algn="r">
              <a:defRPr sz="1050" b="1">
                <a:solidFill>
                  <a:srgbClr val="5B6D76"/>
                </a:solidFill>
                <a:latin typeface="Yu Gothic"/>
                <a:ea typeface="Yu Gothic"/>
                <a:cs typeface="Yu Gothic"/>
              </a:defRPr>
            </a:pPr>
            <a:r>
              <a:rPr sz="1050" b="1">
                <a:solidFill>
                  <a:srgbClr val="5B6D76"/>
                </a:solidFill>
                <a:latin typeface="Yu Gothic"/>
                <a:ea typeface="Yu Gothic"/>
                <a:cs typeface="Yu Gothic"/>
              </a:rPr>
              <a:t>06</a:t>
            </a:r>
          </a:p>
        </p:txBody>
      </p:sp>
      <p:sp>
        <p:nvSpPr>
          <p:cNvPr id="5" name="">
            <a:extLst xmlns:a="http://schemas.openxmlformats.org/drawingml/2006/main">
              <a:ext uri="{FF2B5EF4-FFF2-40B4-BE49-F238E27FC236}">
                <a16:creationId xmlns:a16="http://schemas.microsoft.com/office/drawing/2014/main" id="{ACCB71B4-B7E2-4C75-9F73-85FA9ED5540E}"/>
              </a:ext>
            </a:extLst>
          </p:cNvPr>
          <p:cNvSpPr>
            <a:spLocks xmlns:a="http://schemas.openxmlformats.org/drawingml/2006/main" noGrp="1"/>
          </p:cNvSpPr>
          <p:nvPr/>
        </p:nvSpPr>
        <p:spPr>
          <a:xfrm xmlns:a="http://schemas.openxmlformats.org/drawingml/2006/main">
            <a:off x="723900" y="1619250"/>
            <a:ext cx="314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5B6D76"/>
                </a:solidFill>
                <a:latin typeface="Yu Gothic"/>
                <a:ea typeface="Yu Gothic"/>
                <a:cs typeface="Yu Gothic"/>
              </a:defRPr>
            </a:defPPr>
            <a:lvl1pPr algn="l">
              <a:defRPr sz="1350" b="1">
                <a:solidFill>
                  <a:srgbClr val="5B6D76"/>
                </a:solidFill>
                <a:latin typeface="Yu Gothic"/>
                <a:ea typeface="Yu Gothic"/>
                <a:cs typeface="Yu Gothic"/>
              </a:defRPr>
            </a:lvl1pPr>
            <a:lvl2pPr algn="l">
              <a:defRPr sz="1350" b="1">
                <a:solidFill>
                  <a:srgbClr val="5B6D76"/>
                </a:solidFill>
                <a:latin typeface="Yu Gothic"/>
                <a:ea typeface="Yu Gothic"/>
                <a:cs typeface="Yu Gothic"/>
              </a:defRPr>
            </a:lvl2pPr>
            <a:lvl3pPr algn="l">
              <a:defRPr sz="1350" b="1">
                <a:solidFill>
                  <a:srgbClr val="5B6D76"/>
                </a:solidFill>
                <a:latin typeface="Yu Gothic"/>
                <a:ea typeface="Yu Gothic"/>
                <a:cs typeface="Yu Gothic"/>
              </a:defRPr>
            </a:lvl3pPr>
            <a:lvl4pPr algn="l">
              <a:defRPr sz="1350" b="1">
                <a:solidFill>
                  <a:srgbClr val="5B6D76"/>
                </a:solidFill>
                <a:latin typeface="Yu Gothic"/>
                <a:ea typeface="Yu Gothic"/>
                <a:cs typeface="Yu Gothic"/>
              </a:defRPr>
            </a:lvl4pPr>
            <a:lvl5pPr algn="l">
              <a:defRPr sz="1350" b="1">
                <a:solidFill>
                  <a:srgbClr val="5B6D76"/>
                </a:solidFill>
                <a:latin typeface="Yu Gothic"/>
                <a:ea typeface="Yu Gothic"/>
                <a:cs typeface="Yu Gothic"/>
              </a:defRPr>
            </a:lvl5pPr>
            <a:lvl6pPr algn="l">
              <a:defRPr sz="1350" b="1">
                <a:solidFill>
                  <a:srgbClr val="5B6D76"/>
                </a:solidFill>
                <a:latin typeface="Yu Gothic"/>
                <a:ea typeface="Yu Gothic"/>
                <a:cs typeface="Yu Gothic"/>
              </a:defRPr>
            </a:lvl6pPr>
            <a:lvl7pPr algn="l">
              <a:defRPr sz="1350" b="1">
                <a:solidFill>
                  <a:srgbClr val="5B6D76"/>
                </a:solidFill>
                <a:latin typeface="Yu Gothic"/>
                <a:ea typeface="Yu Gothic"/>
                <a:cs typeface="Yu Gothic"/>
              </a:defRPr>
            </a:lvl7pPr>
            <a:lvl8pPr algn="l">
              <a:defRPr sz="1350" b="1">
                <a:solidFill>
                  <a:srgbClr val="5B6D76"/>
                </a:solidFill>
                <a:latin typeface="Yu Gothic"/>
                <a:ea typeface="Yu Gothic"/>
                <a:cs typeface="Yu Gothic"/>
              </a:defRPr>
            </a:lvl8pPr>
            <a:lvl9pPr algn="l">
              <a:defRPr sz="1350" b="1">
                <a:solidFill>
                  <a:srgbClr val="5B6D76"/>
                </a:solidFill>
                <a:latin typeface="Yu Gothic"/>
                <a:ea typeface="Yu Gothic"/>
                <a:cs typeface="Yu Gothic"/>
              </a:defRPr>
            </a:lvl9pPr>
          </a:lstStyle>
          <a:p xmlns:a="http://schemas.openxmlformats.org/drawingml/2006/main">
            <a:pPr algn="l">
              <a:defRPr sz="1350" b="1">
                <a:solidFill>
                  <a:srgbClr val="5B6D76"/>
                </a:solidFill>
                <a:latin typeface="Yu Gothic"/>
                <a:ea typeface="Yu Gothic"/>
                <a:cs typeface="Yu Gothic"/>
              </a:defRPr>
            </a:pPr>
            <a:r>
              <a:rPr sz="1350" b="1">
                <a:solidFill>
                  <a:srgbClr val="5B6D76"/>
                </a:solidFill>
                <a:latin typeface="Yu Gothic"/>
                <a:ea typeface="Yu Gothic"/>
                <a:cs typeface="Yu Gothic"/>
              </a:rPr>
              <a:t>再現率の平均変化</a:t>
            </a:r>
          </a:p>
        </p:txBody>
      </p:sp>
      <p:sp>
        <p:nvSpPr>
          <p:cNvPr id="6" name="">
            <a:extLst xmlns:a="http://schemas.openxmlformats.org/drawingml/2006/main">
              <a:ext uri="{FF2B5EF4-FFF2-40B4-BE49-F238E27FC236}">
                <a16:creationId xmlns:a16="http://schemas.microsoft.com/office/drawing/2014/main" id="{DF1E8AFE-C714-405B-A002-DD964E5C9CE2}"/>
              </a:ext>
            </a:extLst>
          </p:cNvPr>
          <p:cNvSpPr>
            <a:spLocks xmlns:a="http://schemas.openxmlformats.org/drawingml/2006/main" noGrp="1"/>
          </p:cNvSpPr>
          <p:nvPr/>
        </p:nvSpPr>
        <p:spPr>
          <a:xfrm xmlns:a="http://schemas.openxmlformats.org/drawingml/2006/main">
            <a:off x="723900" y="20574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142B3B"/>
                </a:solidFill>
                <a:latin typeface="Yu Gothic"/>
                <a:ea typeface="Yu Gothic"/>
                <a:cs typeface="Yu Gothic"/>
              </a:defRPr>
            </a:defPPr>
            <a:lvl1pPr algn="l">
              <a:defRPr sz="1350" b="1">
                <a:solidFill>
                  <a:srgbClr val="142B3B"/>
                </a:solidFill>
                <a:latin typeface="Yu Gothic"/>
                <a:ea typeface="Yu Gothic"/>
                <a:cs typeface="Yu Gothic"/>
              </a:defRPr>
            </a:lvl1pPr>
            <a:lvl2pPr algn="l">
              <a:defRPr sz="1350" b="1">
                <a:solidFill>
                  <a:srgbClr val="142B3B"/>
                </a:solidFill>
                <a:latin typeface="Yu Gothic"/>
                <a:ea typeface="Yu Gothic"/>
                <a:cs typeface="Yu Gothic"/>
              </a:defRPr>
            </a:lvl2pPr>
            <a:lvl3pPr algn="l">
              <a:defRPr sz="1350" b="1">
                <a:solidFill>
                  <a:srgbClr val="142B3B"/>
                </a:solidFill>
                <a:latin typeface="Yu Gothic"/>
                <a:ea typeface="Yu Gothic"/>
                <a:cs typeface="Yu Gothic"/>
              </a:defRPr>
            </a:lvl3pPr>
            <a:lvl4pPr algn="l">
              <a:defRPr sz="1350" b="1">
                <a:solidFill>
                  <a:srgbClr val="142B3B"/>
                </a:solidFill>
                <a:latin typeface="Yu Gothic"/>
                <a:ea typeface="Yu Gothic"/>
                <a:cs typeface="Yu Gothic"/>
              </a:defRPr>
            </a:lvl4pPr>
            <a:lvl5pPr algn="l">
              <a:defRPr sz="1350" b="1">
                <a:solidFill>
                  <a:srgbClr val="142B3B"/>
                </a:solidFill>
                <a:latin typeface="Yu Gothic"/>
                <a:ea typeface="Yu Gothic"/>
                <a:cs typeface="Yu Gothic"/>
              </a:defRPr>
            </a:lvl5pPr>
            <a:lvl6pPr algn="l">
              <a:defRPr sz="1350" b="1">
                <a:solidFill>
                  <a:srgbClr val="142B3B"/>
                </a:solidFill>
                <a:latin typeface="Yu Gothic"/>
                <a:ea typeface="Yu Gothic"/>
                <a:cs typeface="Yu Gothic"/>
              </a:defRPr>
            </a:lvl6pPr>
            <a:lvl7pPr algn="l">
              <a:defRPr sz="1350" b="1">
                <a:solidFill>
                  <a:srgbClr val="142B3B"/>
                </a:solidFill>
                <a:latin typeface="Yu Gothic"/>
                <a:ea typeface="Yu Gothic"/>
                <a:cs typeface="Yu Gothic"/>
              </a:defRPr>
            </a:lvl7pPr>
            <a:lvl8pPr algn="l">
              <a:defRPr sz="1350" b="1">
                <a:solidFill>
                  <a:srgbClr val="142B3B"/>
                </a:solidFill>
                <a:latin typeface="Yu Gothic"/>
                <a:ea typeface="Yu Gothic"/>
                <a:cs typeface="Yu Gothic"/>
              </a:defRPr>
            </a:lvl8pPr>
            <a:lvl9pPr algn="l">
              <a:defRPr sz="1350" b="1">
                <a:solidFill>
                  <a:srgbClr val="142B3B"/>
                </a:solidFill>
                <a:latin typeface="Yu Gothic"/>
                <a:ea typeface="Yu Gothic"/>
                <a:cs typeface="Yu Gothic"/>
              </a:defRPr>
            </a:lvl9pPr>
          </a:lstStyle>
          <a:p xmlns:a="http://schemas.openxmlformats.org/drawingml/2006/main">
            <a:pPr algn="l">
              <a:defRPr sz="1350" b="1">
                <a:solidFill>
                  <a:srgbClr val="142B3B"/>
                </a:solidFill>
                <a:latin typeface="Yu Gothic"/>
                <a:ea typeface="Yu Gothic"/>
                <a:cs typeface="Yu Gothic"/>
              </a:defRPr>
            </a:pPr>
            <a:r>
              <a:rPr sz="1350" b="1">
                <a:solidFill>
                  <a:srgbClr val="142B3B"/>
                </a:solidFill>
                <a:latin typeface="Yu Gothic"/>
                <a:ea typeface="Yu Gothic"/>
                <a:cs typeface="Yu Gothic"/>
              </a:rPr>
              <a:t>申し込み例の割合</a:t>
            </a:r>
          </a:p>
        </p:txBody>
      </p:sp>
      <p:sp>
        <p:nvSpPr>
          <p:cNvPr id="7" name="">
            <a:extLst xmlns:a="http://schemas.openxmlformats.org/drawingml/2006/main">
              <a:ext uri="{FF2B5EF4-FFF2-40B4-BE49-F238E27FC236}">
                <a16:creationId xmlns:a16="http://schemas.microsoft.com/office/drawing/2014/main" id="{1698715A-AE72-4A3F-AE39-851A28D3D52A}"/>
              </a:ext>
            </a:extLst>
          </p:cNvPr>
          <p:cNvSpPr>
            <a:spLocks xmlns:a="http://schemas.openxmlformats.org/drawingml/2006/main" noGrp="1"/>
          </p:cNvSpPr>
          <p:nvPr/>
        </p:nvSpPr>
        <p:spPr>
          <a:xfrm xmlns:a="http://schemas.openxmlformats.org/drawingml/2006/main">
            <a:off x="723900" y="2428875"/>
            <a:ext cx="3143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75" b="1">
                <a:solidFill>
                  <a:srgbClr val="142B3B"/>
                </a:solidFill>
                <a:latin typeface="Yu Gothic"/>
                <a:ea typeface="Yu Gothic"/>
                <a:cs typeface="Yu Gothic"/>
              </a:defRPr>
            </a:defPPr>
            <a:lvl1pPr algn="l">
              <a:defRPr sz="1875" b="1">
                <a:solidFill>
                  <a:srgbClr val="142B3B"/>
                </a:solidFill>
                <a:latin typeface="Yu Gothic"/>
                <a:ea typeface="Yu Gothic"/>
                <a:cs typeface="Yu Gothic"/>
              </a:defRPr>
            </a:lvl1pPr>
            <a:lvl2pPr algn="l">
              <a:defRPr sz="1875" b="1">
                <a:solidFill>
                  <a:srgbClr val="142B3B"/>
                </a:solidFill>
                <a:latin typeface="Yu Gothic"/>
                <a:ea typeface="Yu Gothic"/>
                <a:cs typeface="Yu Gothic"/>
              </a:defRPr>
            </a:lvl2pPr>
            <a:lvl3pPr algn="l">
              <a:defRPr sz="1875" b="1">
                <a:solidFill>
                  <a:srgbClr val="142B3B"/>
                </a:solidFill>
                <a:latin typeface="Yu Gothic"/>
                <a:ea typeface="Yu Gothic"/>
                <a:cs typeface="Yu Gothic"/>
              </a:defRPr>
            </a:lvl3pPr>
            <a:lvl4pPr algn="l">
              <a:defRPr sz="1875" b="1">
                <a:solidFill>
                  <a:srgbClr val="142B3B"/>
                </a:solidFill>
                <a:latin typeface="Yu Gothic"/>
                <a:ea typeface="Yu Gothic"/>
                <a:cs typeface="Yu Gothic"/>
              </a:defRPr>
            </a:lvl4pPr>
            <a:lvl5pPr algn="l">
              <a:defRPr sz="1875" b="1">
                <a:solidFill>
                  <a:srgbClr val="142B3B"/>
                </a:solidFill>
                <a:latin typeface="Yu Gothic"/>
                <a:ea typeface="Yu Gothic"/>
                <a:cs typeface="Yu Gothic"/>
              </a:defRPr>
            </a:lvl5pPr>
            <a:lvl6pPr algn="l">
              <a:defRPr sz="1875" b="1">
                <a:solidFill>
                  <a:srgbClr val="142B3B"/>
                </a:solidFill>
                <a:latin typeface="Yu Gothic"/>
                <a:ea typeface="Yu Gothic"/>
                <a:cs typeface="Yu Gothic"/>
              </a:defRPr>
            </a:lvl6pPr>
            <a:lvl7pPr algn="l">
              <a:defRPr sz="1875" b="1">
                <a:solidFill>
                  <a:srgbClr val="142B3B"/>
                </a:solidFill>
                <a:latin typeface="Yu Gothic"/>
                <a:ea typeface="Yu Gothic"/>
                <a:cs typeface="Yu Gothic"/>
              </a:defRPr>
            </a:lvl7pPr>
            <a:lvl8pPr algn="l">
              <a:defRPr sz="1875" b="1">
                <a:solidFill>
                  <a:srgbClr val="142B3B"/>
                </a:solidFill>
                <a:latin typeface="Yu Gothic"/>
                <a:ea typeface="Yu Gothic"/>
                <a:cs typeface="Yu Gothic"/>
              </a:defRPr>
            </a:lvl8pPr>
            <a:lvl9pPr algn="l">
              <a:defRPr sz="1875" b="1">
                <a:solidFill>
                  <a:srgbClr val="142B3B"/>
                </a:solidFill>
                <a:latin typeface="Yu Gothic"/>
                <a:ea typeface="Yu Gothic"/>
                <a:cs typeface="Yu Gothic"/>
              </a:defRPr>
            </a:lvl9pPr>
          </a:lstStyle>
          <a:p xmlns:a="http://schemas.openxmlformats.org/drawingml/2006/main">
            <a:pPr algn="l">
              <a:defRPr sz="1875" b="1">
                <a:solidFill>
                  <a:srgbClr val="142B3B"/>
                </a:solidFill>
                <a:latin typeface="Yu Gothic"/>
                <a:ea typeface="Yu Gothic"/>
                <a:cs typeface="Yu Gothic"/>
              </a:defRPr>
            </a:pPr>
            <a:r>
              <a:rPr sz="1875" b="1">
                <a:solidFill>
                  <a:srgbClr val="142B3B"/>
                </a:solidFill>
                <a:latin typeface="Yu Gothic"/>
                <a:ea typeface="Yu Gothic"/>
                <a:cs typeface="Yu Gothic"/>
              </a:rPr>
              <a:t>1% → 50%</a:t>
            </a:r>
          </a:p>
        </p:txBody>
      </p:sp>
      <p:sp>
        <p:nvSpPr>
          <p:cNvPr id="8" name="">
            <a:extLst xmlns:a="http://schemas.openxmlformats.org/drawingml/2006/main">
              <a:ext uri="{FF2B5EF4-FFF2-40B4-BE49-F238E27FC236}">
                <a16:creationId xmlns:a16="http://schemas.microsoft.com/office/drawing/2014/main" id="{E1D5A18D-9C53-45EC-B797-274E2A2D0AB0}"/>
              </a:ext>
            </a:extLst>
          </p:cNvPr>
          <p:cNvSpPr>
            <a:spLocks xmlns:a="http://schemas.openxmlformats.org/drawingml/2006/main" noGrp="1"/>
          </p:cNvSpPr>
          <p:nvPr/>
        </p:nvSpPr>
        <p:spPr>
          <a:xfrm xmlns:a="http://schemas.openxmlformats.org/drawingml/2006/main">
            <a:off x="723900" y="291465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D66B57"/>
                </a:solidFill>
                <a:latin typeface="Yu Gothic"/>
                <a:ea typeface="Yu Gothic"/>
                <a:cs typeface="Yu Gothic"/>
              </a:defRPr>
            </a:defPPr>
            <a:lvl1pPr algn="l">
              <a:defRPr sz="3150" b="1">
                <a:solidFill>
                  <a:srgbClr val="D66B57"/>
                </a:solidFill>
                <a:latin typeface="Yu Gothic"/>
                <a:ea typeface="Yu Gothic"/>
                <a:cs typeface="Yu Gothic"/>
              </a:defRPr>
            </a:lvl1pPr>
            <a:lvl2pPr algn="l">
              <a:defRPr sz="3150" b="1">
                <a:solidFill>
                  <a:srgbClr val="D66B57"/>
                </a:solidFill>
                <a:latin typeface="Yu Gothic"/>
                <a:ea typeface="Yu Gothic"/>
                <a:cs typeface="Yu Gothic"/>
              </a:defRPr>
            </a:lvl2pPr>
            <a:lvl3pPr algn="l">
              <a:defRPr sz="3150" b="1">
                <a:solidFill>
                  <a:srgbClr val="D66B57"/>
                </a:solidFill>
                <a:latin typeface="Yu Gothic"/>
                <a:ea typeface="Yu Gothic"/>
                <a:cs typeface="Yu Gothic"/>
              </a:defRPr>
            </a:lvl3pPr>
            <a:lvl4pPr algn="l">
              <a:defRPr sz="3150" b="1">
                <a:solidFill>
                  <a:srgbClr val="D66B57"/>
                </a:solidFill>
                <a:latin typeface="Yu Gothic"/>
                <a:ea typeface="Yu Gothic"/>
                <a:cs typeface="Yu Gothic"/>
              </a:defRPr>
            </a:lvl4pPr>
            <a:lvl5pPr algn="l">
              <a:defRPr sz="3150" b="1">
                <a:solidFill>
                  <a:srgbClr val="D66B57"/>
                </a:solidFill>
                <a:latin typeface="Yu Gothic"/>
                <a:ea typeface="Yu Gothic"/>
                <a:cs typeface="Yu Gothic"/>
              </a:defRPr>
            </a:lvl5pPr>
            <a:lvl6pPr algn="l">
              <a:defRPr sz="3150" b="1">
                <a:solidFill>
                  <a:srgbClr val="D66B57"/>
                </a:solidFill>
                <a:latin typeface="Yu Gothic"/>
                <a:ea typeface="Yu Gothic"/>
                <a:cs typeface="Yu Gothic"/>
              </a:defRPr>
            </a:lvl6pPr>
            <a:lvl7pPr algn="l">
              <a:defRPr sz="3150" b="1">
                <a:solidFill>
                  <a:srgbClr val="D66B57"/>
                </a:solidFill>
                <a:latin typeface="Yu Gothic"/>
                <a:ea typeface="Yu Gothic"/>
                <a:cs typeface="Yu Gothic"/>
              </a:defRPr>
            </a:lvl7pPr>
            <a:lvl8pPr algn="l">
              <a:defRPr sz="3150" b="1">
                <a:solidFill>
                  <a:srgbClr val="D66B57"/>
                </a:solidFill>
                <a:latin typeface="Yu Gothic"/>
                <a:ea typeface="Yu Gothic"/>
                <a:cs typeface="Yu Gothic"/>
              </a:defRPr>
            </a:lvl8pPr>
            <a:lvl9pPr algn="l">
              <a:defRPr sz="3150" b="1">
                <a:solidFill>
                  <a:srgbClr val="D66B57"/>
                </a:solidFill>
                <a:latin typeface="Yu Gothic"/>
                <a:ea typeface="Yu Gothic"/>
                <a:cs typeface="Yu Gothic"/>
              </a:defRPr>
            </a:lvl9pPr>
          </a:lstStyle>
          <a:p xmlns:a="http://schemas.openxmlformats.org/drawingml/2006/main">
            <a:pPr algn="l">
              <a:defRPr sz="3150" b="1">
                <a:solidFill>
                  <a:srgbClr val="D66B57"/>
                </a:solidFill>
                <a:latin typeface="Yu Gothic"/>
                <a:ea typeface="Yu Gothic"/>
                <a:cs typeface="Yu Gothic"/>
              </a:defRPr>
            </a:pPr>
            <a:r>
              <a:rPr sz="3150" b="1">
                <a:solidFill>
                  <a:srgbClr val="D66B57"/>
                </a:solidFill>
                <a:latin typeface="Yu Gothic"/>
                <a:ea typeface="Yu Gothic"/>
                <a:cs typeface="Yu Gothic"/>
              </a:rPr>
              <a:t>+0.638</a:t>
            </a:r>
          </a:p>
        </p:txBody>
      </p:sp>
      <p:sp>
        <p:nvSpPr>
          <p:cNvPr id="9" name="">
            <a:extLst xmlns:a="http://schemas.openxmlformats.org/drawingml/2006/main">
              <a:ext uri="{FF2B5EF4-FFF2-40B4-BE49-F238E27FC236}">
                <a16:creationId xmlns:a16="http://schemas.microsoft.com/office/drawing/2014/main" id="{9D557D2B-0DDE-4F17-9371-8571CAFEE220}"/>
              </a:ext>
            </a:extLst>
          </p:cNvPr>
          <p:cNvSpPr>
            <a:spLocks xmlns:a="http://schemas.openxmlformats.org/drawingml/2006/main" noGrp="1"/>
          </p:cNvSpPr>
          <p:nvPr/>
        </p:nvSpPr>
        <p:spPr>
          <a:xfrm xmlns:a="http://schemas.openxmlformats.org/drawingml/2006/main">
            <a:off x="723900" y="3429000"/>
            <a:ext cx="3238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163A50"/>
                </a:solidFill>
                <a:latin typeface="Yu Gothic"/>
                <a:ea typeface="Yu Gothic"/>
                <a:cs typeface="Yu Gothic"/>
              </a:defRPr>
            </a:defPPr>
            <a:lvl1pPr algn="l">
              <a:defRPr sz="1350" b="1">
                <a:solidFill>
                  <a:srgbClr val="163A50"/>
                </a:solidFill>
                <a:latin typeface="Yu Gothic"/>
                <a:ea typeface="Yu Gothic"/>
                <a:cs typeface="Yu Gothic"/>
              </a:defRPr>
            </a:lvl1pPr>
            <a:lvl2pPr algn="l">
              <a:defRPr sz="1350" b="1">
                <a:solidFill>
                  <a:srgbClr val="163A50"/>
                </a:solidFill>
                <a:latin typeface="Yu Gothic"/>
                <a:ea typeface="Yu Gothic"/>
                <a:cs typeface="Yu Gothic"/>
              </a:defRPr>
            </a:lvl2pPr>
            <a:lvl3pPr algn="l">
              <a:defRPr sz="1350" b="1">
                <a:solidFill>
                  <a:srgbClr val="163A50"/>
                </a:solidFill>
                <a:latin typeface="Yu Gothic"/>
                <a:ea typeface="Yu Gothic"/>
                <a:cs typeface="Yu Gothic"/>
              </a:defRPr>
            </a:lvl3pPr>
            <a:lvl4pPr algn="l">
              <a:defRPr sz="1350" b="1">
                <a:solidFill>
                  <a:srgbClr val="163A50"/>
                </a:solidFill>
                <a:latin typeface="Yu Gothic"/>
                <a:ea typeface="Yu Gothic"/>
                <a:cs typeface="Yu Gothic"/>
              </a:defRPr>
            </a:lvl4pPr>
            <a:lvl5pPr algn="l">
              <a:defRPr sz="1350" b="1">
                <a:solidFill>
                  <a:srgbClr val="163A50"/>
                </a:solidFill>
                <a:latin typeface="Yu Gothic"/>
                <a:ea typeface="Yu Gothic"/>
                <a:cs typeface="Yu Gothic"/>
              </a:defRPr>
            </a:lvl5pPr>
            <a:lvl6pPr algn="l">
              <a:defRPr sz="1350" b="1">
                <a:solidFill>
                  <a:srgbClr val="163A50"/>
                </a:solidFill>
                <a:latin typeface="Yu Gothic"/>
                <a:ea typeface="Yu Gothic"/>
                <a:cs typeface="Yu Gothic"/>
              </a:defRPr>
            </a:lvl6pPr>
            <a:lvl7pPr algn="l">
              <a:defRPr sz="1350" b="1">
                <a:solidFill>
                  <a:srgbClr val="163A50"/>
                </a:solidFill>
                <a:latin typeface="Yu Gothic"/>
                <a:ea typeface="Yu Gothic"/>
                <a:cs typeface="Yu Gothic"/>
              </a:defRPr>
            </a:lvl7pPr>
            <a:lvl8pPr algn="l">
              <a:defRPr sz="1350" b="1">
                <a:solidFill>
                  <a:srgbClr val="163A50"/>
                </a:solidFill>
                <a:latin typeface="Yu Gothic"/>
                <a:ea typeface="Yu Gothic"/>
                <a:cs typeface="Yu Gothic"/>
              </a:defRPr>
            </a:lvl8pPr>
            <a:lvl9pPr algn="l">
              <a:defRPr sz="1350" b="1">
                <a:solidFill>
                  <a:srgbClr val="163A50"/>
                </a:solidFill>
                <a:latin typeface="Yu Gothic"/>
                <a:ea typeface="Yu Gothic"/>
                <a:cs typeface="Yu Gothic"/>
              </a:defRPr>
            </a:lvl9pPr>
          </a:lstStyle>
          <a:p xmlns:a="http://schemas.openxmlformats.org/drawingml/2006/main">
            <a:pPr algn="l">
              <a:defRPr sz="1350" b="1">
                <a:solidFill>
                  <a:srgbClr val="163A50"/>
                </a:solidFill>
                <a:latin typeface="Yu Gothic"/>
                <a:ea typeface="Yu Gothic"/>
                <a:cs typeface="Yu Gothic"/>
              </a:defRPr>
            </a:pPr>
            <a:r>
              <a:rPr sz="1350" b="1">
                <a:solidFill>
                  <a:srgbClr val="163A50"/>
                </a:solidFill>
                <a:latin typeface="Yu Gothic"/>
                <a:ea typeface="Yu Gothic"/>
                <a:cs typeface="Yu Gothic"/>
              </a:rPr>
              <a:t>ロジスティック回帰</a:t>
            </a:r>
          </a:p>
        </p:txBody>
      </p:sp>
      <p:sp>
        <p:nvSpPr>
          <p:cNvPr id="10" name="">
            <a:extLst xmlns:a="http://schemas.openxmlformats.org/drawingml/2006/main">
              <a:ext uri="{FF2B5EF4-FFF2-40B4-BE49-F238E27FC236}">
                <a16:creationId xmlns:a16="http://schemas.microsoft.com/office/drawing/2014/main" id="{FF1C1830-A15E-41CD-BDAC-C4ED1293F158}"/>
              </a:ext>
            </a:extLst>
          </p:cNvPr>
          <p:cNvSpPr>
            <a:spLocks xmlns:a="http://schemas.openxmlformats.org/drawingml/2006/main" noGrp="1"/>
          </p:cNvSpPr>
          <p:nvPr/>
        </p:nvSpPr>
        <p:spPr>
          <a:xfrm xmlns:a="http://schemas.openxmlformats.org/drawingml/2006/main">
            <a:off x="723900" y="384810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147D78"/>
                </a:solidFill>
                <a:latin typeface="Yu Gothic"/>
                <a:ea typeface="Yu Gothic"/>
                <a:cs typeface="Yu Gothic"/>
              </a:defRPr>
            </a:defPPr>
            <a:lvl1pPr algn="l">
              <a:defRPr sz="3150" b="1">
                <a:solidFill>
                  <a:srgbClr val="147D78"/>
                </a:solidFill>
                <a:latin typeface="Yu Gothic"/>
                <a:ea typeface="Yu Gothic"/>
                <a:cs typeface="Yu Gothic"/>
              </a:defRPr>
            </a:lvl1pPr>
            <a:lvl2pPr algn="l">
              <a:defRPr sz="3150" b="1">
                <a:solidFill>
                  <a:srgbClr val="147D78"/>
                </a:solidFill>
                <a:latin typeface="Yu Gothic"/>
                <a:ea typeface="Yu Gothic"/>
                <a:cs typeface="Yu Gothic"/>
              </a:defRPr>
            </a:lvl2pPr>
            <a:lvl3pPr algn="l">
              <a:defRPr sz="3150" b="1">
                <a:solidFill>
                  <a:srgbClr val="147D78"/>
                </a:solidFill>
                <a:latin typeface="Yu Gothic"/>
                <a:ea typeface="Yu Gothic"/>
                <a:cs typeface="Yu Gothic"/>
              </a:defRPr>
            </a:lvl3pPr>
            <a:lvl4pPr algn="l">
              <a:defRPr sz="3150" b="1">
                <a:solidFill>
                  <a:srgbClr val="147D78"/>
                </a:solidFill>
                <a:latin typeface="Yu Gothic"/>
                <a:ea typeface="Yu Gothic"/>
                <a:cs typeface="Yu Gothic"/>
              </a:defRPr>
            </a:lvl4pPr>
            <a:lvl5pPr algn="l">
              <a:defRPr sz="3150" b="1">
                <a:solidFill>
                  <a:srgbClr val="147D78"/>
                </a:solidFill>
                <a:latin typeface="Yu Gothic"/>
                <a:ea typeface="Yu Gothic"/>
                <a:cs typeface="Yu Gothic"/>
              </a:defRPr>
            </a:lvl5pPr>
            <a:lvl6pPr algn="l">
              <a:defRPr sz="3150" b="1">
                <a:solidFill>
                  <a:srgbClr val="147D78"/>
                </a:solidFill>
                <a:latin typeface="Yu Gothic"/>
                <a:ea typeface="Yu Gothic"/>
                <a:cs typeface="Yu Gothic"/>
              </a:defRPr>
            </a:lvl6pPr>
            <a:lvl7pPr algn="l">
              <a:defRPr sz="3150" b="1">
                <a:solidFill>
                  <a:srgbClr val="147D78"/>
                </a:solidFill>
                <a:latin typeface="Yu Gothic"/>
                <a:ea typeface="Yu Gothic"/>
                <a:cs typeface="Yu Gothic"/>
              </a:defRPr>
            </a:lvl7pPr>
            <a:lvl8pPr algn="l">
              <a:defRPr sz="3150" b="1">
                <a:solidFill>
                  <a:srgbClr val="147D78"/>
                </a:solidFill>
                <a:latin typeface="Yu Gothic"/>
                <a:ea typeface="Yu Gothic"/>
                <a:cs typeface="Yu Gothic"/>
              </a:defRPr>
            </a:lvl8pPr>
            <a:lvl9pPr algn="l">
              <a:defRPr sz="3150" b="1">
                <a:solidFill>
                  <a:srgbClr val="147D78"/>
                </a:solidFill>
                <a:latin typeface="Yu Gothic"/>
                <a:ea typeface="Yu Gothic"/>
                <a:cs typeface="Yu Gothic"/>
              </a:defRPr>
            </a:lvl9pPr>
          </a:lstStyle>
          <a:p xmlns:a="http://schemas.openxmlformats.org/drawingml/2006/main">
            <a:pPr algn="l">
              <a:defRPr sz="3150" b="1">
                <a:solidFill>
                  <a:srgbClr val="147D78"/>
                </a:solidFill>
                <a:latin typeface="Yu Gothic"/>
                <a:ea typeface="Yu Gothic"/>
                <a:cs typeface="Yu Gothic"/>
              </a:defRPr>
            </a:pPr>
            <a:r>
              <a:rPr sz="3150" b="1">
                <a:solidFill>
                  <a:srgbClr val="147D78"/>
                </a:solidFill>
                <a:latin typeface="Yu Gothic"/>
                <a:ea typeface="Yu Gothic"/>
                <a:cs typeface="Yu Gothic"/>
              </a:rPr>
              <a:t>+0.669</a:t>
            </a:r>
          </a:p>
        </p:txBody>
      </p:sp>
      <p:sp>
        <p:nvSpPr>
          <p:cNvPr id="11" name="">
            <a:extLst xmlns:a="http://schemas.openxmlformats.org/drawingml/2006/main">
              <a:ext uri="{FF2B5EF4-FFF2-40B4-BE49-F238E27FC236}">
                <a16:creationId xmlns:a16="http://schemas.microsoft.com/office/drawing/2014/main" id="{24BD346B-2680-4210-8FD3-DD658C1D0EFF}"/>
              </a:ext>
            </a:extLst>
          </p:cNvPr>
          <p:cNvSpPr>
            <a:spLocks xmlns:a="http://schemas.openxmlformats.org/drawingml/2006/main" noGrp="1"/>
          </p:cNvSpPr>
          <p:nvPr/>
        </p:nvSpPr>
        <p:spPr>
          <a:xfrm xmlns:a="http://schemas.openxmlformats.org/drawingml/2006/main">
            <a:off x="723900" y="4362450"/>
            <a:ext cx="3238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147D78"/>
                </a:solidFill>
                <a:latin typeface="Yu Gothic"/>
                <a:ea typeface="Yu Gothic"/>
                <a:cs typeface="Yu Gothic"/>
              </a:defRPr>
            </a:defPPr>
            <a:lvl1pPr algn="l">
              <a:defRPr sz="1350" b="1">
                <a:solidFill>
                  <a:srgbClr val="147D78"/>
                </a:solidFill>
                <a:latin typeface="Yu Gothic"/>
                <a:ea typeface="Yu Gothic"/>
                <a:cs typeface="Yu Gothic"/>
              </a:defRPr>
            </a:lvl1pPr>
            <a:lvl2pPr algn="l">
              <a:defRPr sz="1350" b="1">
                <a:solidFill>
                  <a:srgbClr val="147D78"/>
                </a:solidFill>
                <a:latin typeface="Yu Gothic"/>
                <a:ea typeface="Yu Gothic"/>
                <a:cs typeface="Yu Gothic"/>
              </a:defRPr>
            </a:lvl2pPr>
            <a:lvl3pPr algn="l">
              <a:defRPr sz="1350" b="1">
                <a:solidFill>
                  <a:srgbClr val="147D78"/>
                </a:solidFill>
                <a:latin typeface="Yu Gothic"/>
                <a:ea typeface="Yu Gothic"/>
                <a:cs typeface="Yu Gothic"/>
              </a:defRPr>
            </a:lvl3pPr>
            <a:lvl4pPr algn="l">
              <a:defRPr sz="1350" b="1">
                <a:solidFill>
                  <a:srgbClr val="147D78"/>
                </a:solidFill>
                <a:latin typeface="Yu Gothic"/>
                <a:ea typeface="Yu Gothic"/>
                <a:cs typeface="Yu Gothic"/>
              </a:defRPr>
            </a:lvl4pPr>
            <a:lvl5pPr algn="l">
              <a:defRPr sz="1350" b="1">
                <a:solidFill>
                  <a:srgbClr val="147D78"/>
                </a:solidFill>
                <a:latin typeface="Yu Gothic"/>
                <a:ea typeface="Yu Gothic"/>
                <a:cs typeface="Yu Gothic"/>
              </a:defRPr>
            </a:lvl5pPr>
            <a:lvl6pPr algn="l">
              <a:defRPr sz="1350" b="1">
                <a:solidFill>
                  <a:srgbClr val="147D78"/>
                </a:solidFill>
                <a:latin typeface="Yu Gothic"/>
                <a:ea typeface="Yu Gothic"/>
                <a:cs typeface="Yu Gothic"/>
              </a:defRPr>
            </a:lvl6pPr>
            <a:lvl7pPr algn="l">
              <a:defRPr sz="1350" b="1">
                <a:solidFill>
                  <a:srgbClr val="147D78"/>
                </a:solidFill>
                <a:latin typeface="Yu Gothic"/>
                <a:ea typeface="Yu Gothic"/>
                <a:cs typeface="Yu Gothic"/>
              </a:defRPr>
            </a:lvl7pPr>
            <a:lvl8pPr algn="l">
              <a:defRPr sz="1350" b="1">
                <a:solidFill>
                  <a:srgbClr val="147D78"/>
                </a:solidFill>
                <a:latin typeface="Yu Gothic"/>
                <a:ea typeface="Yu Gothic"/>
                <a:cs typeface="Yu Gothic"/>
              </a:defRPr>
            </a:lvl8pPr>
            <a:lvl9pPr algn="l">
              <a:defRPr sz="1350" b="1">
                <a:solidFill>
                  <a:srgbClr val="147D78"/>
                </a:solidFill>
                <a:latin typeface="Yu Gothic"/>
                <a:ea typeface="Yu Gothic"/>
                <a:cs typeface="Yu Gothic"/>
              </a:defRPr>
            </a:lvl9pPr>
          </a:lstStyle>
          <a:p xmlns:a="http://schemas.openxmlformats.org/drawingml/2006/main">
            <a:pPr algn="l">
              <a:defRPr sz="1350" b="1">
                <a:solidFill>
                  <a:srgbClr val="147D78"/>
                </a:solidFill>
                <a:latin typeface="Yu Gothic"/>
                <a:ea typeface="Yu Gothic"/>
                <a:cs typeface="Yu Gothic"/>
              </a:defRPr>
            </a:pPr>
            <a:r>
              <a:rPr sz="1350" b="1">
                <a:solidFill>
                  <a:srgbClr val="147D78"/>
                </a:solidFill>
                <a:latin typeface="Yu Gothic"/>
                <a:ea typeface="Yu Gothic"/>
                <a:cs typeface="Yu Gothic"/>
              </a:rPr>
              <a:t>ランダムフォレスト</a:t>
            </a:r>
          </a:p>
        </p:txBody>
      </p:sp>
      <p:sp>
        <p:nvSpPr>
          <p:cNvPr id="12" name="">
            <a:extLst xmlns:a="http://schemas.openxmlformats.org/drawingml/2006/main">
              <a:ext uri="{FF2B5EF4-FFF2-40B4-BE49-F238E27FC236}">
                <a16:creationId xmlns:a16="http://schemas.microsoft.com/office/drawing/2014/main" id="{5C00EB7B-1CCE-4E58-8223-45819232E356}"/>
              </a:ext>
            </a:extLst>
          </p:cNvPr>
          <p:cNvSpPr>
            <a:spLocks xmlns:a="http://schemas.openxmlformats.org/drawingml/2006/main" noGrp="1"/>
          </p:cNvSpPr>
          <p:nvPr/>
        </p:nvSpPr>
        <p:spPr>
          <a:xfrm xmlns:a="http://schemas.openxmlformats.org/drawingml/2006/main">
            <a:off x="4610100" y="1657350"/>
            <a:ext cx="0" cy="323850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13" name="">
            <a:extLst xmlns:a="http://schemas.openxmlformats.org/drawingml/2006/main">
              <a:ext uri="{FF2B5EF4-FFF2-40B4-BE49-F238E27FC236}">
                <a16:creationId xmlns:a16="http://schemas.microsoft.com/office/drawing/2014/main" id="{A4EC5D08-598E-4881-80E6-1CC9664144A3}"/>
              </a:ext>
            </a:extLst>
          </p:cNvPr>
          <p:cNvSpPr>
            <a:spLocks xmlns:a="http://schemas.openxmlformats.org/drawingml/2006/main" noGrp="1"/>
          </p:cNvSpPr>
          <p:nvPr/>
        </p:nvSpPr>
        <p:spPr>
          <a:xfrm xmlns:a="http://schemas.openxmlformats.org/drawingml/2006/main">
            <a:off x="5162550" y="20574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142B3B"/>
                </a:solidFill>
                <a:latin typeface="Yu Gothic"/>
                <a:ea typeface="Yu Gothic"/>
                <a:cs typeface="Yu Gothic"/>
              </a:defRPr>
            </a:defPPr>
            <a:lvl1pPr algn="l">
              <a:defRPr sz="1350" b="1">
                <a:solidFill>
                  <a:srgbClr val="142B3B"/>
                </a:solidFill>
                <a:latin typeface="Yu Gothic"/>
                <a:ea typeface="Yu Gothic"/>
                <a:cs typeface="Yu Gothic"/>
              </a:defRPr>
            </a:lvl1pPr>
            <a:lvl2pPr algn="l">
              <a:defRPr sz="1350" b="1">
                <a:solidFill>
                  <a:srgbClr val="142B3B"/>
                </a:solidFill>
                <a:latin typeface="Yu Gothic"/>
                <a:ea typeface="Yu Gothic"/>
                <a:cs typeface="Yu Gothic"/>
              </a:defRPr>
            </a:lvl2pPr>
            <a:lvl3pPr algn="l">
              <a:defRPr sz="1350" b="1">
                <a:solidFill>
                  <a:srgbClr val="142B3B"/>
                </a:solidFill>
                <a:latin typeface="Yu Gothic"/>
                <a:ea typeface="Yu Gothic"/>
                <a:cs typeface="Yu Gothic"/>
              </a:defRPr>
            </a:lvl3pPr>
            <a:lvl4pPr algn="l">
              <a:defRPr sz="1350" b="1">
                <a:solidFill>
                  <a:srgbClr val="142B3B"/>
                </a:solidFill>
                <a:latin typeface="Yu Gothic"/>
                <a:ea typeface="Yu Gothic"/>
                <a:cs typeface="Yu Gothic"/>
              </a:defRPr>
            </a:lvl4pPr>
            <a:lvl5pPr algn="l">
              <a:defRPr sz="1350" b="1">
                <a:solidFill>
                  <a:srgbClr val="142B3B"/>
                </a:solidFill>
                <a:latin typeface="Yu Gothic"/>
                <a:ea typeface="Yu Gothic"/>
                <a:cs typeface="Yu Gothic"/>
              </a:defRPr>
            </a:lvl5pPr>
            <a:lvl6pPr algn="l">
              <a:defRPr sz="1350" b="1">
                <a:solidFill>
                  <a:srgbClr val="142B3B"/>
                </a:solidFill>
                <a:latin typeface="Yu Gothic"/>
                <a:ea typeface="Yu Gothic"/>
                <a:cs typeface="Yu Gothic"/>
              </a:defRPr>
            </a:lvl6pPr>
            <a:lvl7pPr algn="l">
              <a:defRPr sz="1350" b="1">
                <a:solidFill>
                  <a:srgbClr val="142B3B"/>
                </a:solidFill>
                <a:latin typeface="Yu Gothic"/>
                <a:ea typeface="Yu Gothic"/>
                <a:cs typeface="Yu Gothic"/>
              </a:defRPr>
            </a:lvl7pPr>
            <a:lvl8pPr algn="l">
              <a:defRPr sz="1350" b="1">
                <a:solidFill>
                  <a:srgbClr val="142B3B"/>
                </a:solidFill>
                <a:latin typeface="Yu Gothic"/>
                <a:ea typeface="Yu Gothic"/>
                <a:cs typeface="Yu Gothic"/>
              </a:defRPr>
            </a:lvl8pPr>
            <a:lvl9pPr algn="l">
              <a:defRPr sz="1350" b="1">
                <a:solidFill>
                  <a:srgbClr val="142B3B"/>
                </a:solidFill>
                <a:latin typeface="Yu Gothic"/>
                <a:ea typeface="Yu Gothic"/>
                <a:cs typeface="Yu Gothic"/>
              </a:defRPr>
            </a:lvl9pPr>
          </a:lstStyle>
          <a:p xmlns:a="http://schemas.openxmlformats.org/drawingml/2006/main">
            <a:pPr algn="l">
              <a:defRPr sz="1350" b="1">
                <a:solidFill>
                  <a:srgbClr val="142B3B"/>
                </a:solidFill>
                <a:latin typeface="Yu Gothic"/>
                <a:ea typeface="Yu Gothic"/>
                <a:cs typeface="Yu Gothic"/>
              </a:defRPr>
            </a:pPr>
            <a:r>
              <a:rPr sz="1350" b="1">
                <a:solidFill>
                  <a:srgbClr val="142B3B"/>
                </a:solidFill>
                <a:latin typeface="Yu Gothic"/>
                <a:ea typeface="Yu Gothic"/>
                <a:cs typeface="Yu Gothic"/>
              </a:rPr>
              <a:t>学習データの量</a:t>
            </a:r>
          </a:p>
        </p:txBody>
      </p:sp>
      <p:sp>
        <p:nvSpPr>
          <p:cNvPr id="14" name="">
            <a:extLst xmlns:a="http://schemas.openxmlformats.org/drawingml/2006/main">
              <a:ext uri="{FF2B5EF4-FFF2-40B4-BE49-F238E27FC236}">
                <a16:creationId xmlns:a16="http://schemas.microsoft.com/office/drawing/2014/main" id="{03AF17E9-D9A2-4B36-96D4-76F9D3B89204}"/>
              </a:ext>
            </a:extLst>
          </p:cNvPr>
          <p:cNvSpPr>
            <a:spLocks xmlns:a="http://schemas.openxmlformats.org/drawingml/2006/main" noGrp="1"/>
          </p:cNvSpPr>
          <p:nvPr/>
        </p:nvSpPr>
        <p:spPr>
          <a:xfrm xmlns:a="http://schemas.openxmlformats.org/drawingml/2006/main">
            <a:off x="5162550" y="2428875"/>
            <a:ext cx="4000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75" b="1">
                <a:solidFill>
                  <a:srgbClr val="142B3B"/>
                </a:solidFill>
                <a:latin typeface="Yu Gothic"/>
                <a:ea typeface="Yu Gothic"/>
                <a:cs typeface="Yu Gothic"/>
              </a:defRPr>
            </a:defPPr>
            <a:lvl1pPr algn="l">
              <a:defRPr sz="1875" b="1">
                <a:solidFill>
                  <a:srgbClr val="142B3B"/>
                </a:solidFill>
                <a:latin typeface="Yu Gothic"/>
                <a:ea typeface="Yu Gothic"/>
                <a:cs typeface="Yu Gothic"/>
              </a:defRPr>
            </a:lvl1pPr>
            <a:lvl2pPr algn="l">
              <a:defRPr sz="1875" b="1">
                <a:solidFill>
                  <a:srgbClr val="142B3B"/>
                </a:solidFill>
                <a:latin typeface="Yu Gothic"/>
                <a:ea typeface="Yu Gothic"/>
                <a:cs typeface="Yu Gothic"/>
              </a:defRPr>
            </a:lvl2pPr>
            <a:lvl3pPr algn="l">
              <a:defRPr sz="1875" b="1">
                <a:solidFill>
                  <a:srgbClr val="142B3B"/>
                </a:solidFill>
                <a:latin typeface="Yu Gothic"/>
                <a:ea typeface="Yu Gothic"/>
                <a:cs typeface="Yu Gothic"/>
              </a:defRPr>
            </a:lvl3pPr>
            <a:lvl4pPr algn="l">
              <a:defRPr sz="1875" b="1">
                <a:solidFill>
                  <a:srgbClr val="142B3B"/>
                </a:solidFill>
                <a:latin typeface="Yu Gothic"/>
                <a:ea typeface="Yu Gothic"/>
                <a:cs typeface="Yu Gothic"/>
              </a:defRPr>
            </a:lvl4pPr>
            <a:lvl5pPr algn="l">
              <a:defRPr sz="1875" b="1">
                <a:solidFill>
                  <a:srgbClr val="142B3B"/>
                </a:solidFill>
                <a:latin typeface="Yu Gothic"/>
                <a:ea typeface="Yu Gothic"/>
                <a:cs typeface="Yu Gothic"/>
              </a:defRPr>
            </a:lvl5pPr>
            <a:lvl6pPr algn="l">
              <a:defRPr sz="1875" b="1">
                <a:solidFill>
                  <a:srgbClr val="142B3B"/>
                </a:solidFill>
                <a:latin typeface="Yu Gothic"/>
                <a:ea typeface="Yu Gothic"/>
                <a:cs typeface="Yu Gothic"/>
              </a:defRPr>
            </a:lvl6pPr>
            <a:lvl7pPr algn="l">
              <a:defRPr sz="1875" b="1">
                <a:solidFill>
                  <a:srgbClr val="142B3B"/>
                </a:solidFill>
                <a:latin typeface="Yu Gothic"/>
                <a:ea typeface="Yu Gothic"/>
                <a:cs typeface="Yu Gothic"/>
              </a:defRPr>
            </a:lvl7pPr>
            <a:lvl8pPr algn="l">
              <a:defRPr sz="1875" b="1">
                <a:solidFill>
                  <a:srgbClr val="142B3B"/>
                </a:solidFill>
                <a:latin typeface="Yu Gothic"/>
                <a:ea typeface="Yu Gothic"/>
                <a:cs typeface="Yu Gothic"/>
              </a:defRPr>
            </a:lvl8pPr>
            <a:lvl9pPr algn="l">
              <a:defRPr sz="1875" b="1">
                <a:solidFill>
                  <a:srgbClr val="142B3B"/>
                </a:solidFill>
                <a:latin typeface="Yu Gothic"/>
                <a:ea typeface="Yu Gothic"/>
                <a:cs typeface="Yu Gothic"/>
              </a:defRPr>
            </a:lvl9pPr>
          </a:lstStyle>
          <a:p xmlns:a="http://schemas.openxmlformats.org/drawingml/2006/main">
            <a:pPr algn="l">
              <a:defRPr sz="1875" b="1">
                <a:solidFill>
                  <a:srgbClr val="142B3B"/>
                </a:solidFill>
                <a:latin typeface="Yu Gothic"/>
                <a:ea typeface="Yu Gothic"/>
                <a:cs typeface="Yu Gothic"/>
              </a:defRPr>
            </a:pPr>
            <a:r>
              <a:rPr sz="1875" b="1">
                <a:solidFill>
                  <a:srgbClr val="142B3B"/>
                </a:solidFill>
                <a:latin typeface="Yu Gothic"/>
                <a:ea typeface="Yu Gothic"/>
                <a:cs typeface="Yu Gothic"/>
              </a:rPr>
              <a:t>500 → 5,000件</a:t>
            </a:r>
          </a:p>
        </p:txBody>
      </p:sp>
      <p:sp>
        <p:nvSpPr>
          <p:cNvPr id="15" name="">
            <a:extLst xmlns:a="http://schemas.openxmlformats.org/drawingml/2006/main">
              <a:ext uri="{FF2B5EF4-FFF2-40B4-BE49-F238E27FC236}">
                <a16:creationId xmlns:a16="http://schemas.microsoft.com/office/drawing/2014/main" id="{A63439C8-6878-4AAA-B62F-1211BFF87E05}"/>
              </a:ext>
            </a:extLst>
          </p:cNvPr>
          <p:cNvSpPr>
            <a:spLocks xmlns:a="http://schemas.openxmlformats.org/drawingml/2006/main" noGrp="1"/>
          </p:cNvSpPr>
          <p:nvPr/>
        </p:nvSpPr>
        <p:spPr>
          <a:xfrm xmlns:a="http://schemas.openxmlformats.org/drawingml/2006/main">
            <a:off x="5162550" y="291465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163A50"/>
                </a:solidFill>
                <a:latin typeface="Yu Gothic"/>
                <a:ea typeface="Yu Gothic"/>
                <a:cs typeface="Yu Gothic"/>
              </a:defRPr>
            </a:defPPr>
            <a:lvl1pPr algn="l">
              <a:defRPr sz="3150" b="1">
                <a:solidFill>
                  <a:srgbClr val="163A50"/>
                </a:solidFill>
                <a:latin typeface="Yu Gothic"/>
                <a:ea typeface="Yu Gothic"/>
                <a:cs typeface="Yu Gothic"/>
              </a:defRPr>
            </a:lvl1pPr>
            <a:lvl2pPr algn="l">
              <a:defRPr sz="3150" b="1">
                <a:solidFill>
                  <a:srgbClr val="163A50"/>
                </a:solidFill>
                <a:latin typeface="Yu Gothic"/>
                <a:ea typeface="Yu Gothic"/>
                <a:cs typeface="Yu Gothic"/>
              </a:defRPr>
            </a:lvl2pPr>
            <a:lvl3pPr algn="l">
              <a:defRPr sz="3150" b="1">
                <a:solidFill>
                  <a:srgbClr val="163A50"/>
                </a:solidFill>
                <a:latin typeface="Yu Gothic"/>
                <a:ea typeface="Yu Gothic"/>
                <a:cs typeface="Yu Gothic"/>
              </a:defRPr>
            </a:lvl3pPr>
            <a:lvl4pPr algn="l">
              <a:defRPr sz="3150" b="1">
                <a:solidFill>
                  <a:srgbClr val="163A50"/>
                </a:solidFill>
                <a:latin typeface="Yu Gothic"/>
                <a:ea typeface="Yu Gothic"/>
                <a:cs typeface="Yu Gothic"/>
              </a:defRPr>
            </a:lvl4pPr>
            <a:lvl5pPr algn="l">
              <a:defRPr sz="3150" b="1">
                <a:solidFill>
                  <a:srgbClr val="163A50"/>
                </a:solidFill>
                <a:latin typeface="Yu Gothic"/>
                <a:ea typeface="Yu Gothic"/>
                <a:cs typeface="Yu Gothic"/>
              </a:defRPr>
            </a:lvl5pPr>
            <a:lvl6pPr algn="l">
              <a:defRPr sz="3150" b="1">
                <a:solidFill>
                  <a:srgbClr val="163A50"/>
                </a:solidFill>
                <a:latin typeface="Yu Gothic"/>
                <a:ea typeface="Yu Gothic"/>
                <a:cs typeface="Yu Gothic"/>
              </a:defRPr>
            </a:lvl6pPr>
            <a:lvl7pPr algn="l">
              <a:defRPr sz="3150" b="1">
                <a:solidFill>
                  <a:srgbClr val="163A50"/>
                </a:solidFill>
                <a:latin typeface="Yu Gothic"/>
                <a:ea typeface="Yu Gothic"/>
                <a:cs typeface="Yu Gothic"/>
              </a:defRPr>
            </a:lvl7pPr>
            <a:lvl8pPr algn="l">
              <a:defRPr sz="3150" b="1">
                <a:solidFill>
                  <a:srgbClr val="163A50"/>
                </a:solidFill>
                <a:latin typeface="Yu Gothic"/>
                <a:ea typeface="Yu Gothic"/>
                <a:cs typeface="Yu Gothic"/>
              </a:defRPr>
            </a:lvl8pPr>
            <a:lvl9pPr algn="l">
              <a:defRPr sz="3150" b="1">
                <a:solidFill>
                  <a:srgbClr val="163A50"/>
                </a:solidFill>
                <a:latin typeface="Yu Gothic"/>
                <a:ea typeface="Yu Gothic"/>
                <a:cs typeface="Yu Gothic"/>
              </a:defRPr>
            </a:lvl9pPr>
          </a:lstStyle>
          <a:p xmlns:a="http://schemas.openxmlformats.org/drawingml/2006/main">
            <a:pPr algn="l">
              <a:defRPr sz="3150" b="1">
                <a:solidFill>
                  <a:srgbClr val="163A50"/>
                </a:solidFill>
                <a:latin typeface="Yu Gothic"/>
                <a:ea typeface="Yu Gothic"/>
                <a:cs typeface="Yu Gothic"/>
              </a:defRPr>
            </a:pPr>
            <a:r>
              <a:rPr sz="3150" b="1">
                <a:solidFill>
                  <a:srgbClr val="163A50"/>
                </a:solidFill>
                <a:latin typeface="Yu Gothic"/>
                <a:ea typeface="Yu Gothic"/>
                <a:cs typeface="Yu Gothic"/>
              </a:rPr>
              <a:t>+0.012</a:t>
            </a:r>
          </a:p>
        </p:txBody>
      </p:sp>
      <p:sp>
        <p:nvSpPr>
          <p:cNvPr id="16" name="">
            <a:extLst xmlns:a="http://schemas.openxmlformats.org/drawingml/2006/main">
              <a:ext uri="{FF2B5EF4-FFF2-40B4-BE49-F238E27FC236}">
                <a16:creationId xmlns:a16="http://schemas.microsoft.com/office/drawing/2014/main" id="{D0E8B0B4-D81F-4D3F-8F97-5990AC4878B2}"/>
              </a:ext>
            </a:extLst>
          </p:cNvPr>
          <p:cNvSpPr>
            <a:spLocks xmlns:a="http://schemas.openxmlformats.org/drawingml/2006/main" noGrp="1"/>
          </p:cNvSpPr>
          <p:nvPr/>
        </p:nvSpPr>
        <p:spPr>
          <a:xfrm xmlns:a="http://schemas.openxmlformats.org/drawingml/2006/main">
            <a:off x="5162550" y="3429000"/>
            <a:ext cx="3238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163A50"/>
                </a:solidFill>
                <a:latin typeface="Yu Gothic"/>
                <a:ea typeface="Yu Gothic"/>
                <a:cs typeface="Yu Gothic"/>
              </a:defRPr>
            </a:defPPr>
            <a:lvl1pPr algn="l">
              <a:defRPr sz="1350" b="1">
                <a:solidFill>
                  <a:srgbClr val="163A50"/>
                </a:solidFill>
                <a:latin typeface="Yu Gothic"/>
                <a:ea typeface="Yu Gothic"/>
                <a:cs typeface="Yu Gothic"/>
              </a:defRPr>
            </a:lvl1pPr>
            <a:lvl2pPr algn="l">
              <a:defRPr sz="1350" b="1">
                <a:solidFill>
                  <a:srgbClr val="163A50"/>
                </a:solidFill>
                <a:latin typeface="Yu Gothic"/>
                <a:ea typeface="Yu Gothic"/>
                <a:cs typeface="Yu Gothic"/>
              </a:defRPr>
            </a:lvl2pPr>
            <a:lvl3pPr algn="l">
              <a:defRPr sz="1350" b="1">
                <a:solidFill>
                  <a:srgbClr val="163A50"/>
                </a:solidFill>
                <a:latin typeface="Yu Gothic"/>
                <a:ea typeface="Yu Gothic"/>
                <a:cs typeface="Yu Gothic"/>
              </a:defRPr>
            </a:lvl3pPr>
            <a:lvl4pPr algn="l">
              <a:defRPr sz="1350" b="1">
                <a:solidFill>
                  <a:srgbClr val="163A50"/>
                </a:solidFill>
                <a:latin typeface="Yu Gothic"/>
                <a:ea typeface="Yu Gothic"/>
                <a:cs typeface="Yu Gothic"/>
              </a:defRPr>
            </a:lvl4pPr>
            <a:lvl5pPr algn="l">
              <a:defRPr sz="1350" b="1">
                <a:solidFill>
                  <a:srgbClr val="163A50"/>
                </a:solidFill>
                <a:latin typeface="Yu Gothic"/>
                <a:ea typeface="Yu Gothic"/>
                <a:cs typeface="Yu Gothic"/>
              </a:defRPr>
            </a:lvl5pPr>
            <a:lvl6pPr algn="l">
              <a:defRPr sz="1350" b="1">
                <a:solidFill>
                  <a:srgbClr val="163A50"/>
                </a:solidFill>
                <a:latin typeface="Yu Gothic"/>
                <a:ea typeface="Yu Gothic"/>
                <a:cs typeface="Yu Gothic"/>
              </a:defRPr>
            </a:lvl6pPr>
            <a:lvl7pPr algn="l">
              <a:defRPr sz="1350" b="1">
                <a:solidFill>
                  <a:srgbClr val="163A50"/>
                </a:solidFill>
                <a:latin typeface="Yu Gothic"/>
                <a:ea typeface="Yu Gothic"/>
                <a:cs typeface="Yu Gothic"/>
              </a:defRPr>
            </a:lvl7pPr>
            <a:lvl8pPr algn="l">
              <a:defRPr sz="1350" b="1">
                <a:solidFill>
                  <a:srgbClr val="163A50"/>
                </a:solidFill>
                <a:latin typeface="Yu Gothic"/>
                <a:ea typeface="Yu Gothic"/>
                <a:cs typeface="Yu Gothic"/>
              </a:defRPr>
            </a:lvl8pPr>
            <a:lvl9pPr algn="l">
              <a:defRPr sz="1350" b="1">
                <a:solidFill>
                  <a:srgbClr val="163A50"/>
                </a:solidFill>
                <a:latin typeface="Yu Gothic"/>
                <a:ea typeface="Yu Gothic"/>
                <a:cs typeface="Yu Gothic"/>
              </a:defRPr>
            </a:lvl9pPr>
          </a:lstStyle>
          <a:p xmlns:a="http://schemas.openxmlformats.org/drawingml/2006/main">
            <a:pPr algn="l">
              <a:defRPr sz="1350" b="1">
                <a:solidFill>
                  <a:srgbClr val="163A50"/>
                </a:solidFill>
                <a:latin typeface="Yu Gothic"/>
                <a:ea typeface="Yu Gothic"/>
                <a:cs typeface="Yu Gothic"/>
              </a:defRPr>
            </a:pPr>
            <a:r>
              <a:rPr sz="1350" b="1">
                <a:solidFill>
                  <a:srgbClr val="163A50"/>
                </a:solidFill>
                <a:latin typeface="Yu Gothic"/>
                <a:ea typeface="Yu Gothic"/>
                <a:cs typeface="Yu Gothic"/>
              </a:rPr>
              <a:t>ロジスティック回帰</a:t>
            </a:r>
          </a:p>
        </p:txBody>
      </p:sp>
      <p:sp>
        <p:nvSpPr>
          <p:cNvPr id="17" name="">
            <a:extLst xmlns:a="http://schemas.openxmlformats.org/drawingml/2006/main">
              <a:ext uri="{FF2B5EF4-FFF2-40B4-BE49-F238E27FC236}">
                <a16:creationId xmlns:a16="http://schemas.microsoft.com/office/drawing/2014/main" id="{E635F078-9C1F-4B65-AC02-B5847807F072}"/>
              </a:ext>
            </a:extLst>
          </p:cNvPr>
          <p:cNvSpPr>
            <a:spLocks xmlns:a="http://schemas.openxmlformats.org/drawingml/2006/main" noGrp="1"/>
          </p:cNvSpPr>
          <p:nvPr/>
        </p:nvSpPr>
        <p:spPr>
          <a:xfrm xmlns:a="http://schemas.openxmlformats.org/drawingml/2006/main">
            <a:off x="5162550" y="384810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147D78"/>
                </a:solidFill>
                <a:latin typeface="Yu Gothic"/>
                <a:ea typeface="Yu Gothic"/>
                <a:cs typeface="Yu Gothic"/>
              </a:defRPr>
            </a:defPPr>
            <a:lvl1pPr algn="l">
              <a:defRPr sz="3150" b="1">
                <a:solidFill>
                  <a:srgbClr val="147D78"/>
                </a:solidFill>
                <a:latin typeface="Yu Gothic"/>
                <a:ea typeface="Yu Gothic"/>
                <a:cs typeface="Yu Gothic"/>
              </a:defRPr>
            </a:lvl1pPr>
            <a:lvl2pPr algn="l">
              <a:defRPr sz="3150" b="1">
                <a:solidFill>
                  <a:srgbClr val="147D78"/>
                </a:solidFill>
                <a:latin typeface="Yu Gothic"/>
                <a:ea typeface="Yu Gothic"/>
                <a:cs typeface="Yu Gothic"/>
              </a:defRPr>
            </a:lvl2pPr>
            <a:lvl3pPr algn="l">
              <a:defRPr sz="3150" b="1">
                <a:solidFill>
                  <a:srgbClr val="147D78"/>
                </a:solidFill>
                <a:latin typeface="Yu Gothic"/>
                <a:ea typeface="Yu Gothic"/>
                <a:cs typeface="Yu Gothic"/>
              </a:defRPr>
            </a:lvl3pPr>
            <a:lvl4pPr algn="l">
              <a:defRPr sz="3150" b="1">
                <a:solidFill>
                  <a:srgbClr val="147D78"/>
                </a:solidFill>
                <a:latin typeface="Yu Gothic"/>
                <a:ea typeface="Yu Gothic"/>
                <a:cs typeface="Yu Gothic"/>
              </a:defRPr>
            </a:lvl4pPr>
            <a:lvl5pPr algn="l">
              <a:defRPr sz="3150" b="1">
                <a:solidFill>
                  <a:srgbClr val="147D78"/>
                </a:solidFill>
                <a:latin typeface="Yu Gothic"/>
                <a:ea typeface="Yu Gothic"/>
                <a:cs typeface="Yu Gothic"/>
              </a:defRPr>
            </a:lvl5pPr>
            <a:lvl6pPr algn="l">
              <a:defRPr sz="3150" b="1">
                <a:solidFill>
                  <a:srgbClr val="147D78"/>
                </a:solidFill>
                <a:latin typeface="Yu Gothic"/>
                <a:ea typeface="Yu Gothic"/>
                <a:cs typeface="Yu Gothic"/>
              </a:defRPr>
            </a:lvl6pPr>
            <a:lvl7pPr algn="l">
              <a:defRPr sz="3150" b="1">
                <a:solidFill>
                  <a:srgbClr val="147D78"/>
                </a:solidFill>
                <a:latin typeface="Yu Gothic"/>
                <a:ea typeface="Yu Gothic"/>
                <a:cs typeface="Yu Gothic"/>
              </a:defRPr>
            </a:lvl7pPr>
            <a:lvl8pPr algn="l">
              <a:defRPr sz="3150" b="1">
                <a:solidFill>
                  <a:srgbClr val="147D78"/>
                </a:solidFill>
                <a:latin typeface="Yu Gothic"/>
                <a:ea typeface="Yu Gothic"/>
                <a:cs typeface="Yu Gothic"/>
              </a:defRPr>
            </a:lvl8pPr>
            <a:lvl9pPr algn="l">
              <a:defRPr sz="3150" b="1">
                <a:solidFill>
                  <a:srgbClr val="147D78"/>
                </a:solidFill>
                <a:latin typeface="Yu Gothic"/>
                <a:ea typeface="Yu Gothic"/>
                <a:cs typeface="Yu Gothic"/>
              </a:defRPr>
            </a:lvl9pPr>
          </a:lstStyle>
          <a:p xmlns:a="http://schemas.openxmlformats.org/drawingml/2006/main">
            <a:pPr algn="l">
              <a:defRPr sz="3150" b="1">
                <a:solidFill>
                  <a:srgbClr val="147D78"/>
                </a:solidFill>
                <a:latin typeface="Yu Gothic"/>
                <a:ea typeface="Yu Gothic"/>
                <a:cs typeface="Yu Gothic"/>
              </a:defRPr>
            </a:pPr>
            <a:r>
              <a:rPr sz="3150" b="1">
                <a:solidFill>
                  <a:srgbClr val="147D78"/>
                </a:solidFill>
                <a:latin typeface="Yu Gothic"/>
                <a:ea typeface="Yu Gothic"/>
                <a:cs typeface="Yu Gothic"/>
              </a:rPr>
              <a:t>+0.037</a:t>
            </a:r>
          </a:p>
        </p:txBody>
      </p:sp>
      <p:sp>
        <p:nvSpPr>
          <p:cNvPr id="18" name="">
            <a:extLst xmlns:a="http://schemas.openxmlformats.org/drawingml/2006/main">
              <a:ext uri="{FF2B5EF4-FFF2-40B4-BE49-F238E27FC236}">
                <a16:creationId xmlns:a16="http://schemas.microsoft.com/office/drawing/2014/main" id="{5677A339-BB22-42EF-830F-E75375875571}"/>
              </a:ext>
            </a:extLst>
          </p:cNvPr>
          <p:cNvSpPr>
            <a:spLocks xmlns:a="http://schemas.openxmlformats.org/drawingml/2006/main" noGrp="1"/>
          </p:cNvSpPr>
          <p:nvPr/>
        </p:nvSpPr>
        <p:spPr>
          <a:xfrm xmlns:a="http://schemas.openxmlformats.org/drawingml/2006/main">
            <a:off x="5162550" y="4362450"/>
            <a:ext cx="3238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147D78"/>
                </a:solidFill>
                <a:latin typeface="Yu Gothic"/>
                <a:ea typeface="Yu Gothic"/>
                <a:cs typeface="Yu Gothic"/>
              </a:defRPr>
            </a:defPPr>
            <a:lvl1pPr algn="l">
              <a:defRPr sz="1350" b="1">
                <a:solidFill>
                  <a:srgbClr val="147D78"/>
                </a:solidFill>
                <a:latin typeface="Yu Gothic"/>
                <a:ea typeface="Yu Gothic"/>
                <a:cs typeface="Yu Gothic"/>
              </a:defRPr>
            </a:lvl1pPr>
            <a:lvl2pPr algn="l">
              <a:defRPr sz="1350" b="1">
                <a:solidFill>
                  <a:srgbClr val="147D78"/>
                </a:solidFill>
                <a:latin typeface="Yu Gothic"/>
                <a:ea typeface="Yu Gothic"/>
                <a:cs typeface="Yu Gothic"/>
              </a:defRPr>
            </a:lvl2pPr>
            <a:lvl3pPr algn="l">
              <a:defRPr sz="1350" b="1">
                <a:solidFill>
                  <a:srgbClr val="147D78"/>
                </a:solidFill>
                <a:latin typeface="Yu Gothic"/>
                <a:ea typeface="Yu Gothic"/>
                <a:cs typeface="Yu Gothic"/>
              </a:defRPr>
            </a:lvl3pPr>
            <a:lvl4pPr algn="l">
              <a:defRPr sz="1350" b="1">
                <a:solidFill>
                  <a:srgbClr val="147D78"/>
                </a:solidFill>
                <a:latin typeface="Yu Gothic"/>
                <a:ea typeface="Yu Gothic"/>
                <a:cs typeface="Yu Gothic"/>
              </a:defRPr>
            </a:lvl4pPr>
            <a:lvl5pPr algn="l">
              <a:defRPr sz="1350" b="1">
                <a:solidFill>
                  <a:srgbClr val="147D78"/>
                </a:solidFill>
                <a:latin typeface="Yu Gothic"/>
                <a:ea typeface="Yu Gothic"/>
                <a:cs typeface="Yu Gothic"/>
              </a:defRPr>
            </a:lvl5pPr>
            <a:lvl6pPr algn="l">
              <a:defRPr sz="1350" b="1">
                <a:solidFill>
                  <a:srgbClr val="147D78"/>
                </a:solidFill>
                <a:latin typeface="Yu Gothic"/>
                <a:ea typeface="Yu Gothic"/>
                <a:cs typeface="Yu Gothic"/>
              </a:defRPr>
            </a:lvl6pPr>
            <a:lvl7pPr algn="l">
              <a:defRPr sz="1350" b="1">
                <a:solidFill>
                  <a:srgbClr val="147D78"/>
                </a:solidFill>
                <a:latin typeface="Yu Gothic"/>
                <a:ea typeface="Yu Gothic"/>
                <a:cs typeface="Yu Gothic"/>
              </a:defRPr>
            </a:lvl7pPr>
            <a:lvl8pPr algn="l">
              <a:defRPr sz="1350" b="1">
                <a:solidFill>
                  <a:srgbClr val="147D78"/>
                </a:solidFill>
                <a:latin typeface="Yu Gothic"/>
                <a:ea typeface="Yu Gothic"/>
                <a:cs typeface="Yu Gothic"/>
              </a:defRPr>
            </a:lvl8pPr>
            <a:lvl9pPr algn="l">
              <a:defRPr sz="1350" b="1">
                <a:solidFill>
                  <a:srgbClr val="147D78"/>
                </a:solidFill>
                <a:latin typeface="Yu Gothic"/>
                <a:ea typeface="Yu Gothic"/>
                <a:cs typeface="Yu Gothic"/>
              </a:defRPr>
            </a:lvl9pPr>
          </a:lstStyle>
          <a:p xmlns:a="http://schemas.openxmlformats.org/drawingml/2006/main">
            <a:pPr algn="l">
              <a:defRPr sz="1350" b="1">
                <a:solidFill>
                  <a:srgbClr val="147D78"/>
                </a:solidFill>
                <a:latin typeface="Yu Gothic"/>
                <a:ea typeface="Yu Gothic"/>
                <a:cs typeface="Yu Gothic"/>
              </a:defRPr>
            </a:pPr>
            <a:r>
              <a:rPr sz="1350" b="1">
                <a:solidFill>
                  <a:srgbClr val="147D78"/>
                </a:solidFill>
                <a:latin typeface="Yu Gothic"/>
                <a:ea typeface="Yu Gothic"/>
                <a:cs typeface="Yu Gothic"/>
              </a:rPr>
              <a:t>ランダムフォレスト</a:t>
            </a:r>
          </a:p>
        </p:txBody>
      </p:sp>
      <p:sp>
        <p:nvSpPr>
          <p:cNvPr id="19" name="">
            <a:extLst xmlns:a="http://schemas.openxmlformats.org/drawingml/2006/main">
              <a:ext uri="{FF2B5EF4-FFF2-40B4-BE49-F238E27FC236}">
                <a16:creationId xmlns:a16="http://schemas.microsoft.com/office/drawing/2014/main" id="{2804BA3B-9CB7-42D5-859B-644811B54D61}"/>
              </a:ext>
            </a:extLst>
          </p:cNvPr>
          <p:cNvSpPr>
            <a:spLocks xmlns:a="http://schemas.openxmlformats.org/drawingml/2006/main" noGrp="1"/>
          </p:cNvSpPr>
          <p:nvPr/>
        </p:nvSpPr>
        <p:spPr>
          <a:xfrm xmlns:a="http://schemas.openxmlformats.org/drawingml/2006/main">
            <a:off x="9172575" y="1657350"/>
            <a:ext cx="0" cy="323850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20" name="">
            <a:extLst xmlns:a="http://schemas.openxmlformats.org/drawingml/2006/main">
              <a:ext uri="{FF2B5EF4-FFF2-40B4-BE49-F238E27FC236}">
                <a16:creationId xmlns:a16="http://schemas.microsoft.com/office/drawing/2014/main" id="{7FC30C71-3F14-4BCC-98E0-38D9B7A8552C}"/>
              </a:ext>
            </a:extLst>
          </p:cNvPr>
          <p:cNvSpPr>
            <a:spLocks xmlns:a="http://schemas.openxmlformats.org/drawingml/2006/main" noGrp="1"/>
          </p:cNvSpPr>
          <p:nvPr/>
        </p:nvSpPr>
        <p:spPr>
          <a:xfrm xmlns:a="http://schemas.openxmlformats.org/drawingml/2006/main">
            <a:off x="9553575" y="181927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147D78"/>
                </a:solidFill>
                <a:latin typeface="Yu Gothic"/>
                <a:ea typeface="Yu Gothic"/>
                <a:cs typeface="Yu Gothic"/>
              </a:defRPr>
            </a:defPPr>
            <a:lvl1pPr algn="l">
              <a:defRPr sz="1350" b="1">
                <a:solidFill>
                  <a:srgbClr val="147D78"/>
                </a:solidFill>
                <a:latin typeface="Yu Gothic"/>
                <a:ea typeface="Yu Gothic"/>
                <a:cs typeface="Yu Gothic"/>
              </a:defRPr>
            </a:lvl1pPr>
            <a:lvl2pPr algn="l">
              <a:defRPr sz="1350" b="1">
                <a:solidFill>
                  <a:srgbClr val="147D78"/>
                </a:solidFill>
                <a:latin typeface="Yu Gothic"/>
                <a:ea typeface="Yu Gothic"/>
                <a:cs typeface="Yu Gothic"/>
              </a:defRPr>
            </a:lvl2pPr>
            <a:lvl3pPr algn="l">
              <a:defRPr sz="1350" b="1">
                <a:solidFill>
                  <a:srgbClr val="147D78"/>
                </a:solidFill>
                <a:latin typeface="Yu Gothic"/>
                <a:ea typeface="Yu Gothic"/>
                <a:cs typeface="Yu Gothic"/>
              </a:defRPr>
            </a:lvl3pPr>
            <a:lvl4pPr algn="l">
              <a:defRPr sz="1350" b="1">
                <a:solidFill>
                  <a:srgbClr val="147D78"/>
                </a:solidFill>
                <a:latin typeface="Yu Gothic"/>
                <a:ea typeface="Yu Gothic"/>
                <a:cs typeface="Yu Gothic"/>
              </a:defRPr>
            </a:lvl4pPr>
            <a:lvl5pPr algn="l">
              <a:defRPr sz="1350" b="1">
                <a:solidFill>
                  <a:srgbClr val="147D78"/>
                </a:solidFill>
                <a:latin typeface="Yu Gothic"/>
                <a:ea typeface="Yu Gothic"/>
                <a:cs typeface="Yu Gothic"/>
              </a:defRPr>
            </a:lvl5pPr>
            <a:lvl6pPr algn="l">
              <a:defRPr sz="1350" b="1">
                <a:solidFill>
                  <a:srgbClr val="147D78"/>
                </a:solidFill>
                <a:latin typeface="Yu Gothic"/>
                <a:ea typeface="Yu Gothic"/>
                <a:cs typeface="Yu Gothic"/>
              </a:defRPr>
            </a:lvl6pPr>
            <a:lvl7pPr algn="l">
              <a:defRPr sz="1350" b="1">
                <a:solidFill>
                  <a:srgbClr val="147D78"/>
                </a:solidFill>
                <a:latin typeface="Yu Gothic"/>
                <a:ea typeface="Yu Gothic"/>
                <a:cs typeface="Yu Gothic"/>
              </a:defRPr>
            </a:lvl7pPr>
            <a:lvl8pPr algn="l">
              <a:defRPr sz="1350" b="1">
                <a:solidFill>
                  <a:srgbClr val="147D78"/>
                </a:solidFill>
                <a:latin typeface="Yu Gothic"/>
                <a:ea typeface="Yu Gothic"/>
                <a:cs typeface="Yu Gothic"/>
              </a:defRPr>
            </a:lvl8pPr>
            <a:lvl9pPr algn="l">
              <a:defRPr sz="1350" b="1">
                <a:solidFill>
                  <a:srgbClr val="147D78"/>
                </a:solidFill>
                <a:latin typeface="Yu Gothic"/>
                <a:ea typeface="Yu Gothic"/>
                <a:cs typeface="Yu Gothic"/>
              </a:defRPr>
            </a:lvl9pPr>
          </a:lstStyle>
          <a:p xmlns:a="http://schemas.openxmlformats.org/drawingml/2006/main">
            <a:pPr algn="l">
              <a:defRPr sz="1350" b="1">
                <a:solidFill>
                  <a:srgbClr val="147D78"/>
                </a:solidFill>
                <a:latin typeface="Yu Gothic"/>
                <a:ea typeface="Yu Gothic"/>
                <a:cs typeface="Yu Gothic"/>
              </a:defRPr>
            </a:pPr>
            <a:r>
              <a:rPr sz="1350" b="1">
                <a:solidFill>
                  <a:srgbClr val="147D78"/>
                </a:solidFill>
                <a:latin typeface="Yu Gothic"/>
                <a:ea typeface="Yu Gothic"/>
                <a:cs typeface="Yu Gothic"/>
              </a:rPr>
              <a:t>結果の読み方</a:t>
            </a:r>
          </a:p>
        </p:txBody>
      </p:sp>
      <p:sp>
        <p:nvSpPr>
          <p:cNvPr id="21" name="">
            <a:extLst xmlns:a="http://schemas.openxmlformats.org/drawingml/2006/main">
              <a:ext uri="{FF2B5EF4-FFF2-40B4-BE49-F238E27FC236}">
                <a16:creationId xmlns:a16="http://schemas.microsoft.com/office/drawing/2014/main" id="{FA141151-5AFD-4C1A-A545-BB667E3E5B75}"/>
              </a:ext>
            </a:extLst>
          </p:cNvPr>
          <p:cNvSpPr>
            <a:spLocks xmlns:a="http://schemas.openxmlformats.org/drawingml/2006/main" noGrp="1"/>
          </p:cNvSpPr>
          <p:nvPr/>
        </p:nvSpPr>
        <p:spPr>
          <a:xfrm xmlns:a="http://schemas.openxmlformats.org/drawingml/2006/main">
            <a:off x="9553575" y="2266950"/>
            <a:ext cx="209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1">
                <a:solidFill>
                  <a:srgbClr val="142B3B"/>
                </a:solidFill>
                <a:latin typeface="Yu Gothic"/>
                <a:ea typeface="Yu Gothic"/>
                <a:cs typeface="Yu Gothic"/>
              </a:defRPr>
            </a:defPPr>
            <a:lvl1pPr algn="l">
              <a:defRPr sz="1425" b="1">
                <a:solidFill>
                  <a:srgbClr val="142B3B"/>
                </a:solidFill>
                <a:latin typeface="Yu Gothic"/>
                <a:ea typeface="Yu Gothic"/>
                <a:cs typeface="Yu Gothic"/>
              </a:defRPr>
            </a:lvl1pPr>
            <a:lvl2pPr algn="l">
              <a:defRPr sz="1425" b="1">
                <a:solidFill>
                  <a:srgbClr val="142B3B"/>
                </a:solidFill>
                <a:latin typeface="Yu Gothic"/>
                <a:ea typeface="Yu Gothic"/>
                <a:cs typeface="Yu Gothic"/>
              </a:defRPr>
            </a:lvl2pPr>
            <a:lvl3pPr algn="l">
              <a:defRPr sz="1425" b="1">
                <a:solidFill>
                  <a:srgbClr val="142B3B"/>
                </a:solidFill>
                <a:latin typeface="Yu Gothic"/>
                <a:ea typeface="Yu Gothic"/>
                <a:cs typeface="Yu Gothic"/>
              </a:defRPr>
            </a:lvl3pPr>
            <a:lvl4pPr algn="l">
              <a:defRPr sz="1425" b="1">
                <a:solidFill>
                  <a:srgbClr val="142B3B"/>
                </a:solidFill>
                <a:latin typeface="Yu Gothic"/>
                <a:ea typeface="Yu Gothic"/>
                <a:cs typeface="Yu Gothic"/>
              </a:defRPr>
            </a:lvl4pPr>
            <a:lvl5pPr algn="l">
              <a:defRPr sz="1425" b="1">
                <a:solidFill>
                  <a:srgbClr val="142B3B"/>
                </a:solidFill>
                <a:latin typeface="Yu Gothic"/>
                <a:ea typeface="Yu Gothic"/>
                <a:cs typeface="Yu Gothic"/>
              </a:defRPr>
            </a:lvl5pPr>
            <a:lvl6pPr algn="l">
              <a:defRPr sz="1425" b="1">
                <a:solidFill>
                  <a:srgbClr val="142B3B"/>
                </a:solidFill>
                <a:latin typeface="Yu Gothic"/>
                <a:ea typeface="Yu Gothic"/>
                <a:cs typeface="Yu Gothic"/>
              </a:defRPr>
            </a:lvl6pPr>
            <a:lvl7pPr algn="l">
              <a:defRPr sz="1425" b="1">
                <a:solidFill>
                  <a:srgbClr val="142B3B"/>
                </a:solidFill>
                <a:latin typeface="Yu Gothic"/>
                <a:ea typeface="Yu Gothic"/>
                <a:cs typeface="Yu Gothic"/>
              </a:defRPr>
            </a:lvl7pPr>
            <a:lvl8pPr algn="l">
              <a:defRPr sz="1425" b="1">
                <a:solidFill>
                  <a:srgbClr val="142B3B"/>
                </a:solidFill>
                <a:latin typeface="Yu Gothic"/>
                <a:ea typeface="Yu Gothic"/>
                <a:cs typeface="Yu Gothic"/>
              </a:defRPr>
            </a:lvl8pPr>
            <a:lvl9pPr algn="l">
              <a:defRPr sz="1425" b="1">
                <a:solidFill>
                  <a:srgbClr val="142B3B"/>
                </a:solidFill>
                <a:latin typeface="Yu Gothic"/>
                <a:ea typeface="Yu Gothic"/>
                <a:cs typeface="Yu Gothic"/>
              </a:defRPr>
            </a:lvl9pPr>
          </a:lstStyle>
          <a:p xmlns:a="http://schemas.openxmlformats.org/drawingml/2006/main">
            <a:pPr algn="l">
              <a:defRPr sz="1425" b="1">
                <a:solidFill>
                  <a:srgbClr val="142B3B"/>
                </a:solidFill>
                <a:latin typeface="Yu Gothic"/>
                <a:ea typeface="Yu Gothic"/>
                <a:cs typeface="Yu Gothic"/>
              </a:defRPr>
            </a:pPr>
            <a:r>
              <a:rPr sz="1425" b="1">
                <a:solidFill>
                  <a:srgbClr val="142B3B"/>
                </a:solidFill>
                <a:latin typeface="Yu Gothic"/>
                <a:ea typeface="Yu Gothic"/>
                <a:cs typeface="Yu Gothic"/>
              </a:rPr>
              <a:t>他の条件を平均した</a:t>
            </a:r>
          </a:p>
          <a:p xmlns:a="http://schemas.openxmlformats.org/drawingml/2006/main">
            <a:pPr algn="l">
              <a:defRPr sz="1425" b="1">
                <a:solidFill>
                  <a:srgbClr val="142B3B"/>
                </a:solidFill>
                <a:latin typeface="Yu Gothic"/>
                <a:ea typeface="Yu Gothic"/>
                <a:cs typeface="Yu Gothic"/>
              </a:defRPr>
            </a:pPr>
            <a:r>
              <a:rPr sz="1425" b="1">
                <a:solidFill>
                  <a:srgbClr val="142B3B"/>
                </a:solidFill>
                <a:latin typeface="Yu Gothic"/>
                <a:ea typeface="Yu Gothic"/>
                <a:cs typeface="Yu Gothic"/>
              </a:rPr>
              <a:t>記述的な差です</a:t>
            </a:r>
          </a:p>
        </p:txBody>
      </p:sp>
      <p:sp>
        <p:nvSpPr>
          <p:cNvPr id="22" name="">
            <a:extLst xmlns:a="http://schemas.openxmlformats.org/drawingml/2006/main">
              <a:ext uri="{FF2B5EF4-FFF2-40B4-BE49-F238E27FC236}">
                <a16:creationId xmlns:a16="http://schemas.microsoft.com/office/drawing/2014/main" id="{29E562E7-083B-4E7C-9368-13994FABEAFF}"/>
              </a:ext>
            </a:extLst>
          </p:cNvPr>
          <p:cNvSpPr>
            <a:spLocks xmlns:a="http://schemas.openxmlformats.org/drawingml/2006/main" noGrp="1"/>
          </p:cNvSpPr>
          <p:nvPr/>
        </p:nvSpPr>
        <p:spPr>
          <a:xfrm xmlns:a="http://schemas.openxmlformats.org/drawingml/2006/main">
            <a:off x="9553575" y="3076575"/>
            <a:ext cx="209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0">
                <a:solidFill>
                  <a:srgbClr val="5B6D76"/>
                </a:solidFill>
                <a:latin typeface="Yu Gothic"/>
                <a:ea typeface="Yu Gothic"/>
                <a:cs typeface="Yu Gothic"/>
              </a:defRPr>
            </a:defPPr>
            <a:lvl1pPr algn="l">
              <a:defRPr sz="1425" b="0">
                <a:solidFill>
                  <a:srgbClr val="5B6D76"/>
                </a:solidFill>
                <a:latin typeface="Yu Gothic"/>
                <a:ea typeface="Yu Gothic"/>
                <a:cs typeface="Yu Gothic"/>
              </a:defRPr>
            </a:lvl1pPr>
            <a:lvl2pPr algn="l">
              <a:defRPr sz="1425" b="0">
                <a:solidFill>
                  <a:srgbClr val="5B6D76"/>
                </a:solidFill>
                <a:latin typeface="Yu Gothic"/>
                <a:ea typeface="Yu Gothic"/>
                <a:cs typeface="Yu Gothic"/>
              </a:defRPr>
            </a:lvl2pPr>
            <a:lvl3pPr algn="l">
              <a:defRPr sz="1425" b="0">
                <a:solidFill>
                  <a:srgbClr val="5B6D76"/>
                </a:solidFill>
                <a:latin typeface="Yu Gothic"/>
                <a:ea typeface="Yu Gothic"/>
                <a:cs typeface="Yu Gothic"/>
              </a:defRPr>
            </a:lvl3pPr>
            <a:lvl4pPr algn="l">
              <a:defRPr sz="1425" b="0">
                <a:solidFill>
                  <a:srgbClr val="5B6D76"/>
                </a:solidFill>
                <a:latin typeface="Yu Gothic"/>
                <a:ea typeface="Yu Gothic"/>
                <a:cs typeface="Yu Gothic"/>
              </a:defRPr>
            </a:lvl4pPr>
            <a:lvl5pPr algn="l">
              <a:defRPr sz="1425" b="0">
                <a:solidFill>
                  <a:srgbClr val="5B6D76"/>
                </a:solidFill>
                <a:latin typeface="Yu Gothic"/>
                <a:ea typeface="Yu Gothic"/>
                <a:cs typeface="Yu Gothic"/>
              </a:defRPr>
            </a:lvl5pPr>
            <a:lvl6pPr algn="l">
              <a:defRPr sz="1425" b="0">
                <a:solidFill>
                  <a:srgbClr val="5B6D76"/>
                </a:solidFill>
                <a:latin typeface="Yu Gothic"/>
                <a:ea typeface="Yu Gothic"/>
                <a:cs typeface="Yu Gothic"/>
              </a:defRPr>
            </a:lvl6pPr>
            <a:lvl7pPr algn="l">
              <a:defRPr sz="1425" b="0">
                <a:solidFill>
                  <a:srgbClr val="5B6D76"/>
                </a:solidFill>
                <a:latin typeface="Yu Gothic"/>
                <a:ea typeface="Yu Gothic"/>
                <a:cs typeface="Yu Gothic"/>
              </a:defRPr>
            </a:lvl7pPr>
            <a:lvl8pPr algn="l">
              <a:defRPr sz="1425" b="0">
                <a:solidFill>
                  <a:srgbClr val="5B6D76"/>
                </a:solidFill>
                <a:latin typeface="Yu Gothic"/>
                <a:ea typeface="Yu Gothic"/>
                <a:cs typeface="Yu Gothic"/>
              </a:defRPr>
            </a:lvl8pPr>
            <a:lvl9pPr algn="l">
              <a:defRPr sz="1425" b="0">
                <a:solidFill>
                  <a:srgbClr val="5B6D76"/>
                </a:solidFill>
                <a:latin typeface="Yu Gothic"/>
                <a:ea typeface="Yu Gothic"/>
                <a:cs typeface="Yu Gothic"/>
              </a:defRPr>
            </a:lvl9pPr>
          </a:lstStyle>
          <a:p xmlns:a="http://schemas.openxmlformats.org/drawingml/2006/main">
            <a:pPr algn="l">
              <a:defRPr sz="1425" b="0">
                <a:solidFill>
                  <a:srgbClr val="5B6D76"/>
                </a:solidFill>
                <a:latin typeface="Yu Gothic"/>
                <a:ea typeface="Yu Gothic"/>
                <a:cs typeface="Yu Gothic"/>
              </a:defRPr>
            </a:pPr>
            <a:r>
              <a:rPr sz="1425" b="0">
                <a:solidFill>
                  <a:srgbClr val="5B6D76"/>
                </a:solidFill>
                <a:latin typeface="Yu Gothic"/>
                <a:ea typeface="Yu Gothic"/>
                <a:cs typeface="Yu Gothic"/>
              </a:rPr>
              <a:t>統計的な有意差は</a:t>
            </a:r>
          </a:p>
          <a:p xmlns:a="http://schemas.openxmlformats.org/drawingml/2006/main">
            <a:pPr algn="l">
              <a:defRPr sz="1425" b="0">
                <a:solidFill>
                  <a:srgbClr val="5B6D76"/>
                </a:solidFill>
                <a:latin typeface="Yu Gothic"/>
                <a:ea typeface="Yu Gothic"/>
                <a:cs typeface="Yu Gothic"/>
              </a:defRPr>
            </a:pPr>
            <a:r>
              <a:rPr sz="1425" b="0">
                <a:solidFill>
                  <a:srgbClr val="5B6D76"/>
                </a:solidFill>
                <a:latin typeface="Yu Gothic"/>
                <a:ea typeface="Yu Gothic"/>
                <a:cs typeface="Yu Gothic"/>
              </a:rPr>
              <a:t>調べていません</a:t>
            </a:r>
          </a:p>
        </p:txBody>
      </p:sp>
      <p:sp>
        <p:nvSpPr>
          <p:cNvPr id="23" name="">
            <a:extLst xmlns:a="http://schemas.openxmlformats.org/drawingml/2006/main">
              <a:ext uri="{FF2B5EF4-FFF2-40B4-BE49-F238E27FC236}">
                <a16:creationId xmlns:a16="http://schemas.microsoft.com/office/drawing/2014/main" id="{EB74910C-2C12-460E-89EE-08460037AFF0}"/>
              </a:ext>
            </a:extLst>
          </p:cNvPr>
          <p:cNvSpPr>
            <a:spLocks xmlns:a="http://schemas.openxmlformats.org/drawingml/2006/main" noGrp="1"/>
          </p:cNvSpPr>
          <p:nvPr/>
        </p:nvSpPr>
        <p:spPr>
          <a:xfrm xmlns:a="http://schemas.openxmlformats.org/drawingml/2006/main">
            <a:off x="9553575" y="3876675"/>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0">
                <a:solidFill>
                  <a:srgbClr val="5B6D76"/>
                </a:solidFill>
                <a:latin typeface="Yu Gothic"/>
                <a:ea typeface="Yu Gothic"/>
                <a:cs typeface="Yu Gothic"/>
              </a:defRPr>
            </a:defPPr>
            <a:lvl1pPr algn="l">
              <a:defRPr sz="1350" b="0">
                <a:solidFill>
                  <a:srgbClr val="5B6D76"/>
                </a:solidFill>
                <a:latin typeface="Yu Gothic"/>
                <a:ea typeface="Yu Gothic"/>
                <a:cs typeface="Yu Gothic"/>
              </a:defRPr>
            </a:lvl1pPr>
            <a:lvl2pPr algn="l">
              <a:defRPr sz="1350" b="0">
                <a:solidFill>
                  <a:srgbClr val="5B6D76"/>
                </a:solidFill>
                <a:latin typeface="Yu Gothic"/>
                <a:ea typeface="Yu Gothic"/>
                <a:cs typeface="Yu Gothic"/>
              </a:defRPr>
            </a:lvl2pPr>
            <a:lvl3pPr algn="l">
              <a:defRPr sz="1350" b="0">
                <a:solidFill>
                  <a:srgbClr val="5B6D76"/>
                </a:solidFill>
                <a:latin typeface="Yu Gothic"/>
                <a:ea typeface="Yu Gothic"/>
                <a:cs typeface="Yu Gothic"/>
              </a:defRPr>
            </a:lvl3pPr>
            <a:lvl4pPr algn="l">
              <a:defRPr sz="1350" b="0">
                <a:solidFill>
                  <a:srgbClr val="5B6D76"/>
                </a:solidFill>
                <a:latin typeface="Yu Gothic"/>
                <a:ea typeface="Yu Gothic"/>
                <a:cs typeface="Yu Gothic"/>
              </a:defRPr>
            </a:lvl4pPr>
            <a:lvl5pPr algn="l">
              <a:defRPr sz="1350" b="0">
                <a:solidFill>
                  <a:srgbClr val="5B6D76"/>
                </a:solidFill>
                <a:latin typeface="Yu Gothic"/>
                <a:ea typeface="Yu Gothic"/>
                <a:cs typeface="Yu Gothic"/>
              </a:defRPr>
            </a:lvl5pPr>
            <a:lvl6pPr algn="l">
              <a:defRPr sz="1350" b="0">
                <a:solidFill>
                  <a:srgbClr val="5B6D76"/>
                </a:solidFill>
                <a:latin typeface="Yu Gothic"/>
                <a:ea typeface="Yu Gothic"/>
                <a:cs typeface="Yu Gothic"/>
              </a:defRPr>
            </a:lvl6pPr>
            <a:lvl7pPr algn="l">
              <a:defRPr sz="1350" b="0">
                <a:solidFill>
                  <a:srgbClr val="5B6D76"/>
                </a:solidFill>
                <a:latin typeface="Yu Gothic"/>
                <a:ea typeface="Yu Gothic"/>
                <a:cs typeface="Yu Gothic"/>
              </a:defRPr>
            </a:lvl7pPr>
            <a:lvl8pPr algn="l">
              <a:defRPr sz="1350" b="0">
                <a:solidFill>
                  <a:srgbClr val="5B6D76"/>
                </a:solidFill>
                <a:latin typeface="Yu Gothic"/>
                <a:ea typeface="Yu Gothic"/>
                <a:cs typeface="Yu Gothic"/>
              </a:defRPr>
            </a:lvl8pPr>
            <a:lvl9pPr algn="l">
              <a:defRPr sz="1350" b="0">
                <a:solidFill>
                  <a:srgbClr val="5B6D76"/>
                </a:solidFill>
                <a:latin typeface="Yu Gothic"/>
                <a:ea typeface="Yu Gothic"/>
                <a:cs typeface="Yu Gothic"/>
              </a:defRPr>
            </a:lvl9pPr>
          </a:lstStyle>
          <a:p xmlns:a="http://schemas.openxmlformats.org/drawingml/2006/main">
            <a:pPr algn="l">
              <a:defRPr sz="1350" b="0">
                <a:solidFill>
                  <a:srgbClr val="5B6D76"/>
                </a:solidFill>
                <a:latin typeface="Yu Gothic"/>
                <a:ea typeface="Yu Gothic"/>
                <a:cs typeface="Yu Gothic"/>
              </a:defRPr>
            </a:pPr>
            <a:r>
              <a:rPr sz="1350" b="0">
                <a:solidFill>
                  <a:srgbClr val="5B6D76"/>
                </a:solidFill>
                <a:latin typeface="Yu Gothic"/>
                <a:ea typeface="Yu Gothic"/>
                <a:cs typeface="Yu Gothic"/>
              </a:rPr>
              <a:t>最低限必要な見つける割合も</a:t>
            </a:r>
          </a:p>
          <a:p xmlns:a="http://schemas.openxmlformats.org/drawingml/2006/main">
            <a:pPr algn="l">
              <a:defRPr sz="1350" b="0">
                <a:solidFill>
                  <a:srgbClr val="5B6D76"/>
                </a:solidFill>
                <a:latin typeface="Yu Gothic"/>
                <a:ea typeface="Yu Gothic"/>
                <a:cs typeface="Yu Gothic"/>
              </a:defRPr>
            </a:pPr>
            <a:r>
              <a:rPr sz="1350" b="0">
                <a:solidFill>
                  <a:srgbClr val="5B6D76"/>
                </a:solidFill>
                <a:latin typeface="Yu Gothic"/>
                <a:ea typeface="Yu Gothic"/>
                <a:cs typeface="Yu Gothic"/>
              </a:rPr>
              <a:t>まだ決めていません</a:t>
            </a:r>
          </a:p>
        </p:txBody>
      </p:sp>
      <p:sp>
        <p:nvSpPr>
          <p:cNvPr id="24" name="">
            <a:extLst xmlns:a="http://schemas.openxmlformats.org/drawingml/2006/main">
              <a:ext uri="{FF2B5EF4-FFF2-40B4-BE49-F238E27FC236}">
                <a16:creationId xmlns:a16="http://schemas.microsoft.com/office/drawing/2014/main" id="{B72A7637-1E00-49A5-AC04-E11AAA50B16B}"/>
              </a:ext>
            </a:extLst>
          </p:cNvPr>
          <p:cNvSpPr>
            <a:spLocks xmlns:a="http://schemas.openxmlformats.org/drawingml/2006/main" noGrp="1"/>
          </p:cNvSpPr>
          <p:nvPr/>
        </p:nvSpPr>
        <p:spPr>
          <a:xfrm xmlns:a="http://schemas.openxmlformats.org/drawingml/2006/main">
            <a:off x="723900" y="5248275"/>
            <a:ext cx="10744200" cy="685800"/>
          </a:xfrm>
          <a:prstGeom xmlns:a="http://schemas.openxmlformats.org/drawingml/2006/main" prst="rect">
            <a:avLst/>
          </a:prstGeom>
          <a:solidFill xmlns:a="http://schemas.openxmlformats.org/drawingml/2006/main">
            <a:srgbClr val="E8EFEC"/>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5BE7E519-4C81-4616-ABC7-A6A6E18F8282}"/>
              </a:ext>
            </a:extLst>
          </p:cNvPr>
          <p:cNvSpPr>
            <a:spLocks xmlns:a="http://schemas.openxmlformats.org/drawingml/2006/main" noGrp="1"/>
          </p:cNvSpPr>
          <p:nvPr/>
        </p:nvSpPr>
        <p:spPr>
          <a:xfrm xmlns:a="http://schemas.openxmlformats.org/drawingml/2006/main">
            <a:off x="933450" y="5429250"/>
            <a:ext cx="1905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147D78"/>
                </a:solidFill>
                <a:latin typeface="Yu Gothic"/>
                <a:ea typeface="Yu Gothic"/>
                <a:cs typeface="Yu Gothic"/>
              </a:defRPr>
            </a:defPPr>
            <a:lvl1pPr algn="l">
              <a:defRPr sz="1350" b="1">
                <a:solidFill>
                  <a:srgbClr val="147D78"/>
                </a:solidFill>
                <a:latin typeface="Yu Gothic"/>
                <a:ea typeface="Yu Gothic"/>
                <a:cs typeface="Yu Gothic"/>
              </a:defRPr>
            </a:lvl1pPr>
            <a:lvl2pPr algn="l">
              <a:defRPr sz="1350" b="1">
                <a:solidFill>
                  <a:srgbClr val="147D78"/>
                </a:solidFill>
                <a:latin typeface="Yu Gothic"/>
                <a:ea typeface="Yu Gothic"/>
                <a:cs typeface="Yu Gothic"/>
              </a:defRPr>
            </a:lvl2pPr>
            <a:lvl3pPr algn="l">
              <a:defRPr sz="1350" b="1">
                <a:solidFill>
                  <a:srgbClr val="147D78"/>
                </a:solidFill>
                <a:latin typeface="Yu Gothic"/>
                <a:ea typeface="Yu Gothic"/>
                <a:cs typeface="Yu Gothic"/>
              </a:defRPr>
            </a:lvl3pPr>
            <a:lvl4pPr algn="l">
              <a:defRPr sz="1350" b="1">
                <a:solidFill>
                  <a:srgbClr val="147D78"/>
                </a:solidFill>
                <a:latin typeface="Yu Gothic"/>
                <a:ea typeface="Yu Gothic"/>
                <a:cs typeface="Yu Gothic"/>
              </a:defRPr>
            </a:lvl4pPr>
            <a:lvl5pPr algn="l">
              <a:defRPr sz="1350" b="1">
                <a:solidFill>
                  <a:srgbClr val="147D78"/>
                </a:solidFill>
                <a:latin typeface="Yu Gothic"/>
                <a:ea typeface="Yu Gothic"/>
                <a:cs typeface="Yu Gothic"/>
              </a:defRPr>
            </a:lvl5pPr>
            <a:lvl6pPr algn="l">
              <a:defRPr sz="1350" b="1">
                <a:solidFill>
                  <a:srgbClr val="147D78"/>
                </a:solidFill>
                <a:latin typeface="Yu Gothic"/>
                <a:ea typeface="Yu Gothic"/>
                <a:cs typeface="Yu Gothic"/>
              </a:defRPr>
            </a:lvl6pPr>
            <a:lvl7pPr algn="l">
              <a:defRPr sz="1350" b="1">
                <a:solidFill>
                  <a:srgbClr val="147D78"/>
                </a:solidFill>
                <a:latin typeface="Yu Gothic"/>
                <a:ea typeface="Yu Gothic"/>
                <a:cs typeface="Yu Gothic"/>
              </a:defRPr>
            </a:lvl7pPr>
            <a:lvl8pPr algn="l">
              <a:defRPr sz="1350" b="1">
                <a:solidFill>
                  <a:srgbClr val="147D78"/>
                </a:solidFill>
                <a:latin typeface="Yu Gothic"/>
                <a:ea typeface="Yu Gothic"/>
                <a:cs typeface="Yu Gothic"/>
              </a:defRPr>
            </a:lvl8pPr>
            <a:lvl9pPr algn="l">
              <a:defRPr sz="1350" b="1">
                <a:solidFill>
                  <a:srgbClr val="147D78"/>
                </a:solidFill>
                <a:latin typeface="Yu Gothic"/>
                <a:ea typeface="Yu Gothic"/>
                <a:cs typeface="Yu Gothic"/>
              </a:defRPr>
            </a:lvl9pPr>
          </a:lstStyle>
          <a:p xmlns:a="http://schemas.openxmlformats.org/drawingml/2006/main">
            <a:pPr algn="l">
              <a:defRPr sz="1350" b="1">
                <a:solidFill>
                  <a:srgbClr val="147D78"/>
                </a:solidFill>
                <a:latin typeface="Yu Gothic"/>
                <a:ea typeface="Yu Gothic"/>
                <a:cs typeface="Yu Gothic"/>
              </a:defRPr>
            </a:pPr>
            <a:r>
              <a:rPr sz="1350" b="1">
                <a:solidFill>
                  <a:srgbClr val="147D78"/>
                </a:solidFill>
                <a:latin typeface="Yu Gothic"/>
                <a:ea typeface="Yu Gothic"/>
                <a:cs typeface="Yu Gothic"/>
              </a:rPr>
              <a:t>次の作業</a:t>
            </a:r>
          </a:p>
        </p:txBody>
      </p:sp>
      <p:sp>
        <p:nvSpPr>
          <p:cNvPr id="26" name="">
            <a:extLst xmlns:a="http://schemas.openxmlformats.org/drawingml/2006/main">
              <a:ext uri="{FF2B5EF4-FFF2-40B4-BE49-F238E27FC236}">
                <a16:creationId xmlns:a16="http://schemas.microsoft.com/office/drawing/2014/main" id="{6F81351D-59A9-4F58-9AE9-F9330800C0A7}"/>
              </a:ext>
            </a:extLst>
          </p:cNvPr>
          <p:cNvSpPr>
            <a:spLocks xmlns:a="http://schemas.openxmlformats.org/drawingml/2006/main" noGrp="1"/>
          </p:cNvSpPr>
          <p:nvPr/>
        </p:nvSpPr>
        <p:spPr>
          <a:xfrm xmlns:a="http://schemas.openxmlformats.org/drawingml/2006/main">
            <a:off x="2905125" y="5362575"/>
            <a:ext cx="8143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142B3B"/>
                </a:solidFill>
                <a:latin typeface="Yu Gothic"/>
                <a:ea typeface="Yu Gothic"/>
                <a:cs typeface="Yu Gothic"/>
              </a:defRPr>
            </a:defPPr>
            <a:lvl1pPr algn="l">
              <a:defRPr sz="1575" b="1">
                <a:solidFill>
                  <a:srgbClr val="142B3B"/>
                </a:solidFill>
                <a:latin typeface="Yu Gothic"/>
                <a:ea typeface="Yu Gothic"/>
                <a:cs typeface="Yu Gothic"/>
              </a:defRPr>
            </a:lvl1pPr>
            <a:lvl2pPr algn="l">
              <a:defRPr sz="1575" b="1">
                <a:solidFill>
                  <a:srgbClr val="142B3B"/>
                </a:solidFill>
                <a:latin typeface="Yu Gothic"/>
                <a:ea typeface="Yu Gothic"/>
                <a:cs typeface="Yu Gothic"/>
              </a:defRPr>
            </a:lvl2pPr>
            <a:lvl3pPr algn="l">
              <a:defRPr sz="1575" b="1">
                <a:solidFill>
                  <a:srgbClr val="142B3B"/>
                </a:solidFill>
                <a:latin typeface="Yu Gothic"/>
                <a:ea typeface="Yu Gothic"/>
                <a:cs typeface="Yu Gothic"/>
              </a:defRPr>
            </a:lvl3pPr>
            <a:lvl4pPr algn="l">
              <a:defRPr sz="1575" b="1">
                <a:solidFill>
                  <a:srgbClr val="142B3B"/>
                </a:solidFill>
                <a:latin typeface="Yu Gothic"/>
                <a:ea typeface="Yu Gothic"/>
                <a:cs typeface="Yu Gothic"/>
              </a:defRPr>
            </a:lvl4pPr>
            <a:lvl5pPr algn="l">
              <a:defRPr sz="1575" b="1">
                <a:solidFill>
                  <a:srgbClr val="142B3B"/>
                </a:solidFill>
                <a:latin typeface="Yu Gothic"/>
                <a:ea typeface="Yu Gothic"/>
                <a:cs typeface="Yu Gothic"/>
              </a:defRPr>
            </a:lvl5pPr>
            <a:lvl6pPr algn="l">
              <a:defRPr sz="1575" b="1">
                <a:solidFill>
                  <a:srgbClr val="142B3B"/>
                </a:solidFill>
                <a:latin typeface="Yu Gothic"/>
                <a:ea typeface="Yu Gothic"/>
                <a:cs typeface="Yu Gothic"/>
              </a:defRPr>
            </a:lvl6pPr>
            <a:lvl7pPr algn="l">
              <a:defRPr sz="1575" b="1">
                <a:solidFill>
                  <a:srgbClr val="142B3B"/>
                </a:solidFill>
                <a:latin typeface="Yu Gothic"/>
                <a:ea typeface="Yu Gothic"/>
                <a:cs typeface="Yu Gothic"/>
              </a:defRPr>
            </a:lvl7pPr>
            <a:lvl8pPr algn="l">
              <a:defRPr sz="1575" b="1">
                <a:solidFill>
                  <a:srgbClr val="142B3B"/>
                </a:solidFill>
                <a:latin typeface="Yu Gothic"/>
                <a:ea typeface="Yu Gothic"/>
                <a:cs typeface="Yu Gothic"/>
              </a:defRPr>
            </a:lvl8pPr>
            <a:lvl9pPr algn="l">
              <a:defRPr sz="1575" b="1">
                <a:solidFill>
                  <a:srgbClr val="142B3B"/>
                </a:solidFill>
                <a:latin typeface="Yu Gothic"/>
                <a:ea typeface="Yu Gothic"/>
                <a:cs typeface="Yu Gothic"/>
              </a:defRPr>
            </a:lvl9pPr>
          </a:lstStyle>
          <a:p xmlns:a="http://schemas.openxmlformats.org/drawingml/2006/main">
            <a:pPr algn="l">
              <a:defRPr sz="1575" b="1">
                <a:solidFill>
                  <a:srgbClr val="142B3B"/>
                </a:solidFill>
                <a:latin typeface="Yu Gothic"/>
                <a:ea typeface="Yu Gothic"/>
                <a:cs typeface="Yu Gothic"/>
              </a:defRPr>
            </a:pPr>
            <a:r>
              <a:rPr sz="1575" b="1">
                <a:solidFill>
                  <a:srgbClr val="142B3B"/>
                </a:solidFill>
                <a:latin typeface="Yu Gothic"/>
                <a:ea typeface="Yu Gothic"/>
                <a:cs typeface="Yu Gothic"/>
              </a:rPr>
              <a:t>分析メモを基に結果と限界を整理し、論文草稿の作成へ進む</a:t>
            </a:r>
          </a:p>
        </p:txBody>
      </p:sp>
    </p:spTree>
    <p:extLst>
      <p:ext uri="{BB962C8B-B14F-4D97-AF65-F5344CB8AC3E}">
        <p14:creationId xmlns:p14="http://schemas.microsoft.com/office/powerpoint/2010/main" val="1695598371"/>
      </p:ext>
    </p:extLst>
  </p:cSld>
</p:sld>
</file>

<file path=ppt/slides/slide7.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2339836-470B-4FCE-A1FE-EDA3A785CC10}"/>
              </a:ext>
            </a:extLst>
          </p:cNvPr>
          <p:cNvSpPr>
            <a:spLocks xmlns:a="http://schemas.openxmlformats.org/drawingml/2006/main" noGrp="1"/>
          </p:cNvSpPr>
          <p:nvPr/>
        </p:nvSpPr>
        <p:spPr>
          <a:xfrm xmlns:a="http://schemas.openxmlformats.org/drawingml/2006/main">
            <a:off x="685800" y="26670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47D78"/>
                </a:solidFill>
                <a:latin typeface="Yu Gothic"/>
                <a:ea typeface="Yu Gothic"/>
                <a:cs typeface="Yu Gothic"/>
              </a:defRPr>
            </a:defPPr>
            <a:lvl1pPr algn="l">
              <a:defRPr sz="1050" b="1">
                <a:solidFill>
                  <a:srgbClr val="147D78"/>
                </a:solidFill>
                <a:latin typeface="Yu Gothic"/>
                <a:ea typeface="Yu Gothic"/>
                <a:cs typeface="Yu Gothic"/>
              </a:defRPr>
            </a:lvl1pPr>
            <a:lvl2pPr algn="l">
              <a:defRPr sz="1050" b="1">
                <a:solidFill>
                  <a:srgbClr val="147D78"/>
                </a:solidFill>
                <a:latin typeface="Yu Gothic"/>
                <a:ea typeface="Yu Gothic"/>
                <a:cs typeface="Yu Gothic"/>
              </a:defRPr>
            </a:lvl2pPr>
            <a:lvl3pPr algn="l">
              <a:defRPr sz="1050" b="1">
                <a:solidFill>
                  <a:srgbClr val="147D78"/>
                </a:solidFill>
                <a:latin typeface="Yu Gothic"/>
                <a:ea typeface="Yu Gothic"/>
                <a:cs typeface="Yu Gothic"/>
              </a:defRPr>
            </a:lvl3pPr>
            <a:lvl4pPr algn="l">
              <a:defRPr sz="1050" b="1">
                <a:solidFill>
                  <a:srgbClr val="147D78"/>
                </a:solidFill>
                <a:latin typeface="Yu Gothic"/>
                <a:ea typeface="Yu Gothic"/>
                <a:cs typeface="Yu Gothic"/>
              </a:defRPr>
            </a:lvl4pPr>
            <a:lvl5pPr algn="l">
              <a:defRPr sz="1050" b="1">
                <a:solidFill>
                  <a:srgbClr val="147D78"/>
                </a:solidFill>
                <a:latin typeface="Yu Gothic"/>
                <a:ea typeface="Yu Gothic"/>
                <a:cs typeface="Yu Gothic"/>
              </a:defRPr>
            </a:lvl5pPr>
            <a:lvl6pPr algn="l">
              <a:defRPr sz="1050" b="1">
                <a:solidFill>
                  <a:srgbClr val="147D78"/>
                </a:solidFill>
                <a:latin typeface="Yu Gothic"/>
                <a:ea typeface="Yu Gothic"/>
                <a:cs typeface="Yu Gothic"/>
              </a:defRPr>
            </a:lvl6pPr>
            <a:lvl7pPr algn="l">
              <a:defRPr sz="1050" b="1">
                <a:solidFill>
                  <a:srgbClr val="147D78"/>
                </a:solidFill>
                <a:latin typeface="Yu Gothic"/>
                <a:ea typeface="Yu Gothic"/>
                <a:cs typeface="Yu Gothic"/>
              </a:defRPr>
            </a:lvl7pPr>
            <a:lvl8pPr algn="l">
              <a:defRPr sz="1050" b="1">
                <a:solidFill>
                  <a:srgbClr val="147D78"/>
                </a:solidFill>
                <a:latin typeface="Yu Gothic"/>
                <a:ea typeface="Yu Gothic"/>
                <a:cs typeface="Yu Gothic"/>
              </a:defRPr>
            </a:lvl8pPr>
            <a:lvl9pPr algn="l">
              <a:defRPr sz="1050" b="1">
                <a:solidFill>
                  <a:srgbClr val="147D78"/>
                </a:solidFill>
                <a:latin typeface="Yu Gothic"/>
                <a:ea typeface="Yu Gothic"/>
                <a:cs typeface="Yu Gothic"/>
              </a:defRPr>
            </a:lvl9pPr>
          </a:lstStyle>
          <a:p xmlns:a="http://schemas.openxmlformats.org/drawingml/2006/main">
            <a:pPr algn="l">
              <a:defRPr sz="1050" b="1">
                <a:solidFill>
                  <a:srgbClr val="147D78"/>
                </a:solidFill>
                <a:latin typeface="Yu Gothic"/>
                <a:ea typeface="Yu Gothic"/>
                <a:cs typeface="Yu Gothic"/>
              </a:defRPr>
            </a:pPr>
            <a:r>
              <a:rPr sz="1050" b="1">
                <a:solidFill>
                  <a:srgbClr val="147D78"/>
                </a:solidFill>
                <a:latin typeface="Yu Gothic"/>
                <a:ea typeface="Yu Gothic"/>
                <a:cs typeface="Yu Gothic"/>
              </a:rPr>
              <a:t>進捗と今後の予定</a:t>
            </a:r>
          </a:p>
        </p:txBody>
      </p:sp>
      <p:sp>
        <p:nvSpPr>
          <p:cNvPr id="2" name="">
            <a:extLst xmlns:a="http://schemas.openxmlformats.org/drawingml/2006/main">
              <a:ext uri="{FF2B5EF4-FFF2-40B4-BE49-F238E27FC236}">
                <a16:creationId xmlns:a16="http://schemas.microsoft.com/office/drawing/2014/main" id="{34265749-178B-4948-9A03-9111EFB2F724}"/>
              </a:ext>
            </a:extLst>
          </p:cNvPr>
          <p:cNvSpPr>
            <a:spLocks xmlns:a="http://schemas.openxmlformats.org/drawingml/2006/main" noGrp="1"/>
          </p:cNvSpPr>
          <p:nvPr/>
        </p:nvSpPr>
        <p:spPr>
          <a:xfrm xmlns:a="http://schemas.openxmlformats.org/drawingml/2006/main">
            <a:off x="685800" y="600075"/>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925" b="1">
                <a:solidFill>
                  <a:srgbClr val="142B3B"/>
                </a:solidFill>
                <a:latin typeface="Yu Gothic"/>
                <a:ea typeface="Yu Gothic"/>
                <a:cs typeface="Yu Gothic"/>
              </a:defRPr>
            </a:defPPr>
            <a:lvl1pPr algn="l">
              <a:defRPr sz="2925" b="1">
                <a:solidFill>
                  <a:srgbClr val="142B3B"/>
                </a:solidFill>
                <a:latin typeface="Yu Gothic"/>
                <a:ea typeface="Yu Gothic"/>
                <a:cs typeface="Yu Gothic"/>
              </a:defRPr>
            </a:lvl1pPr>
            <a:lvl2pPr algn="l">
              <a:defRPr sz="2925" b="1">
                <a:solidFill>
                  <a:srgbClr val="142B3B"/>
                </a:solidFill>
                <a:latin typeface="Yu Gothic"/>
                <a:ea typeface="Yu Gothic"/>
                <a:cs typeface="Yu Gothic"/>
              </a:defRPr>
            </a:lvl2pPr>
            <a:lvl3pPr algn="l">
              <a:defRPr sz="2925" b="1">
                <a:solidFill>
                  <a:srgbClr val="142B3B"/>
                </a:solidFill>
                <a:latin typeface="Yu Gothic"/>
                <a:ea typeface="Yu Gothic"/>
                <a:cs typeface="Yu Gothic"/>
              </a:defRPr>
            </a:lvl3pPr>
            <a:lvl4pPr algn="l">
              <a:defRPr sz="2925" b="1">
                <a:solidFill>
                  <a:srgbClr val="142B3B"/>
                </a:solidFill>
                <a:latin typeface="Yu Gothic"/>
                <a:ea typeface="Yu Gothic"/>
                <a:cs typeface="Yu Gothic"/>
              </a:defRPr>
            </a:lvl4pPr>
            <a:lvl5pPr algn="l">
              <a:defRPr sz="2925" b="1">
                <a:solidFill>
                  <a:srgbClr val="142B3B"/>
                </a:solidFill>
                <a:latin typeface="Yu Gothic"/>
                <a:ea typeface="Yu Gothic"/>
                <a:cs typeface="Yu Gothic"/>
              </a:defRPr>
            </a:lvl5pPr>
            <a:lvl6pPr algn="l">
              <a:defRPr sz="2925" b="1">
                <a:solidFill>
                  <a:srgbClr val="142B3B"/>
                </a:solidFill>
                <a:latin typeface="Yu Gothic"/>
                <a:ea typeface="Yu Gothic"/>
                <a:cs typeface="Yu Gothic"/>
              </a:defRPr>
            </a:lvl6pPr>
            <a:lvl7pPr algn="l">
              <a:defRPr sz="2925" b="1">
                <a:solidFill>
                  <a:srgbClr val="142B3B"/>
                </a:solidFill>
                <a:latin typeface="Yu Gothic"/>
                <a:ea typeface="Yu Gothic"/>
                <a:cs typeface="Yu Gothic"/>
              </a:defRPr>
            </a:lvl7pPr>
            <a:lvl8pPr algn="l">
              <a:defRPr sz="2925" b="1">
                <a:solidFill>
                  <a:srgbClr val="142B3B"/>
                </a:solidFill>
                <a:latin typeface="Yu Gothic"/>
                <a:ea typeface="Yu Gothic"/>
                <a:cs typeface="Yu Gothic"/>
              </a:defRPr>
            </a:lvl8pPr>
            <a:lvl9pPr algn="l">
              <a:defRPr sz="2925" b="1">
                <a:solidFill>
                  <a:srgbClr val="142B3B"/>
                </a:solidFill>
                <a:latin typeface="Yu Gothic"/>
                <a:ea typeface="Yu Gothic"/>
                <a:cs typeface="Yu Gothic"/>
              </a:defRPr>
            </a:lvl9pPr>
          </a:lstStyle>
          <a:p xmlns:a="http://schemas.openxmlformats.org/drawingml/2006/main">
            <a:pPr algn="l">
              <a:defRPr sz="2925" b="1">
                <a:solidFill>
                  <a:srgbClr val="142B3B"/>
                </a:solidFill>
                <a:latin typeface="Yu Gothic"/>
                <a:ea typeface="Yu Gothic"/>
                <a:cs typeface="Yu Gothic"/>
              </a:defRPr>
            </a:pPr>
            <a:r>
              <a:rPr sz="2925" b="1">
                <a:solidFill>
                  <a:srgbClr val="142B3B"/>
                </a:solidFill>
                <a:latin typeface="Yu Gothic"/>
                <a:ea typeface="Yu Gothic"/>
                <a:cs typeface="Yu Gothic"/>
              </a:rPr>
              <a:t>予定より先に実験と分析が完了、次は結果の確認と論文準備</a:t>
            </a:r>
          </a:p>
        </p:txBody>
      </p:sp>
      <p:sp>
        <p:nvSpPr>
          <p:cNvPr id="3" name="">
            <a:extLst xmlns:a="http://schemas.openxmlformats.org/drawingml/2006/main">
              <a:ext uri="{FF2B5EF4-FFF2-40B4-BE49-F238E27FC236}">
                <a16:creationId xmlns:a16="http://schemas.microsoft.com/office/drawing/2014/main" id="{6F484263-6153-4D87-A142-BCF2C35CDB73}"/>
              </a:ext>
            </a:extLst>
          </p:cNvPr>
          <p:cNvSpPr>
            <a:spLocks xmlns:a="http://schemas.openxmlformats.org/drawingml/2006/main" noGrp="1"/>
          </p:cNvSpPr>
          <p:nvPr/>
        </p:nvSpPr>
        <p:spPr>
          <a:xfrm xmlns:a="http://schemas.openxmlformats.org/drawingml/2006/main">
            <a:off x="685800" y="1285875"/>
            <a:ext cx="10820400" cy="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4" name="">
            <a:extLst xmlns:a="http://schemas.openxmlformats.org/drawingml/2006/main">
              <a:ext uri="{FF2B5EF4-FFF2-40B4-BE49-F238E27FC236}">
                <a16:creationId xmlns:a16="http://schemas.microsoft.com/office/drawing/2014/main" id="{AC9C78D5-628F-4067-B532-BDFDC0673378}"/>
              </a:ext>
            </a:extLst>
          </p:cNvPr>
          <p:cNvSpPr>
            <a:spLocks xmlns:a="http://schemas.openxmlformats.org/drawingml/2006/main" noGrp="1"/>
          </p:cNvSpPr>
          <p:nvPr/>
        </p:nvSpPr>
        <p:spPr>
          <a:xfrm xmlns:a="http://schemas.openxmlformats.org/drawingml/2006/main">
            <a:off x="11068050" y="6391275"/>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5B6D76"/>
                </a:solidFill>
                <a:latin typeface="Yu Gothic"/>
                <a:ea typeface="Yu Gothic"/>
                <a:cs typeface="Yu Gothic"/>
              </a:defRPr>
            </a:defPPr>
            <a:lvl1pPr algn="r">
              <a:defRPr sz="1050" b="1">
                <a:solidFill>
                  <a:srgbClr val="5B6D76"/>
                </a:solidFill>
                <a:latin typeface="Yu Gothic"/>
                <a:ea typeface="Yu Gothic"/>
                <a:cs typeface="Yu Gothic"/>
              </a:defRPr>
            </a:lvl1pPr>
            <a:lvl2pPr algn="r">
              <a:defRPr sz="1050" b="1">
                <a:solidFill>
                  <a:srgbClr val="5B6D76"/>
                </a:solidFill>
                <a:latin typeface="Yu Gothic"/>
                <a:ea typeface="Yu Gothic"/>
                <a:cs typeface="Yu Gothic"/>
              </a:defRPr>
            </a:lvl2pPr>
            <a:lvl3pPr algn="r">
              <a:defRPr sz="1050" b="1">
                <a:solidFill>
                  <a:srgbClr val="5B6D76"/>
                </a:solidFill>
                <a:latin typeface="Yu Gothic"/>
                <a:ea typeface="Yu Gothic"/>
                <a:cs typeface="Yu Gothic"/>
              </a:defRPr>
            </a:lvl3pPr>
            <a:lvl4pPr algn="r">
              <a:defRPr sz="1050" b="1">
                <a:solidFill>
                  <a:srgbClr val="5B6D76"/>
                </a:solidFill>
                <a:latin typeface="Yu Gothic"/>
                <a:ea typeface="Yu Gothic"/>
                <a:cs typeface="Yu Gothic"/>
              </a:defRPr>
            </a:lvl4pPr>
            <a:lvl5pPr algn="r">
              <a:defRPr sz="1050" b="1">
                <a:solidFill>
                  <a:srgbClr val="5B6D76"/>
                </a:solidFill>
                <a:latin typeface="Yu Gothic"/>
                <a:ea typeface="Yu Gothic"/>
                <a:cs typeface="Yu Gothic"/>
              </a:defRPr>
            </a:lvl5pPr>
            <a:lvl6pPr algn="r">
              <a:defRPr sz="1050" b="1">
                <a:solidFill>
                  <a:srgbClr val="5B6D76"/>
                </a:solidFill>
                <a:latin typeface="Yu Gothic"/>
                <a:ea typeface="Yu Gothic"/>
                <a:cs typeface="Yu Gothic"/>
              </a:defRPr>
            </a:lvl6pPr>
            <a:lvl7pPr algn="r">
              <a:defRPr sz="1050" b="1">
                <a:solidFill>
                  <a:srgbClr val="5B6D76"/>
                </a:solidFill>
                <a:latin typeface="Yu Gothic"/>
                <a:ea typeface="Yu Gothic"/>
                <a:cs typeface="Yu Gothic"/>
              </a:defRPr>
            </a:lvl7pPr>
            <a:lvl8pPr algn="r">
              <a:defRPr sz="1050" b="1">
                <a:solidFill>
                  <a:srgbClr val="5B6D76"/>
                </a:solidFill>
                <a:latin typeface="Yu Gothic"/>
                <a:ea typeface="Yu Gothic"/>
                <a:cs typeface="Yu Gothic"/>
              </a:defRPr>
            </a:lvl8pPr>
            <a:lvl9pPr algn="r">
              <a:defRPr sz="1050" b="1">
                <a:solidFill>
                  <a:srgbClr val="5B6D76"/>
                </a:solidFill>
                <a:latin typeface="Yu Gothic"/>
                <a:ea typeface="Yu Gothic"/>
                <a:cs typeface="Yu Gothic"/>
              </a:defRPr>
            </a:lvl9pPr>
          </a:lstStyle>
          <a:p xmlns:a="http://schemas.openxmlformats.org/drawingml/2006/main">
            <a:pPr algn="r">
              <a:defRPr sz="1050" b="1">
                <a:solidFill>
                  <a:srgbClr val="5B6D76"/>
                </a:solidFill>
                <a:latin typeface="Yu Gothic"/>
                <a:ea typeface="Yu Gothic"/>
                <a:cs typeface="Yu Gothic"/>
              </a:defRPr>
            </a:pPr>
            <a:r>
              <a:rPr sz="1050" b="1">
                <a:solidFill>
                  <a:srgbClr val="5B6D76"/>
                </a:solidFill>
                <a:latin typeface="Yu Gothic"/>
                <a:ea typeface="Yu Gothic"/>
                <a:cs typeface="Yu Gothic"/>
              </a:rPr>
              <a:t>07</a:t>
            </a:r>
          </a:p>
        </p:txBody>
      </p:sp>
      <p:sp>
        <p:nvSpPr>
          <p:cNvPr id="5" name="">
            <a:extLst xmlns:a="http://schemas.openxmlformats.org/drawingml/2006/main">
              <a:ext uri="{FF2B5EF4-FFF2-40B4-BE49-F238E27FC236}">
                <a16:creationId xmlns:a16="http://schemas.microsoft.com/office/drawing/2014/main" id="{6B665C0D-3810-4F23-8BF3-39CEA8187A4C}"/>
              </a:ext>
            </a:extLst>
          </p:cNvPr>
          <p:cNvSpPr>
            <a:spLocks xmlns:a="http://schemas.openxmlformats.org/drawingml/2006/main" noGrp="1"/>
          </p:cNvSpPr>
          <p:nvPr/>
        </p:nvSpPr>
        <p:spPr>
          <a:xfrm xmlns:a="http://schemas.openxmlformats.org/drawingml/2006/main">
            <a:off x="723900" y="158115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147D78"/>
                </a:solidFill>
                <a:latin typeface="Yu Gothic"/>
                <a:ea typeface="Yu Gothic"/>
                <a:cs typeface="Yu Gothic"/>
              </a:defRPr>
            </a:defPPr>
            <a:lvl1pPr algn="l">
              <a:defRPr sz="1350" b="1">
                <a:solidFill>
                  <a:srgbClr val="147D78"/>
                </a:solidFill>
                <a:latin typeface="Yu Gothic"/>
                <a:ea typeface="Yu Gothic"/>
                <a:cs typeface="Yu Gothic"/>
              </a:defRPr>
            </a:lvl1pPr>
            <a:lvl2pPr algn="l">
              <a:defRPr sz="1350" b="1">
                <a:solidFill>
                  <a:srgbClr val="147D78"/>
                </a:solidFill>
                <a:latin typeface="Yu Gothic"/>
                <a:ea typeface="Yu Gothic"/>
                <a:cs typeface="Yu Gothic"/>
              </a:defRPr>
            </a:lvl2pPr>
            <a:lvl3pPr algn="l">
              <a:defRPr sz="1350" b="1">
                <a:solidFill>
                  <a:srgbClr val="147D78"/>
                </a:solidFill>
                <a:latin typeface="Yu Gothic"/>
                <a:ea typeface="Yu Gothic"/>
                <a:cs typeface="Yu Gothic"/>
              </a:defRPr>
            </a:lvl3pPr>
            <a:lvl4pPr algn="l">
              <a:defRPr sz="1350" b="1">
                <a:solidFill>
                  <a:srgbClr val="147D78"/>
                </a:solidFill>
                <a:latin typeface="Yu Gothic"/>
                <a:ea typeface="Yu Gothic"/>
                <a:cs typeface="Yu Gothic"/>
              </a:defRPr>
            </a:lvl4pPr>
            <a:lvl5pPr algn="l">
              <a:defRPr sz="1350" b="1">
                <a:solidFill>
                  <a:srgbClr val="147D78"/>
                </a:solidFill>
                <a:latin typeface="Yu Gothic"/>
                <a:ea typeface="Yu Gothic"/>
                <a:cs typeface="Yu Gothic"/>
              </a:defRPr>
            </a:lvl5pPr>
            <a:lvl6pPr algn="l">
              <a:defRPr sz="1350" b="1">
                <a:solidFill>
                  <a:srgbClr val="147D78"/>
                </a:solidFill>
                <a:latin typeface="Yu Gothic"/>
                <a:ea typeface="Yu Gothic"/>
                <a:cs typeface="Yu Gothic"/>
              </a:defRPr>
            </a:lvl6pPr>
            <a:lvl7pPr algn="l">
              <a:defRPr sz="1350" b="1">
                <a:solidFill>
                  <a:srgbClr val="147D78"/>
                </a:solidFill>
                <a:latin typeface="Yu Gothic"/>
                <a:ea typeface="Yu Gothic"/>
                <a:cs typeface="Yu Gothic"/>
              </a:defRPr>
            </a:lvl7pPr>
            <a:lvl8pPr algn="l">
              <a:defRPr sz="1350" b="1">
                <a:solidFill>
                  <a:srgbClr val="147D78"/>
                </a:solidFill>
                <a:latin typeface="Yu Gothic"/>
                <a:ea typeface="Yu Gothic"/>
                <a:cs typeface="Yu Gothic"/>
              </a:defRPr>
            </a:lvl8pPr>
            <a:lvl9pPr algn="l">
              <a:defRPr sz="1350" b="1">
                <a:solidFill>
                  <a:srgbClr val="147D78"/>
                </a:solidFill>
                <a:latin typeface="Yu Gothic"/>
                <a:ea typeface="Yu Gothic"/>
                <a:cs typeface="Yu Gothic"/>
              </a:defRPr>
            </a:lvl9pPr>
          </a:lstStyle>
          <a:p xmlns:a="http://schemas.openxmlformats.org/drawingml/2006/main">
            <a:pPr algn="l">
              <a:defRPr sz="1350" b="1">
                <a:solidFill>
                  <a:srgbClr val="147D78"/>
                </a:solidFill>
                <a:latin typeface="Yu Gothic"/>
                <a:ea typeface="Yu Gothic"/>
                <a:cs typeface="Yu Gothic"/>
              </a:defRPr>
            </a:pPr>
            <a:r>
              <a:rPr sz="1350" b="1">
                <a:solidFill>
                  <a:srgbClr val="147D78"/>
                </a:solidFill>
                <a:latin typeface="Yu Gothic"/>
                <a:ea typeface="Yu Gothic"/>
                <a:cs typeface="Yu Gothic"/>
              </a:rPr>
              <a:t>ここまでの実績</a:t>
            </a:r>
          </a:p>
        </p:txBody>
      </p:sp>
      <p:sp>
        <p:nvSpPr>
          <p:cNvPr id="6" name="">
            <a:extLst xmlns:a="http://schemas.openxmlformats.org/drawingml/2006/main">
              <a:ext uri="{FF2B5EF4-FFF2-40B4-BE49-F238E27FC236}">
                <a16:creationId xmlns:a16="http://schemas.microsoft.com/office/drawing/2014/main" id="{3063C78A-13A3-414E-9E78-0E40874B92BD}"/>
              </a:ext>
            </a:extLst>
          </p:cNvPr>
          <p:cNvSpPr>
            <a:spLocks xmlns:a="http://schemas.openxmlformats.org/drawingml/2006/main" noGrp="1"/>
          </p:cNvSpPr>
          <p:nvPr/>
        </p:nvSpPr>
        <p:spPr>
          <a:xfrm xmlns:a="http://schemas.openxmlformats.org/drawingml/2006/main">
            <a:off x="723900" y="2009775"/>
            <a:ext cx="37623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0">
                <a:solidFill>
                  <a:srgbClr val="142B3B"/>
                </a:solidFill>
                <a:latin typeface="Yu Gothic"/>
                <a:ea typeface="Yu Gothic"/>
                <a:cs typeface="Yu Gothic"/>
              </a:defRPr>
            </a:defPPr>
            <a:lvl1pPr algn="l">
              <a:defRPr sz="1575" b="0">
                <a:solidFill>
                  <a:srgbClr val="142B3B"/>
                </a:solidFill>
                <a:latin typeface="Yu Gothic"/>
                <a:ea typeface="Yu Gothic"/>
                <a:cs typeface="Yu Gothic"/>
              </a:defRPr>
            </a:lvl1pPr>
            <a:lvl2pPr algn="l">
              <a:defRPr sz="1575" b="0">
                <a:solidFill>
                  <a:srgbClr val="142B3B"/>
                </a:solidFill>
                <a:latin typeface="Yu Gothic"/>
                <a:ea typeface="Yu Gothic"/>
                <a:cs typeface="Yu Gothic"/>
              </a:defRPr>
            </a:lvl2pPr>
            <a:lvl3pPr algn="l">
              <a:defRPr sz="1575" b="0">
                <a:solidFill>
                  <a:srgbClr val="142B3B"/>
                </a:solidFill>
                <a:latin typeface="Yu Gothic"/>
                <a:ea typeface="Yu Gothic"/>
                <a:cs typeface="Yu Gothic"/>
              </a:defRPr>
            </a:lvl3pPr>
            <a:lvl4pPr algn="l">
              <a:defRPr sz="1575" b="0">
                <a:solidFill>
                  <a:srgbClr val="142B3B"/>
                </a:solidFill>
                <a:latin typeface="Yu Gothic"/>
                <a:ea typeface="Yu Gothic"/>
                <a:cs typeface="Yu Gothic"/>
              </a:defRPr>
            </a:lvl4pPr>
            <a:lvl5pPr algn="l">
              <a:defRPr sz="1575" b="0">
                <a:solidFill>
                  <a:srgbClr val="142B3B"/>
                </a:solidFill>
                <a:latin typeface="Yu Gothic"/>
                <a:ea typeface="Yu Gothic"/>
                <a:cs typeface="Yu Gothic"/>
              </a:defRPr>
            </a:lvl5pPr>
            <a:lvl6pPr algn="l">
              <a:defRPr sz="1575" b="0">
                <a:solidFill>
                  <a:srgbClr val="142B3B"/>
                </a:solidFill>
                <a:latin typeface="Yu Gothic"/>
                <a:ea typeface="Yu Gothic"/>
                <a:cs typeface="Yu Gothic"/>
              </a:defRPr>
            </a:lvl6pPr>
            <a:lvl7pPr algn="l">
              <a:defRPr sz="1575" b="0">
                <a:solidFill>
                  <a:srgbClr val="142B3B"/>
                </a:solidFill>
                <a:latin typeface="Yu Gothic"/>
                <a:ea typeface="Yu Gothic"/>
                <a:cs typeface="Yu Gothic"/>
              </a:defRPr>
            </a:lvl7pPr>
            <a:lvl8pPr algn="l">
              <a:defRPr sz="1575" b="0">
                <a:solidFill>
                  <a:srgbClr val="142B3B"/>
                </a:solidFill>
                <a:latin typeface="Yu Gothic"/>
                <a:ea typeface="Yu Gothic"/>
                <a:cs typeface="Yu Gothic"/>
              </a:defRPr>
            </a:lvl8pPr>
            <a:lvl9pPr algn="l">
              <a:defRPr sz="1575" b="0">
                <a:solidFill>
                  <a:srgbClr val="142B3B"/>
                </a:solidFill>
                <a:latin typeface="Yu Gothic"/>
                <a:ea typeface="Yu Gothic"/>
                <a:cs typeface="Yu Gothic"/>
              </a:defRPr>
            </a:lvl9pPr>
          </a:lstStyle>
          <a:p xmlns:a="http://schemas.openxmlformats.org/drawingml/2006/main">
            <a:pPr algn="l">
              <a:defRPr sz="1575" b="0">
                <a:solidFill>
                  <a:srgbClr val="142B3B"/>
                </a:solidFill>
                <a:latin typeface="Yu Gothic"/>
                <a:ea typeface="Yu Gothic"/>
                <a:cs typeface="Yu Gothic"/>
              </a:defRPr>
            </a:pPr>
            <a:r>
              <a:rPr sz="1575" b="0">
                <a:solidFill>
                  <a:srgbClr val="142B3B"/>
                </a:solidFill>
                <a:latin typeface="Yu Gothic"/>
                <a:ea typeface="Yu Gothic"/>
                <a:cs typeface="Yu Gothic"/>
              </a:rPr>
              <a:t>環境・データ確認</a:t>
            </a:r>
          </a:p>
        </p:txBody>
      </p:sp>
      <p:sp>
        <p:nvSpPr>
          <p:cNvPr id="7" name="">
            <a:extLst xmlns:a="http://schemas.openxmlformats.org/drawingml/2006/main">
              <a:ext uri="{FF2B5EF4-FFF2-40B4-BE49-F238E27FC236}">
                <a16:creationId xmlns:a16="http://schemas.microsoft.com/office/drawing/2014/main" id="{E00AD8AF-BBB0-451A-8A70-7DDF28811CE4}"/>
              </a:ext>
            </a:extLst>
          </p:cNvPr>
          <p:cNvSpPr>
            <a:spLocks xmlns:a="http://schemas.openxmlformats.org/drawingml/2006/main" noGrp="1"/>
          </p:cNvSpPr>
          <p:nvPr/>
        </p:nvSpPr>
        <p:spPr>
          <a:xfrm xmlns:a="http://schemas.openxmlformats.org/drawingml/2006/main">
            <a:off x="4610100" y="2009775"/>
            <a:ext cx="1143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467A64"/>
                </a:solidFill>
                <a:latin typeface="Yu Gothic"/>
                <a:ea typeface="Yu Gothic"/>
                <a:cs typeface="Yu Gothic"/>
              </a:defRPr>
            </a:defPPr>
            <a:lvl1pPr algn="l">
              <a:defRPr sz="1350" b="1">
                <a:solidFill>
                  <a:srgbClr val="467A64"/>
                </a:solidFill>
                <a:latin typeface="Yu Gothic"/>
                <a:ea typeface="Yu Gothic"/>
                <a:cs typeface="Yu Gothic"/>
              </a:defRPr>
            </a:lvl1pPr>
            <a:lvl2pPr algn="l">
              <a:defRPr sz="1350" b="1">
                <a:solidFill>
                  <a:srgbClr val="467A64"/>
                </a:solidFill>
                <a:latin typeface="Yu Gothic"/>
                <a:ea typeface="Yu Gothic"/>
                <a:cs typeface="Yu Gothic"/>
              </a:defRPr>
            </a:lvl2pPr>
            <a:lvl3pPr algn="l">
              <a:defRPr sz="1350" b="1">
                <a:solidFill>
                  <a:srgbClr val="467A64"/>
                </a:solidFill>
                <a:latin typeface="Yu Gothic"/>
                <a:ea typeface="Yu Gothic"/>
                <a:cs typeface="Yu Gothic"/>
              </a:defRPr>
            </a:lvl3pPr>
            <a:lvl4pPr algn="l">
              <a:defRPr sz="1350" b="1">
                <a:solidFill>
                  <a:srgbClr val="467A64"/>
                </a:solidFill>
                <a:latin typeface="Yu Gothic"/>
                <a:ea typeface="Yu Gothic"/>
                <a:cs typeface="Yu Gothic"/>
              </a:defRPr>
            </a:lvl4pPr>
            <a:lvl5pPr algn="l">
              <a:defRPr sz="1350" b="1">
                <a:solidFill>
                  <a:srgbClr val="467A64"/>
                </a:solidFill>
                <a:latin typeface="Yu Gothic"/>
                <a:ea typeface="Yu Gothic"/>
                <a:cs typeface="Yu Gothic"/>
              </a:defRPr>
            </a:lvl5pPr>
            <a:lvl6pPr algn="l">
              <a:defRPr sz="1350" b="1">
                <a:solidFill>
                  <a:srgbClr val="467A64"/>
                </a:solidFill>
                <a:latin typeface="Yu Gothic"/>
                <a:ea typeface="Yu Gothic"/>
                <a:cs typeface="Yu Gothic"/>
              </a:defRPr>
            </a:lvl6pPr>
            <a:lvl7pPr algn="l">
              <a:defRPr sz="1350" b="1">
                <a:solidFill>
                  <a:srgbClr val="467A64"/>
                </a:solidFill>
                <a:latin typeface="Yu Gothic"/>
                <a:ea typeface="Yu Gothic"/>
                <a:cs typeface="Yu Gothic"/>
              </a:defRPr>
            </a:lvl7pPr>
            <a:lvl8pPr algn="l">
              <a:defRPr sz="1350" b="1">
                <a:solidFill>
                  <a:srgbClr val="467A64"/>
                </a:solidFill>
                <a:latin typeface="Yu Gothic"/>
                <a:ea typeface="Yu Gothic"/>
                <a:cs typeface="Yu Gothic"/>
              </a:defRPr>
            </a:lvl8pPr>
            <a:lvl9pPr algn="l">
              <a:defRPr sz="1350" b="1">
                <a:solidFill>
                  <a:srgbClr val="467A64"/>
                </a:solidFill>
                <a:latin typeface="Yu Gothic"/>
                <a:ea typeface="Yu Gothic"/>
                <a:cs typeface="Yu Gothic"/>
              </a:defRPr>
            </a:lvl9pPr>
          </a:lstStyle>
          <a:p xmlns:a="http://schemas.openxmlformats.org/drawingml/2006/main">
            <a:pPr algn="l">
              <a:defRPr sz="1350" b="1">
                <a:solidFill>
                  <a:srgbClr val="467A64"/>
                </a:solidFill>
                <a:latin typeface="Yu Gothic"/>
                <a:ea typeface="Yu Gothic"/>
                <a:cs typeface="Yu Gothic"/>
              </a:defRPr>
            </a:pPr>
            <a:r>
              <a:rPr sz="1350" b="1">
                <a:solidFill>
                  <a:srgbClr val="467A64"/>
                </a:solidFill>
                <a:latin typeface="Yu Gothic"/>
                <a:ea typeface="Yu Gothic"/>
                <a:cs typeface="Yu Gothic"/>
              </a:rPr>
              <a:t>完了</a:t>
            </a:r>
          </a:p>
        </p:txBody>
      </p:sp>
      <p:sp>
        <p:nvSpPr>
          <p:cNvPr id="8" name="">
            <a:extLst xmlns:a="http://schemas.openxmlformats.org/drawingml/2006/main">
              <a:ext uri="{FF2B5EF4-FFF2-40B4-BE49-F238E27FC236}">
                <a16:creationId xmlns:a16="http://schemas.microsoft.com/office/drawing/2014/main" id="{72FD6212-1593-4198-BCDE-A36C251A64C2}"/>
              </a:ext>
            </a:extLst>
          </p:cNvPr>
          <p:cNvSpPr>
            <a:spLocks xmlns:a="http://schemas.openxmlformats.org/drawingml/2006/main" noGrp="1"/>
          </p:cNvSpPr>
          <p:nvPr/>
        </p:nvSpPr>
        <p:spPr>
          <a:xfrm xmlns:a="http://schemas.openxmlformats.org/drawingml/2006/main">
            <a:off x="723900" y="2419350"/>
            <a:ext cx="5143500" cy="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9" name="">
            <a:extLst xmlns:a="http://schemas.openxmlformats.org/drawingml/2006/main">
              <a:ext uri="{FF2B5EF4-FFF2-40B4-BE49-F238E27FC236}">
                <a16:creationId xmlns:a16="http://schemas.microsoft.com/office/drawing/2014/main" id="{363A613A-F1C9-492C-A207-7725741527F2}"/>
              </a:ext>
            </a:extLst>
          </p:cNvPr>
          <p:cNvSpPr>
            <a:spLocks xmlns:a="http://schemas.openxmlformats.org/drawingml/2006/main" noGrp="1"/>
          </p:cNvSpPr>
          <p:nvPr/>
        </p:nvSpPr>
        <p:spPr>
          <a:xfrm xmlns:a="http://schemas.openxmlformats.org/drawingml/2006/main">
            <a:off x="723900" y="2543175"/>
            <a:ext cx="37623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0">
                <a:solidFill>
                  <a:srgbClr val="142B3B"/>
                </a:solidFill>
                <a:latin typeface="Yu Gothic"/>
                <a:ea typeface="Yu Gothic"/>
                <a:cs typeface="Yu Gothic"/>
              </a:defRPr>
            </a:defPPr>
            <a:lvl1pPr algn="l">
              <a:defRPr sz="1575" b="0">
                <a:solidFill>
                  <a:srgbClr val="142B3B"/>
                </a:solidFill>
                <a:latin typeface="Yu Gothic"/>
                <a:ea typeface="Yu Gothic"/>
                <a:cs typeface="Yu Gothic"/>
              </a:defRPr>
            </a:lvl1pPr>
            <a:lvl2pPr algn="l">
              <a:defRPr sz="1575" b="0">
                <a:solidFill>
                  <a:srgbClr val="142B3B"/>
                </a:solidFill>
                <a:latin typeface="Yu Gothic"/>
                <a:ea typeface="Yu Gothic"/>
                <a:cs typeface="Yu Gothic"/>
              </a:defRPr>
            </a:lvl2pPr>
            <a:lvl3pPr algn="l">
              <a:defRPr sz="1575" b="0">
                <a:solidFill>
                  <a:srgbClr val="142B3B"/>
                </a:solidFill>
                <a:latin typeface="Yu Gothic"/>
                <a:ea typeface="Yu Gothic"/>
                <a:cs typeface="Yu Gothic"/>
              </a:defRPr>
            </a:lvl3pPr>
            <a:lvl4pPr algn="l">
              <a:defRPr sz="1575" b="0">
                <a:solidFill>
                  <a:srgbClr val="142B3B"/>
                </a:solidFill>
                <a:latin typeface="Yu Gothic"/>
                <a:ea typeface="Yu Gothic"/>
                <a:cs typeface="Yu Gothic"/>
              </a:defRPr>
            </a:lvl4pPr>
            <a:lvl5pPr algn="l">
              <a:defRPr sz="1575" b="0">
                <a:solidFill>
                  <a:srgbClr val="142B3B"/>
                </a:solidFill>
                <a:latin typeface="Yu Gothic"/>
                <a:ea typeface="Yu Gothic"/>
                <a:cs typeface="Yu Gothic"/>
              </a:defRPr>
            </a:lvl5pPr>
            <a:lvl6pPr algn="l">
              <a:defRPr sz="1575" b="0">
                <a:solidFill>
                  <a:srgbClr val="142B3B"/>
                </a:solidFill>
                <a:latin typeface="Yu Gothic"/>
                <a:ea typeface="Yu Gothic"/>
                <a:cs typeface="Yu Gothic"/>
              </a:defRPr>
            </a:lvl6pPr>
            <a:lvl7pPr algn="l">
              <a:defRPr sz="1575" b="0">
                <a:solidFill>
                  <a:srgbClr val="142B3B"/>
                </a:solidFill>
                <a:latin typeface="Yu Gothic"/>
                <a:ea typeface="Yu Gothic"/>
                <a:cs typeface="Yu Gothic"/>
              </a:defRPr>
            </a:lvl7pPr>
            <a:lvl8pPr algn="l">
              <a:defRPr sz="1575" b="0">
                <a:solidFill>
                  <a:srgbClr val="142B3B"/>
                </a:solidFill>
                <a:latin typeface="Yu Gothic"/>
                <a:ea typeface="Yu Gothic"/>
                <a:cs typeface="Yu Gothic"/>
              </a:defRPr>
            </a:lvl8pPr>
            <a:lvl9pPr algn="l">
              <a:defRPr sz="1575" b="0">
                <a:solidFill>
                  <a:srgbClr val="142B3B"/>
                </a:solidFill>
                <a:latin typeface="Yu Gothic"/>
                <a:ea typeface="Yu Gothic"/>
                <a:cs typeface="Yu Gothic"/>
              </a:defRPr>
            </a:lvl9pPr>
          </a:lstStyle>
          <a:p xmlns:a="http://schemas.openxmlformats.org/drawingml/2006/main">
            <a:pPr algn="l">
              <a:defRPr sz="1575" b="0">
                <a:solidFill>
                  <a:srgbClr val="142B3B"/>
                </a:solidFill>
                <a:latin typeface="Yu Gothic"/>
                <a:ea typeface="Yu Gothic"/>
                <a:cs typeface="Yu Gothic"/>
              </a:defRPr>
            </a:pPr>
            <a:r>
              <a:rPr sz="1575" b="0">
                <a:solidFill>
                  <a:srgbClr val="142B3B"/>
                </a:solidFill>
                <a:latin typeface="Yu Gothic"/>
                <a:ea typeface="Yu Gothic"/>
                <a:cs typeface="Yu Gothic"/>
              </a:rPr>
              <a:t>実験計画・基準モデル</a:t>
            </a:r>
          </a:p>
        </p:txBody>
      </p:sp>
      <p:sp>
        <p:nvSpPr>
          <p:cNvPr id="10" name="">
            <a:extLst xmlns:a="http://schemas.openxmlformats.org/drawingml/2006/main">
              <a:ext uri="{FF2B5EF4-FFF2-40B4-BE49-F238E27FC236}">
                <a16:creationId xmlns:a16="http://schemas.microsoft.com/office/drawing/2014/main" id="{7C560670-19D8-462D-B7BA-C7866F5C855D}"/>
              </a:ext>
            </a:extLst>
          </p:cNvPr>
          <p:cNvSpPr>
            <a:spLocks xmlns:a="http://schemas.openxmlformats.org/drawingml/2006/main" noGrp="1"/>
          </p:cNvSpPr>
          <p:nvPr/>
        </p:nvSpPr>
        <p:spPr>
          <a:xfrm xmlns:a="http://schemas.openxmlformats.org/drawingml/2006/main">
            <a:off x="4610100" y="2543175"/>
            <a:ext cx="1143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467A64"/>
                </a:solidFill>
                <a:latin typeface="Yu Gothic"/>
                <a:ea typeface="Yu Gothic"/>
                <a:cs typeface="Yu Gothic"/>
              </a:defRPr>
            </a:defPPr>
            <a:lvl1pPr algn="l">
              <a:defRPr sz="1350" b="1">
                <a:solidFill>
                  <a:srgbClr val="467A64"/>
                </a:solidFill>
                <a:latin typeface="Yu Gothic"/>
                <a:ea typeface="Yu Gothic"/>
                <a:cs typeface="Yu Gothic"/>
              </a:defRPr>
            </a:lvl1pPr>
            <a:lvl2pPr algn="l">
              <a:defRPr sz="1350" b="1">
                <a:solidFill>
                  <a:srgbClr val="467A64"/>
                </a:solidFill>
                <a:latin typeface="Yu Gothic"/>
                <a:ea typeface="Yu Gothic"/>
                <a:cs typeface="Yu Gothic"/>
              </a:defRPr>
            </a:lvl2pPr>
            <a:lvl3pPr algn="l">
              <a:defRPr sz="1350" b="1">
                <a:solidFill>
                  <a:srgbClr val="467A64"/>
                </a:solidFill>
                <a:latin typeface="Yu Gothic"/>
                <a:ea typeface="Yu Gothic"/>
                <a:cs typeface="Yu Gothic"/>
              </a:defRPr>
            </a:lvl3pPr>
            <a:lvl4pPr algn="l">
              <a:defRPr sz="1350" b="1">
                <a:solidFill>
                  <a:srgbClr val="467A64"/>
                </a:solidFill>
                <a:latin typeface="Yu Gothic"/>
                <a:ea typeface="Yu Gothic"/>
                <a:cs typeface="Yu Gothic"/>
              </a:defRPr>
            </a:lvl4pPr>
            <a:lvl5pPr algn="l">
              <a:defRPr sz="1350" b="1">
                <a:solidFill>
                  <a:srgbClr val="467A64"/>
                </a:solidFill>
                <a:latin typeface="Yu Gothic"/>
                <a:ea typeface="Yu Gothic"/>
                <a:cs typeface="Yu Gothic"/>
              </a:defRPr>
            </a:lvl5pPr>
            <a:lvl6pPr algn="l">
              <a:defRPr sz="1350" b="1">
                <a:solidFill>
                  <a:srgbClr val="467A64"/>
                </a:solidFill>
                <a:latin typeface="Yu Gothic"/>
                <a:ea typeface="Yu Gothic"/>
                <a:cs typeface="Yu Gothic"/>
              </a:defRPr>
            </a:lvl6pPr>
            <a:lvl7pPr algn="l">
              <a:defRPr sz="1350" b="1">
                <a:solidFill>
                  <a:srgbClr val="467A64"/>
                </a:solidFill>
                <a:latin typeface="Yu Gothic"/>
                <a:ea typeface="Yu Gothic"/>
                <a:cs typeface="Yu Gothic"/>
              </a:defRPr>
            </a:lvl7pPr>
            <a:lvl8pPr algn="l">
              <a:defRPr sz="1350" b="1">
                <a:solidFill>
                  <a:srgbClr val="467A64"/>
                </a:solidFill>
                <a:latin typeface="Yu Gothic"/>
                <a:ea typeface="Yu Gothic"/>
                <a:cs typeface="Yu Gothic"/>
              </a:defRPr>
            </a:lvl8pPr>
            <a:lvl9pPr algn="l">
              <a:defRPr sz="1350" b="1">
                <a:solidFill>
                  <a:srgbClr val="467A64"/>
                </a:solidFill>
                <a:latin typeface="Yu Gothic"/>
                <a:ea typeface="Yu Gothic"/>
                <a:cs typeface="Yu Gothic"/>
              </a:defRPr>
            </a:lvl9pPr>
          </a:lstStyle>
          <a:p xmlns:a="http://schemas.openxmlformats.org/drawingml/2006/main">
            <a:pPr algn="l">
              <a:defRPr sz="1350" b="1">
                <a:solidFill>
                  <a:srgbClr val="467A64"/>
                </a:solidFill>
                <a:latin typeface="Yu Gothic"/>
                <a:ea typeface="Yu Gothic"/>
                <a:cs typeface="Yu Gothic"/>
              </a:defRPr>
            </a:pPr>
            <a:r>
              <a:rPr sz="1350" b="1">
                <a:solidFill>
                  <a:srgbClr val="467A64"/>
                </a:solidFill>
                <a:latin typeface="Yu Gothic"/>
                <a:ea typeface="Yu Gothic"/>
                <a:cs typeface="Yu Gothic"/>
              </a:rPr>
              <a:t>完了</a:t>
            </a:r>
          </a:p>
        </p:txBody>
      </p:sp>
      <p:sp>
        <p:nvSpPr>
          <p:cNvPr id="11" name="">
            <a:extLst xmlns:a="http://schemas.openxmlformats.org/drawingml/2006/main">
              <a:ext uri="{FF2B5EF4-FFF2-40B4-BE49-F238E27FC236}">
                <a16:creationId xmlns:a16="http://schemas.microsoft.com/office/drawing/2014/main" id="{2D27CDCD-BB12-4070-8AB3-591F280E2A38}"/>
              </a:ext>
            </a:extLst>
          </p:cNvPr>
          <p:cNvSpPr>
            <a:spLocks xmlns:a="http://schemas.openxmlformats.org/drawingml/2006/main" noGrp="1"/>
          </p:cNvSpPr>
          <p:nvPr/>
        </p:nvSpPr>
        <p:spPr>
          <a:xfrm xmlns:a="http://schemas.openxmlformats.org/drawingml/2006/main">
            <a:off x="723900" y="2952750"/>
            <a:ext cx="5143500" cy="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12" name="">
            <a:extLst xmlns:a="http://schemas.openxmlformats.org/drawingml/2006/main">
              <a:ext uri="{FF2B5EF4-FFF2-40B4-BE49-F238E27FC236}">
                <a16:creationId xmlns:a16="http://schemas.microsoft.com/office/drawing/2014/main" id="{F2740134-7BB0-4652-A824-83E20B075CC2}"/>
              </a:ext>
            </a:extLst>
          </p:cNvPr>
          <p:cNvSpPr>
            <a:spLocks xmlns:a="http://schemas.openxmlformats.org/drawingml/2006/main" noGrp="1"/>
          </p:cNvSpPr>
          <p:nvPr/>
        </p:nvSpPr>
        <p:spPr>
          <a:xfrm xmlns:a="http://schemas.openxmlformats.org/drawingml/2006/main">
            <a:off x="723900" y="3076575"/>
            <a:ext cx="37623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142B3B"/>
                </a:solidFill>
                <a:latin typeface="Yu Gothic"/>
                <a:ea typeface="Yu Gothic"/>
                <a:cs typeface="Yu Gothic"/>
              </a:defRPr>
            </a:defPPr>
            <a:lvl1pPr algn="l">
              <a:defRPr sz="1575" b="1">
                <a:solidFill>
                  <a:srgbClr val="142B3B"/>
                </a:solidFill>
                <a:latin typeface="Yu Gothic"/>
                <a:ea typeface="Yu Gothic"/>
                <a:cs typeface="Yu Gothic"/>
              </a:defRPr>
            </a:lvl1pPr>
            <a:lvl2pPr algn="l">
              <a:defRPr sz="1575" b="1">
                <a:solidFill>
                  <a:srgbClr val="142B3B"/>
                </a:solidFill>
                <a:latin typeface="Yu Gothic"/>
                <a:ea typeface="Yu Gothic"/>
                <a:cs typeface="Yu Gothic"/>
              </a:defRPr>
            </a:lvl2pPr>
            <a:lvl3pPr algn="l">
              <a:defRPr sz="1575" b="1">
                <a:solidFill>
                  <a:srgbClr val="142B3B"/>
                </a:solidFill>
                <a:latin typeface="Yu Gothic"/>
                <a:ea typeface="Yu Gothic"/>
                <a:cs typeface="Yu Gothic"/>
              </a:defRPr>
            </a:lvl3pPr>
            <a:lvl4pPr algn="l">
              <a:defRPr sz="1575" b="1">
                <a:solidFill>
                  <a:srgbClr val="142B3B"/>
                </a:solidFill>
                <a:latin typeface="Yu Gothic"/>
                <a:ea typeface="Yu Gothic"/>
                <a:cs typeface="Yu Gothic"/>
              </a:defRPr>
            </a:lvl4pPr>
            <a:lvl5pPr algn="l">
              <a:defRPr sz="1575" b="1">
                <a:solidFill>
                  <a:srgbClr val="142B3B"/>
                </a:solidFill>
                <a:latin typeface="Yu Gothic"/>
                <a:ea typeface="Yu Gothic"/>
                <a:cs typeface="Yu Gothic"/>
              </a:defRPr>
            </a:lvl5pPr>
            <a:lvl6pPr algn="l">
              <a:defRPr sz="1575" b="1">
                <a:solidFill>
                  <a:srgbClr val="142B3B"/>
                </a:solidFill>
                <a:latin typeface="Yu Gothic"/>
                <a:ea typeface="Yu Gothic"/>
                <a:cs typeface="Yu Gothic"/>
              </a:defRPr>
            </a:lvl6pPr>
            <a:lvl7pPr algn="l">
              <a:defRPr sz="1575" b="1">
                <a:solidFill>
                  <a:srgbClr val="142B3B"/>
                </a:solidFill>
                <a:latin typeface="Yu Gothic"/>
                <a:ea typeface="Yu Gothic"/>
                <a:cs typeface="Yu Gothic"/>
              </a:defRPr>
            </a:lvl7pPr>
            <a:lvl8pPr algn="l">
              <a:defRPr sz="1575" b="1">
                <a:solidFill>
                  <a:srgbClr val="142B3B"/>
                </a:solidFill>
                <a:latin typeface="Yu Gothic"/>
                <a:ea typeface="Yu Gothic"/>
                <a:cs typeface="Yu Gothic"/>
              </a:defRPr>
            </a:lvl8pPr>
            <a:lvl9pPr algn="l">
              <a:defRPr sz="1575" b="1">
                <a:solidFill>
                  <a:srgbClr val="142B3B"/>
                </a:solidFill>
                <a:latin typeface="Yu Gothic"/>
                <a:ea typeface="Yu Gothic"/>
                <a:cs typeface="Yu Gothic"/>
              </a:defRPr>
            </a:lvl9pPr>
          </a:lstStyle>
          <a:p xmlns:a="http://schemas.openxmlformats.org/drawingml/2006/main">
            <a:pPr algn="l">
              <a:defRPr sz="1575" b="1">
                <a:solidFill>
                  <a:srgbClr val="142B3B"/>
                </a:solidFill>
                <a:latin typeface="Yu Gothic"/>
                <a:ea typeface="Yu Gothic"/>
                <a:cs typeface="Yu Gothic"/>
              </a:defRPr>
            </a:pPr>
            <a:r>
              <a:rPr sz="1575" b="1">
                <a:solidFill>
                  <a:srgbClr val="142B3B"/>
                </a:solidFill>
                <a:latin typeface="Yu Gothic"/>
                <a:ea typeface="Yu Gothic"/>
                <a:cs typeface="Yu Gothic"/>
              </a:rPr>
              <a:t>200回の本実験・集計</a:t>
            </a:r>
          </a:p>
        </p:txBody>
      </p:sp>
      <p:sp>
        <p:nvSpPr>
          <p:cNvPr id="13" name="">
            <a:extLst xmlns:a="http://schemas.openxmlformats.org/drawingml/2006/main">
              <a:ext uri="{FF2B5EF4-FFF2-40B4-BE49-F238E27FC236}">
                <a16:creationId xmlns:a16="http://schemas.microsoft.com/office/drawing/2014/main" id="{4AC05F20-E277-4A6E-87EC-056F9D4C9ED6}"/>
              </a:ext>
            </a:extLst>
          </p:cNvPr>
          <p:cNvSpPr>
            <a:spLocks xmlns:a="http://schemas.openxmlformats.org/drawingml/2006/main" noGrp="1"/>
          </p:cNvSpPr>
          <p:nvPr/>
        </p:nvSpPr>
        <p:spPr>
          <a:xfrm xmlns:a="http://schemas.openxmlformats.org/drawingml/2006/main">
            <a:off x="4610100" y="3076575"/>
            <a:ext cx="1143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467A64"/>
                </a:solidFill>
                <a:latin typeface="Yu Gothic"/>
                <a:ea typeface="Yu Gothic"/>
                <a:cs typeface="Yu Gothic"/>
              </a:defRPr>
            </a:defPPr>
            <a:lvl1pPr algn="l">
              <a:defRPr sz="1350" b="1">
                <a:solidFill>
                  <a:srgbClr val="467A64"/>
                </a:solidFill>
                <a:latin typeface="Yu Gothic"/>
                <a:ea typeface="Yu Gothic"/>
                <a:cs typeface="Yu Gothic"/>
              </a:defRPr>
            </a:lvl1pPr>
            <a:lvl2pPr algn="l">
              <a:defRPr sz="1350" b="1">
                <a:solidFill>
                  <a:srgbClr val="467A64"/>
                </a:solidFill>
                <a:latin typeface="Yu Gothic"/>
                <a:ea typeface="Yu Gothic"/>
                <a:cs typeface="Yu Gothic"/>
              </a:defRPr>
            </a:lvl2pPr>
            <a:lvl3pPr algn="l">
              <a:defRPr sz="1350" b="1">
                <a:solidFill>
                  <a:srgbClr val="467A64"/>
                </a:solidFill>
                <a:latin typeface="Yu Gothic"/>
                <a:ea typeface="Yu Gothic"/>
                <a:cs typeface="Yu Gothic"/>
              </a:defRPr>
            </a:lvl3pPr>
            <a:lvl4pPr algn="l">
              <a:defRPr sz="1350" b="1">
                <a:solidFill>
                  <a:srgbClr val="467A64"/>
                </a:solidFill>
                <a:latin typeface="Yu Gothic"/>
                <a:ea typeface="Yu Gothic"/>
                <a:cs typeface="Yu Gothic"/>
              </a:defRPr>
            </a:lvl4pPr>
            <a:lvl5pPr algn="l">
              <a:defRPr sz="1350" b="1">
                <a:solidFill>
                  <a:srgbClr val="467A64"/>
                </a:solidFill>
                <a:latin typeface="Yu Gothic"/>
                <a:ea typeface="Yu Gothic"/>
                <a:cs typeface="Yu Gothic"/>
              </a:defRPr>
            </a:lvl5pPr>
            <a:lvl6pPr algn="l">
              <a:defRPr sz="1350" b="1">
                <a:solidFill>
                  <a:srgbClr val="467A64"/>
                </a:solidFill>
                <a:latin typeface="Yu Gothic"/>
                <a:ea typeface="Yu Gothic"/>
                <a:cs typeface="Yu Gothic"/>
              </a:defRPr>
            </a:lvl6pPr>
            <a:lvl7pPr algn="l">
              <a:defRPr sz="1350" b="1">
                <a:solidFill>
                  <a:srgbClr val="467A64"/>
                </a:solidFill>
                <a:latin typeface="Yu Gothic"/>
                <a:ea typeface="Yu Gothic"/>
                <a:cs typeface="Yu Gothic"/>
              </a:defRPr>
            </a:lvl7pPr>
            <a:lvl8pPr algn="l">
              <a:defRPr sz="1350" b="1">
                <a:solidFill>
                  <a:srgbClr val="467A64"/>
                </a:solidFill>
                <a:latin typeface="Yu Gothic"/>
                <a:ea typeface="Yu Gothic"/>
                <a:cs typeface="Yu Gothic"/>
              </a:defRPr>
            </a:lvl8pPr>
            <a:lvl9pPr algn="l">
              <a:defRPr sz="1350" b="1">
                <a:solidFill>
                  <a:srgbClr val="467A64"/>
                </a:solidFill>
                <a:latin typeface="Yu Gothic"/>
                <a:ea typeface="Yu Gothic"/>
                <a:cs typeface="Yu Gothic"/>
              </a:defRPr>
            </a:lvl9pPr>
          </a:lstStyle>
          <a:p xmlns:a="http://schemas.openxmlformats.org/drawingml/2006/main">
            <a:pPr algn="l">
              <a:defRPr sz="1350" b="1">
                <a:solidFill>
                  <a:srgbClr val="467A64"/>
                </a:solidFill>
                <a:latin typeface="Yu Gothic"/>
                <a:ea typeface="Yu Gothic"/>
                <a:cs typeface="Yu Gothic"/>
              </a:defRPr>
            </a:pPr>
            <a:r>
              <a:rPr sz="1350" b="1">
                <a:solidFill>
                  <a:srgbClr val="467A64"/>
                </a:solidFill>
                <a:latin typeface="Yu Gothic"/>
                <a:ea typeface="Yu Gothic"/>
                <a:cs typeface="Yu Gothic"/>
              </a:rPr>
              <a:t>完了</a:t>
            </a:r>
          </a:p>
        </p:txBody>
      </p:sp>
      <p:sp>
        <p:nvSpPr>
          <p:cNvPr id="14" name="">
            <a:extLst xmlns:a="http://schemas.openxmlformats.org/drawingml/2006/main">
              <a:ext uri="{FF2B5EF4-FFF2-40B4-BE49-F238E27FC236}">
                <a16:creationId xmlns:a16="http://schemas.microsoft.com/office/drawing/2014/main" id="{6AD19CCD-D51A-42BC-9C46-4D5B5C3FFCF9}"/>
              </a:ext>
            </a:extLst>
          </p:cNvPr>
          <p:cNvSpPr>
            <a:spLocks xmlns:a="http://schemas.openxmlformats.org/drawingml/2006/main" noGrp="1"/>
          </p:cNvSpPr>
          <p:nvPr/>
        </p:nvSpPr>
        <p:spPr>
          <a:xfrm xmlns:a="http://schemas.openxmlformats.org/drawingml/2006/main">
            <a:off x="723900" y="3486150"/>
            <a:ext cx="5143500" cy="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15" name="">
            <a:extLst xmlns:a="http://schemas.openxmlformats.org/drawingml/2006/main">
              <a:ext uri="{FF2B5EF4-FFF2-40B4-BE49-F238E27FC236}">
                <a16:creationId xmlns:a16="http://schemas.microsoft.com/office/drawing/2014/main" id="{B702A116-7807-4D43-92C5-FC36FB389EEA}"/>
              </a:ext>
            </a:extLst>
          </p:cNvPr>
          <p:cNvSpPr>
            <a:spLocks xmlns:a="http://schemas.openxmlformats.org/drawingml/2006/main" noGrp="1"/>
          </p:cNvSpPr>
          <p:nvPr/>
        </p:nvSpPr>
        <p:spPr>
          <a:xfrm xmlns:a="http://schemas.openxmlformats.org/drawingml/2006/main">
            <a:off x="723900" y="3609975"/>
            <a:ext cx="37623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0">
                <a:solidFill>
                  <a:srgbClr val="142B3B"/>
                </a:solidFill>
                <a:latin typeface="Yu Gothic"/>
                <a:ea typeface="Yu Gothic"/>
                <a:cs typeface="Yu Gothic"/>
              </a:defRPr>
            </a:defPPr>
            <a:lvl1pPr algn="l">
              <a:defRPr sz="1575" b="0">
                <a:solidFill>
                  <a:srgbClr val="142B3B"/>
                </a:solidFill>
                <a:latin typeface="Yu Gothic"/>
                <a:ea typeface="Yu Gothic"/>
                <a:cs typeface="Yu Gothic"/>
              </a:defRPr>
            </a:lvl1pPr>
            <a:lvl2pPr algn="l">
              <a:defRPr sz="1575" b="0">
                <a:solidFill>
                  <a:srgbClr val="142B3B"/>
                </a:solidFill>
                <a:latin typeface="Yu Gothic"/>
                <a:ea typeface="Yu Gothic"/>
                <a:cs typeface="Yu Gothic"/>
              </a:defRPr>
            </a:lvl2pPr>
            <a:lvl3pPr algn="l">
              <a:defRPr sz="1575" b="0">
                <a:solidFill>
                  <a:srgbClr val="142B3B"/>
                </a:solidFill>
                <a:latin typeface="Yu Gothic"/>
                <a:ea typeface="Yu Gothic"/>
                <a:cs typeface="Yu Gothic"/>
              </a:defRPr>
            </a:lvl3pPr>
            <a:lvl4pPr algn="l">
              <a:defRPr sz="1575" b="0">
                <a:solidFill>
                  <a:srgbClr val="142B3B"/>
                </a:solidFill>
                <a:latin typeface="Yu Gothic"/>
                <a:ea typeface="Yu Gothic"/>
                <a:cs typeface="Yu Gothic"/>
              </a:defRPr>
            </a:lvl4pPr>
            <a:lvl5pPr algn="l">
              <a:defRPr sz="1575" b="0">
                <a:solidFill>
                  <a:srgbClr val="142B3B"/>
                </a:solidFill>
                <a:latin typeface="Yu Gothic"/>
                <a:ea typeface="Yu Gothic"/>
                <a:cs typeface="Yu Gothic"/>
              </a:defRPr>
            </a:lvl5pPr>
            <a:lvl6pPr algn="l">
              <a:defRPr sz="1575" b="0">
                <a:solidFill>
                  <a:srgbClr val="142B3B"/>
                </a:solidFill>
                <a:latin typeface="Yu Gothic"/>
                <a:ea typeface="Yu Gothic"/>
                <a:cs typeface="Yu Gothic"/>
              </a:defRPr>
            </a:lvl6pPr>
            <a:lvl7pPr algn="l">
              <a:defRPr sz="1575" b="0">
                <a:solidFill>
                  <a:srgbClr val="142B3B"/>
                </a:solidFill>
                <a:latin typeface="Yu Gothic"/>
                <a:ea typeface="Yu Gothic"/>
                <a:cs typeface="Yu Gothic"/>
              </a:defRPr>
            </a:lvl7pPr>
            <a:lvl8pPr algn="l">
              <a:defRPr sz="1575" b="0">
                <a:solidFill>
                  <a:srgbClr val="142B3B"/>
                </a:solidFill>
                <a:latin typeface="Yu Gothic"/>
                <a:ea typeface="Yu Gothic"/>
                <a:cs typeface="Yu Gothic"/>
              </a:defRPr>
            </a:lvl8pPr>
            <a:lvl9pPr algn="l">
              <a:defRPr sz="1575" b="0">
                <a:solidFill>
                  <a:srgbClr val="142B3B"/>
                </a:solidFill>
                <a:latin typeface="Yu Gothic"/>
                <a:ea typeface="Yu Gothic"/>
                <a:cs typeface="Yu Gothic"/>
              </a:defRPr>
            </a:lvl9pPr>
          </a:lstStyle>
          <a:p xmlns:a="http://schemas.openxmlformats.org/drawingml/2006/main">
            <a:pPr algn="l">
              <a:defRPr sz="1575" b="0">
                <a:solidFill>
                  <a:srgbClr val="142B3B"/>
                </a:solidFill>
                <a:latin typeface="Yu Gothic"/>
                <a:ea typeface="Yu Gothic"/>
                <a:cs typeface="Yu Gothic"/>
              </a:defRPr>
            </a:pPr>
            <a:r>
              <a:rPr sz="1575" b="0">
                <a:solidFill>
                  <a:srgbClr val="142B3B"/>
                </a:solidFill>
                <a:latin typeface="Yu Gothic"/>
                <a:ea typeface="Yu Gothic"/>
                <a:cs typeface="Yu Gothic"/>
              </a:rPr>
              <a:t>グラフ・考察メモ</a:t>
            </a:r>
          </a:p>
        </p:txBody>
      </p:sp>
      <p:sp>
        <p:nvSpPr>
          <p:cNvPr id="16" name="">
            <a:extLst xmlns:a="http://schemas.openxmlformats.org/drawingml/2006/main">
              <a:ext uri="{FF2B5EF4-FFF2-40B4-BE49-F238E27FC236}">
                <a16:creationId xmlns:a16="http://schemas.microsoft.com/office/drawing/2014/main" id="{8C9865B0-D8BB-4EB0-9484-B85D84450474}"/>
              </a:ext>
            </a:extLst>
          </p:cNvPr>
          <p:cNvSpPr>
            <a:spLocks xmlns:a="http://schemas.openxmlformats.org/drawingml/2006/main" noGrp="1"/>
          </p:cNvSpPr>
          <p:nvPr/>
        </p:nvSpPr>
        <p:spPr>
          <a:xfrm xmlns:a="http://schemas.openxmlformats.org/drawingml/2006/main">
            <a:off x="4610100" y="3609975"/>
            <a:ext cx="1143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467A64"/>
                </a:solidFill>
                <a:latin typeface="Yu Gothic"/>
                <a:ea typeface="Yu Gothic"/>
                <a:cs typeface="Yu Gothic"/>
              </a:defRPr>
            </a:defPPr>
            <a:lvl1pPr algn="l">
              <a:defRPr sz="1350" b="1">
                <a:solidFill>
                  <a:srgbClr val="467A64"/>
                </a:solidFill>
                <a:latin typeface="Yu Gothic"/>
                <a:ea typeface="Yu Gothic"/>
                <a:cs typeface="Yu Gothic"/>
              </a:defRPr>
            </a:lvl1pPr>
            <a:lvl2pPr algn="l">
              <a:defRPr sz="1350" b="1">
                <a:solidFill>
                  <a:srgbClr val="467A64"/>
                </a:solidFill>
                <a:latin typeface="Yu Gothic"/>
                <a:ea typeface="Yu Gothic"/>
                <a:cs typeface="Yu Gothic"/>
              </a:defRPr>
            </a:lvl2pPr>
            <a:lvl3pPr algn="l">
              <a:defRPr sz="1350" b="1">
                <a:solidFill>
                  <a:srgbClr val="467A64"/>
                </a:solidFill>
                <a:latin typeface="Yu Gothic"/>
                <a:ea typeface="Yu Gothic"/>
                <a:cs typeface="Yu Gothic"/>
              </a:defRPr>
            </a:lvl3pPr>
            <a:lvl4pPr algn="l">
              <a:defRPr sz="1350" b="1">
                <a:solidFill>
                  <a:srgbClr val="467A64"/>
                </a:solidFill>
                <a:latin typeface="Yu Gothic"/>
                <a:ea typeface="Yu Gothic"/>
                <a:cs typeface="Yu Gothic"/>
              </a:defRPr>
            </a:lvl4pPr>
            <a:lvl5pPr algn="l">
              <a:defRPr sz="1350" b="1">
                <a:solidFill>
                  <a:srgbClr val="467A64"/>
                </a:solidFill>
                <a:latin typeface="Yu Gothic"/>
                <a:ea typeface="Yu Gothic"/>
                <a:cs typeface="Yu Gothic"/>
              </a:defRPr>
            </a:lvl5pPr>
            <a:lvl6pPr algn="l">
              <a:defRPr sz="1350" b="1">
                <a:solidFill>
                  <a:srgbClr val="467A64"/>
                </a:solidFill>
                <a:latin typeface="Yu Gothic"/>
                <a:ea typeface="Yu Gothic"/>
                <a:cs typeface="Yu Gothic"/>
              </a:defRPr>
            </a:lvl6pPr>
            <a:lvl7pPr algn="l">
              <a:defRPr sz="1350" b="1">
                <a:solidFill>
                  <a:srgbClr val="467A64"/>
                </a:solidFill>
                <a:latin typeface="Yu Gothic"/>
                <a:ea typeface="Yu Gothic"/>
                <a:cs typeface="Yu Gothic"/>
              </a:defRPr>
            </a:lvl7pPr>
            <a:lvl8pPr algn="l">
              <a:defRPr sz="1350" b="1">
                <a:solidFill>
                  <a:srgbClr val="467A64"/>
                </a:solidFill>
                <a:latin typeface="Yu Gothic"/>
                <a:ea typeface="Yu Gothic"/>
                <a:cs typeface="Yu Gothic"/>
              </a:defRPr>
            </a:lvl8pPr>
            <a:lvl9pPr algn="l">
              <a:defRPr sz="1350" b="1">
                <a:solidFill>
                  <a:srgbClr val="467A64"/>
                </a:solidFill>
                <a:latin typeface="Yu Gothic"/>
                <a:ea typeface="Yu Gothic"/>
                <a:cs typeface="Yu Gothic"/>
              </a:defRPr>
            </a:lvl9pPr>
          </a:lstStyle>
          <a:p xmlns:a="http://schemas.openxmlformats.org/drawingml/2006/main">
            <a:pPr algn="l">
              <a:defRPr sz="1350" b="1">
                <a:solidFill>
                  <a:srgbClr val="467A64"/>
                </a:solidFill>
                <a:latin typeface="Yu Gothic"/>
                <a:ea typeface="Yu Gothic"/>
                <a:cs typeface="Yu Gothic"/>
              </a:defRPr>
            </a:pPr>
            <a:r>
              <a:rPr sz="1350" b="1">
                <a:solidFill>
                  <a:srgbClr val="467A64"/>
                </a:solidFill>
                <a:latin typeface="Yu Gothic"/>
                <a:ea typeface="Yu Gothic"/>
                <a:cs typeface="Yu Gothic"/>
              </a:rPr>
              <a:t>作成済み</a:t>
            </a:r>
          </a:p>
        </p:txBody>
      </p:sp>
      <p:sp>
        <p:nvSpPr>
          <p:cNvPr id="17" name="">
            <a:extLst xmlns:a="http://schemas.openxmlformats.org/drawingml/2006/main">
              <a:ext uri="{FF2B5EF4-FFF2-40B4-BE49-F238E27FC236}">
                <a16:creationId xmlns:a16="http://schemas.microsoft.com/office/drawing/2014/main" id="{578A0E53-2811-4978-BBF4-728B773F1647}"/>
              </a:ext>
            </a:extLst>
          </p:cNvPr>
          <p:cNvSpPr>
            <a:spLocks xmlns:a="http://schemas.openxmlformats.org/drawingml/2006/main" noGrp="1"/>
          </p:cNvSpPr>
          <p:nvPr/>
        </p:nvSpPr>
        <p:spPr>
          <a:xfrm xmlns:a="http://schemas.openxmlformats.org/drawingml/2006/main">
            <a:off x="6267450" y="1628775"/>
            <a:ext cx="0" cy="356235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18" name="">
            <a:extLst xmlns:a="http://schemas.openxmlformats.org/drawingml/2006/main">
              <a:ext uri="{FF2B5EF4-FFF2-40B4-BE49-F238E27FC236}">
                <a16:creationId xmlns:a16="http://schemas.microsoft.com/office/drawing/2014/main" id="{2535D4B1-30B6-4B9E-AADE-EA43932D2239}"/>
              </a:ext>
            </a:extLst>
          </p:cNvPr>
          <p:cNvSpPr>
            <a:spLocks xmlns:a="http://schemas.openxmlformats.org/drawingml/2006/main" noGrp="1"/>
          </p:cNvSpPr>
          <p:nvPr/>
        </p:nvSpPr>
        <p:spPr>
          <a:xfrm xmlns:a="http://schemas.openxmlformats.org/drawingml/2006/main">
            <a:off x="6667500" y="15811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D66B57"/>
                </a:solidFill>
                <a:latin typeface="Yu Gothic"/>
                <a:ea typeface="Yu Gothic"/>
                <a:cs typeface="Yu Gothic"/>
              </a:defRPr>
            </a:defPPr>
            <a:lvl1pPr algn="l">
              <a:defRPr sz="1350" b="1">
                <a:solidFill>
                  <a:srgbClr val="D66B57"/>
                </a:solidFill>
                <a:latin typeface="Yu Gothic"/>
                <a:ea typeface="Yu Gothic"/>
                <a:cs typeface="Yu Gothic"/>
              </a:defRPr>
            </a:lvl1pPr>
            <a:lvl2pPr algn="l">
              <a:defRPr sz="1350" b="1">
                <a:solidFill>
                  <a:srgbClr val="D66B57"/>
                </a:solidFill>
                <a:latin typeface="Yu Gothic"/>
                <a:ea typeface="Yu Gothic"/>
                <a:cs typeface="Yu Gothic"/>
              </a:defRPr>
            </a:lvl2pPr>
            <a:lvl3pPr algn="l">
              <a:defRPr sz="1350" b="1">
                <a:solidFill>
                  <a:srgbClr val="D66B57"/>
                </a:solidFill>
                <a:latin typeface="Yu Gothic"/>
                <a:ea typeface="Yu Gothic"/>
                <a:cs typeface="Yu Gothic"/>
              </a:defRPr>
            </a:lvl3pPr>
            <a:lvl4pPr algn="l">
              <a:defRPr sz="1350" b="1">
                <a:solidFill>
                  <a:srgbClr val="D66B57"/>
                </a:solidFill>
                <a:latin typeface="Yu Gothic"/>
                <a:ea typeface="Yu Gothic"/>
                <a:cs typeface="Yu Gothic"/>
              </a:defRPr>
            </a:lvl4pPr>
            <a:lvl5pPr algn="l">
              <a:defRPr sz="1350" b="1">
                <a:solidFill>
                  <a:srgbClr val="D66B57"/>
                </a:solidFill>
                <a:latin typeface="Yu Gothic"/>
                <a:ea typeface="Yu Gothic"/>
                <a:cs typeface="Yu Gothic"/>
              </a:defRPr>
            </a:lvl5pPr>
            <a:lvl6pPr algn="l">
              <a:defRPr sz="1350" b="1">
                <a:solidFill>
                  <a:srgbClr val="D66B57"/>
                </a:solidFill>
                <a:latin typeface="Yu Gothic"/>
                <a:ea typeface="Yu Gothic"/>
                <a:cs typeface="Yu Gothic"/>
              </a:defRPr>
            </a:lvl6pPr>
            <a:lvl7pPr algn="l">
              <a:defRPr sz="1350" b="1">
                <a:solidFill>
                  <a:srgbClr val="D66B57"/>
                </a:solidFill>
                <a:latin typeface="Yu Gothic"/>
                <a:ea typeface="Yu Gothic"/>
                <a:cs typeface="Yu Gothic"/>
              </a:defRPr>
            </a:lvl7pPr>
            <a:lvl8pPr algn="l">
              <a:defRPr sz="1350" b="1">
                <a:solidFill>
                  <a:srgbClr val="D66B57"/>
                </a:solidFill>
                <a:latin typeface="Yu Gothic"/>
                <a:ea typeface="Yu Gothic"/>
                <a:cs typeface="Yu Gothic"/>
              </a:defRPr>
            </a:lvl8pPr>
            <a:lvl9pPr algn="l">
              <a:defRPr sz="1350" b="1">
                <a:solidFill>
                  <a:srgbClr val="D66B57"/>
                </a:solidFill>
                <a:latin typeface="Yu Gothic"/>
                <a:ea typeface="Yu Gothic"/>
                <a:cs typeface="Yu Gothic"/>
              </a:defRPr>
            </a:lvl9pPr>
          </a:lstStyle>
          <a:p xmlns:a="http://schemas.openxmlformats.org/drawingml/2006/main">
            <a:pPr algn="l">
              <a:defRPr sz="1350" b="1">
                <a:solidFill>
                  <a:srgbClr val="D66B57"/>
                </a:solidFill>
                <a:latin typeface="Yu Gothic"/>
                <a:ea typeface="Yu Gothic"/>
                <a:cs typeface="Yu Gothic"/>
              </a:defRPr>
            </a:pPr>
            <a:r>
              <a:rPr sz="1350" b="1">
                <a:solidFill>
                  <a:srgbClr val="D66B57"/>
                </a:solidFill>
                <a:latin typeface="Yu Gothic"/>
                <a:ea typeface="Yu Gothic"/>
                <a:cs typeface="Yu Gothic"/>
              </a:rPr>
              <a:t>これからの予定</a:t>
            </a:r>
          </a:p>
        </p:txBody>
      </p:sp>
      <p:sp>
        <p:nvSpPr>
          <p:cNvPr id="19" name="">
            <a:extLst xmlns:a="http://schemas.openxmlformats.org/drawingml/2006/main">
              <a:ext uri="{FF2B5EF4-FFF2-40B4-BE49-F238E27FC236}">
                <a16:creationId xmlns:a16="http://schemas.microsoft.com/office/drawing/2014/main" id="{C9AF352A-CBA8-423A-B8DB-6278F9FE256C}"/>
              </a:ext>
            </a:extLst>
          </p:cNvPr>
          <p:cNvSpPr>
            <a:spLocks xmlns:a="http://schemas.openxmlformats.org/drawingml/2006/main" noGrp="1"/>
          </p:cNvSpPr>
          <p:nvPr/>
        </p:nvSpPr>
        <p:spPr>
          <a:xfrm xmlns:a="http://schemas.openxmlformats.org/drawingml/2006/main">
            <a:off x="6667500" y="2009775"/>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142B3B"/>
                </a:solidFill>
                <a:latin typeface="Yu Gothic"/>
                <a:ea typeface="Yu Gothic"/>
                <a:cs typeface="Yu Gothic"/>
              </a:defRPr>
            </a:defPPr>
            <a:lvl1pPr algn="l">
              <a:defRPr sz="1575" b="1">
                <a:solidFill>
                  <a:srgbClr val="142B3B"/>
                </a:solidFill>
                <a:latin typeface="Yu Gothic"/>
                <a:ea typeface="Yu Gothic"/>
                <a:cs typeface="Yu Gothic"/>
              </a:defRPr>
            </a:lvl1pPr>
            <a:lvl2pPr algn="l">
              <a:defRPr sz="1575" b="1">
                <a:solidFill>
                  <a:srgbClr val="142B3B"/>
                </a:solidFill>
                <a:latin typeface="Yu Gothic"/>
                <a:ea typeface="Yu Gothic"/>
                <a:cs typeface="Yu Gothic"/>
              </a:defRPr>
            </a:lvl2pPr>
            <a:lvl3pPr algn="l">
              <a:defRPr sz="1575" b="1">
                <a:solidFill>
                  <a:srgbClr val="142B3B"/>
                </a:solidFill>
                <a:latin typeface="Yu Gothic"/>
                <a:ea typeface="Yu Gothic"/>
                <a:cs typeface="Yu Gothic"/>
              </a:defRPr>
            </a:lvl3pPr>
            <a:lvl4pPr algn="l">
              <a:defRPr sz="1575" b="1">
                <a:solidFill>
                  <a:srgbClr val="142B3B"/>
                </a:solidFill>
                <a:latin typeface="Yu Gothic"/>
                <a:ea typeface="Yu Gothic"/>
                <a:cs typeface="Yu Gothic"/>
              </a:defRPr>
            </a:lvl4pPr>
            <a:lvl5pPr algn="l">
              <a:defRPr sz="1575" b="1">
                <a:solidFill>
                  <a:srgbClr val="142B3B"/>
                </a:solidFill>
                <a:latin typeface="Yu Gothic"/>
                <a:ea typeface="Yu Gothic"/>
                <a:cs typeface="Yu Gothic"/>
              </a:defRPr>
            </a:lvl5pPr>
            <a:lvl6pPr algn="l">
              <a:defRPr sz="1575" b="1">
                <a:solidFill>
                  <a:srgbClr val="142B3B"/>
                </a:solidFill>
                <a:latin typeface="Yu Gothic"/>
                <a:ea typeface="Yu Gothic"/>
                <a:cs typeface="Yu Gothic"/>
              </a:defRPr>
            </a:lvl6pPr>
            <a:lvl7pPr algn="l">
              <a:defRPr sz="1575" b="1">
                <a:solidFill>
                  <a:srgbClr val="142B3B"/>
                </a:solidFill>
                <a:latin typeface="Yu Gothic"/>
                <a:ea typeface="Yu Gothic"/>
                <a:cs typeface="Yu Gothic"/>
              </a:defRPr>
            </a:lvl7pPr>
            <a:lvl8pPr algn="l">
              <a:defRPr sz="1575" b="1">
                <a:solidFill>
                  <a:srgbClr val="142B3B"/>
                </a:solidFill>
                <a:latin typeface="Yu Gothic"/>
                <a:ea typeface="Yu Gothic"/>
                <a:cs typeface="Yu Gothic"/>
              </a:defRPr>
            </a:lvl8pPr>
            <a:lvl9pPr algn="l">
              <a:defRPr sz="1575" b="1">
                <a:solidFill>
                  <a:srgbClr val="142B3B"/>
                </a:solidFill>
                <a:latin typeface="Yu Gothic"/>
                <a:ea typeface="Yu Gothic"/>
                <a:cs typeface="Yu Gothic"/>
              </a:defRPr>
            </a:lvl9pPr>
          </a:lstStyle>
          <a:p xmlns:a="http://schemas.openxmlformats.org/drawingml/2006/main">
            <a:pPr algn="l">
              <a:defRPr sz="1575" b="1">
                <a:solidFill>
                  <a:srgbClr val="142B3B"/>
                </a:solidFill>
                <a:latin typeface="Yu Gothic"/>
                <a:ea typeface="Yu Gothic"/>
                <a:cs typeface="Yu Gothic"/>
              </a:defRPr>
            </a:pPr>
            <a:r>
              <a:rPr sz="1575" b="1">
                <a:solidFill>
                  <a:srgbClr val="142B3B"/>
                </a:solidFill>
                <a:latin typeface="Yu Gothic"/>
                <a:ea typeface="Yu Gothic"/>
                <a:cs typeface="Yu Gothic"/>
              </a:rPr>
              <a:t>分析メモと図表を整えて発表資料を仕上げる</a:t>
            </a:r>
          </a:p>
        </p:txBody>
      </p:sp>
      <p:sp>
        <p:nvSpPr>
          <p:cNvPr id="20" name="">
            <a:extLst xmlns:a="http://schemas.openxmlformats.org/drawingml/2006/main">
              <a:ext uri="{FF2B5EF4-FFF2-40B4-BE49-F238E27FC236}">
                <a16:creationId xmlns:a16="http://schemas.microsoft.com/office/drawing/2014/main" id="{32167503-4274-4F6B-BBAA-15B41BC91585}"/>
              </a:ext>
            </a:extLst>
          </p:cNvPr>
          <p:cNvSpPr>
            <a:spLocks xmlns:a="http://schemas.openxmlformats.org/drawingml/2006/main" noGrp="1"/>
          </p:cNvSpPr>
          <p:nvPr/>
        </p:nvSpPr>
        <p:spPr>
          <a:xfrm xmlns:a="http://schemas.openxmlformats.org/drawingml/2006/main">
            <a:off x="6667500" y="26670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5B6D76"/>
                </a:solidFill>
                <a:latin typeface="Yu Gothic"/>
                <a:ea typeface="Yu Gothic"/>
                <a:cs typeface="Yu Gothic"/>
              </a:defRPr>
            </a:defPPr>
            <a:lvl1pPr algn="l">
              <a:defRPr sz="1350" b="1">
                <a:solidFill>
                  <a:srgbClr val="5B6D76"/>
                </a:solidFill>
                <a:latin typeface="Yu Gothic"/>
                <a:ea typeface="Yu Gothic"/>
                <a:cs typeface="Yu Gothic"/>
              </a:defRPr>
            </a:lvl1pPr>
            <a:lvl2pPr algn="l">
              <a:defRPr sz="1350" b="1">
                <a:solidFill>
                  <a:srgbClr val="5B6D76"/>
                </a:solidFill>
                <a:latin typeface="Yu Gothic"/>
                <a:ea typeface="Yu Gothic"/>
                <a:cs typeface="Yu Gothic"/>
              </a:defRPr>
            </a:lvl2pPr>
            <a:lvl3pPr algn="l">
              <a:defRPr sz="1350" b="1">
                <a:solidFill>
                  <a:srgbClr val="5B6D76"/>
                </a:solidFill>
                <a:latin typeface="Yu Gothic"/>
                <a:ea typeface="Yu Gothic"/>
                <a:cs typeface="Yu Gothic"/>
              </a:defRPr>
            </a:lvl3pPr>
            <a:lvl4pPr algn="l">
              <a:defRPr sz="1350" b="1">
                <a:solidFill>
                  <a:srgbClr val="5B6D76"/>
                </a:solidFill>
                <a:latin typeface="Yu Gothic"/>
                <a:ea typeface="Yu Gothic"/>
                <a:cs typeface="Yu Gothic"/>
              </a:defRPr>
            </a:lvl4pPr>
            <a:lvl5pPr algn="l">
              <a:defRPr sz="1350" b="1">
                <a:solidFill>
                  <a:srgbClr val="5B6D76"/>
                </a:solidFill>
                <a:latin typeface="Yu Gothic"/>
                <a:ea typeface="Yu Gothic"/>
                <a:cs typeface="Yu Gothic"/>
              </a:defRPr>
            </a:lvl5pPr>
            <a:lvl6pPr algn="l">
              <a:defRPr sz="1350" b="1">
                <a:solidFill>
                  <a:srgbClr val="5B6D76"/>
                </a:solidFill>
                <a:latin typeface="Yu Gothic"/>
                <a:ea typeface="Yu Gothic"/>
                <a:cs typeface="Yu Gothic"/>
              </a:defRPr>
            </a:lvl6pPr>
            <a:lvl7pPr algn="l">
              <a:defRPr sz="1350" b="1">
                <a:solidFill>
                  <a:srgbClr val="5B6D76"/>
                </a:solidFill>
                <a:latin typeface="Yu Gothic"/>
                <a:ea typeface="Yu Gothic"/>
                <a:cs typeface="Yu Gothic"/>
              </a:defRPr>
            </a:lvl7pPr>
            <a:lvl8pPr algn="l">
              <a:defRPr sz="1350" b="1">
                <a:solidFill>
                  <a:srgbClr val="5B6D76"/>
                </a:solidFill>
                <a:latin typeface="Yu Gothic"/>
                <a:ea typeface="Yu Gothic"/>
                <a:cs typeface="Yu Gothic"/>
              </a:defRPr>
            </a:lvl8pPr>
            <a:lvl9pPr algn="l">
              <a:defRPr sz="1350" b="1">
                <a:solidFill>
                  <a:srgbClr val="5B6D76"/>
                </a:solidFill>
                <a:latin typeface="Yu Gothic"/>
                <a:ea typeface="Yu Gothic"/>
                <a:cs typeface="Yu Gothic"/>
              </a:defRPr>
            </a:lvl9pPr>
          </a:lstStyle>
          <a:p xmlns:a="http://schemas.openxmlformats.org/drawingml/2006/main">
            <a:pPr algn="l">
              <a:defRPr sz="1350" b="1">
                <a:solidFill>
                  <a:srgbClr val="5B6D76"/>
                </a:solidFill>
                <a:latin typeface="Yu Gothic"/>
                <a:ea typeface="Yu Gothic"/>
                <a:cs typeface="Yu Gothic"/>
              </a:defRPr>
            </a:pPr>
            <a:r>
              <a:rPr sz="1350" b="1">
                <a:solidFill>
                  <a:srgbClr val="5B6D76"/>
                </a:solidFill>
                <a:latin typeface="Yu Gothic"/>
                <a:ea typeface="Yu Gothic"/>
                <a:cs typeface="Yu Gothic"/>
              </a:rPr>
              <a:t>中間発表</a:t>
            </a:r>
          </a:p>
        </p:txBody>
      </p:sp>
      <p:sp>
        <p:nvSpPr>
          <p:cNvPr id="21" name="">
            <a:extLst xmlns:a="http://schemas.openxmlformats.org/drawingml/2006/main">
              <a:ext uri="{FF2B5EF4-FFF2-40B4-BE49-F238E27FC236}">
                <a16:creationId xmlns:a16="http://schemas.microsoft.com/office/drawing/2014/main" id="{D04A8EAC-8428-45C2-9648-BA6C37FDA658}"/>
              </a:ext>
            </a:extLst>
          </p:cNvPr>
          <p:cNvSpPr>
            <a:spLocks xmlns:a="http://schemas.openxmlformats.org/drawingml/2006/main" noGrp="1"/>
          </p:cNvSpPr>
          <p:nvPr/>
        </p:nvSpPr>
        <p:spPr>
          <a:xfrm xmlns:a="http://schemas.openxmlformats.org/drawingml/2006/main">
            <a:off x="8543925" y="266700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D66B57"/>
                </a:solidFill>
                <a:latin typeface="Yu Gothic"/>
                <a:ea typeface="Yu Gothic"/>
                <a:cs typeface="Yu Gothic"/>
              </a:defRPr>
            </a:defPPr>
            <a:lvl1pPr algn="l">
              <a:defRPr sz="1575" b="1">
                <a:solidFill>
                  <a:srgbClr val="D66B57"/>
                </a:solidFill>
                <a:latin typeface="Yu Gothic"/>
                <a:ea typeface="Yu Gothic"/>
                <a:cs typeface="Yu Gothic"/>
              </a:defRPr>
            </a:lvl1pPr>
            <a:lvl2pPr algn="l">
              <a:defRPr sz="1575" b="1">
                <a:solidFill>
                  <a:srgbClr val="D66B57"/>
                </a:solidFill>
                <a:latin typeface="Yu Gothic"/>
                <a:ea typeface="Yu Gothic"/>
                <a:cs typeface="Yu Gothic"/>
              </a:defRPr>
            </a:lvl2pPr>
            <a:lvl3pPr algn="l">
              <a:defRPr sz="1575" b="1">
                <a:solidFill>
                  <a:srgbClr val="D66B57"/>
                </a:solidFill>
                <a:latin typeface="Yu Gothic"/>
                <a:ea typeface="Yu Gothic"/>
                <a:cs typeface="Yu Gothic"/>
              </a:defRPr>
            </a:lvl3pPr>
            <a:lvl4pPr algn="l">
              <a:defRPr sz="1575" b="1">
                <a:solidFill>
                  <a:srgbClr val="D66B57"/>
                </a:solidFill>
                <a:latin typeface="Yu Gothic"/>
                <a:ea typeface="Yu Gothic"/>
                <a:cs typeface="Yu Gothic"/>
              </a:defRPr>
            </a:lvl4pPr>
            <a:lvl5pPr algn="l">
              <a:defRPr sz="1575" b="1">
                <a:solidFill>
                  <a:srgbClr val="D66B57"/>
                </a:solidFill>
                <a:latin typeface="Yu Gothic"/>
                <a:ea typeface="Yu Gothic"/>
                <a:cs typeface="Yu Gothic"/>
              </a:defRPr>
            </a:lvl5pPr>
            <a:lvl6pPr algn="l">
              <a:defRPr sz="1575" b="1">
                <a:solidFill>
                  <a:srgbClr val="D66B57"/>
                </a:solidFill>
                <a:latin typeface="Yu Gothic"/>
                <a:ea typeface="Yu Gothic"/>
                <a:cs typeface="Yu Gothic"/>
              </a:defRPr>
            </a:lvl6pPr>
            <a:lvl7pPr algn="l">
              <a:defRPr sz="1575" b="1">
                <a:solidFill>
                  <a:srgbClr val="D66B57"/>
                </a:solidFill>
                <a:latin typeface="Yu Gothic"/>
                <a:ea typeface="Yu Gothic"/>
                <a:cs typeface="Yu Gothic"/>
              </a:defRPr>
            </a:lvl7pPr>
            <a:lvl8pPr algn="l">
              <a:defRPr sz="1575" b="1">
                <a:solidFill>
                  <a:srgbClr val="D66B57"/>
                </a:solidFill>
                <a:latin typeface="Yu Gothic"/>
                <a:ea typeface="Yu Gothic"/>
                <a:cs typeface="Yu Gothic"/>
              </a:defRPr>
            </a:lvl8pPr>
            <a:lvl9pPr algn="l">
              <a:defRPr sz="1575" b="1">
                <a:solidFill>
                  <a:srgbClr val="D66B57"/>
                </a:solidFill>
                <a:latin typeface="Yu Gothic"/>
                <a:ea typeface="Yu Gothic"/>
                <a:cs typeface="Yu Gothic"/>
              </a:defRPr>
            </a:lvl9pPr>
          </a:lstStyle>
          <a:p xmlns:a="http://schemas.openxmlformats.org/drawingml/2006/main">
            <a:pPr algn="l">
              <a:defRPr sz="1575" b="1">
                <a:solidFill>
                  <a:srgbClr val="D66B57"/>
                </a:solidFill>
                <a:latin typeface="Yu Gothic"/>
                <a:ea typeface="Yu Gothic"/>
                <a:cs typeface="Yu Gothic"/>
              </a:defRPr>
            </a:pPr>
            <a:r>
              <a:rPr sz="1575" b="1">
                <a:solidFill>
                  <a:srgbClr val="D66B57"/>
                </a:solidFill>
                <a:latin typeface="Yu Gothic"/>
                <a:ea typeface="Yu Gothic"/>
                <a:cs typeface="Yu Gothic"/>
              </a:rPr>
              <a:t>12/14〜18</a:t>
            </a:r>
          </a:p>
        </p:txBody>
      </p:sp>
      <p:sp>
        <p:nvSpPr>
          <p:cNvPr id="22" name="">
            <a:extLst xmlns:a="http://schemas.openxmlformats.org/drawingml/2006/main">
              <a:ext uri="{FF2B5EF4-FFF2-40B4-BE49-F238E27FC236}">
                <a16:creationId xmlns:a16="http://schemas.microsoft.com/office/drawing/2014/main" id="{B23A1152-FF60-437D-B53B-241A12404A0E}"/>
              </a:ext>
            </a:extLst>
          </p:cNvPr>
          <p:cNvSpPr>
            <a:spLocks xmlns:a="http://schemas.openxmlformats.org/drawingml/2006/main" noGrp="1"/>
          </p:cNvSpPr>
          <p:nvPr/>
        </p:nvSpPr>
        <p:spPr>
          <a:xfrm xmlns:a="http://schemas.openxmlformats.org/drawingml/2006/main">
            <a:off x="6667500" y="32766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5B6D76"/>
                </a:solidFill>
                <a:latin typeface="Yu Gothic"/>
                <a:ea typeface="Yu Gothic"/>
                <a:cs typeface="Yu Gothic"/>
              </a:defRPr>
            </a:defPPr>
            <a:lvl1pPr algn="l">
              <a:defRPr sz="1350" b="1">
                <a:solidFill>
                  <a:srgbClr val="5B6D76"/>
                </a:solidFill>
                <a:latin typeface="Yu Gothic"/>
                <a:ea typeface="Yu Gothic"/>
                <a:cs typeface="Yu Gothic"/>
              </a:defRPr>
            </a:lvl1pPr>
            <a:lvl2pPr algn="l">
              <a:defRPr sz="1350" b="1">
                <a:solidFill>
                  <a:srgbClr val="5B6D76"/>
                </a:solidFill>
                <a:latin typeface="Yu Gothic"/>
                <a:ea typeface="Yu Gothic"/>
                <a:cs typeface="Yu Gothic"/>
              </a:defRPr>
            </a:lvl2pPr>
            <a:lvl3pPr algn="l">
              <a:defRPr sz="1350" b="1">
                <a:solidFill>
                  <a:srgbClr val="5B6D76"/>
                </a:solidFill>
                <a:latin typeface="Yu Gothic"/>
                <a:ea typeface="Yu Gothic"/>
                <a:cs typeface="Yu Gothic"/>
              </a:defRPr>
            </a:lvl3pPr>
            <a:lvl4pPr algn="l">
              <a:defRPr sz="1350" b="1">
                <a:solidFill>
                  <a:srgbClr val="5B6D76"/>
                </a:solidFill>
                <a:latin typeface="Yu Gothic"/>
                <a:ea typeface="Yu Gothic"/>
                <a:cs typeface="Yu Gothic"/>
              </a:defRPr>
            </a:lvl4pPr>
            <a:lvl5pPr algn="l">
              <a:defRPr sz="1350" b="1">
                <a:solidFill>
                  <a:srgbClr val="5B6D76"/>
                </a:solidFill>
                <a:latin typeface="Yu Gothic"/>
                <a:ea typeface="Yu Gothic"/>
                <a:cs typeface="Yu Gothic"/>
              </a:defRPr>
            </a:lvl5pPr>
            <a:lvl6pPr algn="l">
              <a:defRPr sz="1350" b="1">
                <a:solidFill>
                  <a:srgbClr val="5B6D76"/>
                </a:solidFill>
                <a:latin typeface="Yu Gothic"/>
                <a:ea typeface="Yu Gothic"/>
                <a:cs typeface="Yu Gothic"/>
              </a:defRPr>
            </a:lvl6pPr>
            <a:lvl7pPr algn="l">
              <a:defRPr sz="1350" b="1">
                <a:solidFill>
                  <a:srgbClr val="5B6D76"/>
                </a:solidFill>
                <a:latin typeface="Yu Gothic"/>
                <a:ea typeface="Yu Gothic"/>
                <a:cs typeface="Yu Gothic"/>
              </a:defRPr>
            </a:lvl7pPr>
            <a:lvl8pPr algn="l">
              <a:defRPr sz="1350" b="1">
                <a:solidFill>
                  <a:srgbClr val="5B6D76"/>
                </a:solidFill>
                <a:latin typeface="Yu Gothic"/>
                <a:ea typeface="Yu Gothic"/>
                <a:cs typeface="Yu Gothic"/>
              </a:defRPr>
            </a:lvl8pPr>
            <a:lvl9pPr algn="l">
              <a:defRPr sz="1350" b="1">
                <a:solidFill>
                  <a:srgbClr val="5B6D76"/>
                </a:solidFill>
                <a:latin typeface="Yu Gothic"/>
                <a:ea typeface="Yu Gothic"/>
                <a:cs typeface="Yu Gothic"/>
              </a:defRPr>
            </a:lvl9pPr>
          </a:lstStyle>
          <a:p xmlns:a="http://schemas.openxmlformats.org/drawingml/2006/main">
            <a:pPr algn="l">
              <a:defRPr sz="1350" b="1">
                <a:solidFill>
                  <a:srgbClr val="5B6D76"/>
                </a:solidFill>
                <a:latin typeface="Yu Gothic"/>
                <a:ea typeface="Yu Gothic"/>
                <a:cs typeface="Yu Gothic"/>
              </a:defRPr>
            </a:pPr>
            <a:r>
              <a:rPr sz="1350" b="1">
                <a:solidFill>
                  <a:srgbClr val="5B6D76"/>
                </a:solidFill>
                <a:latin typeface="Yu Gothic"/>
                <a:ea typeface="Yu Gothic"/>
                <a:cs typeface="Yu Gothic"/>
              </a:rPr>
              <a:t>論文初稿</a:t>
            </a:r>
          </a:p>
        </p:txBody>
      </p:sp>
      <p:sp>
        <p:nvSpPr>
          <p:cNvPr id="23" name="">
            <a:extLst xmlns:a="http://schemas.openxmlformats.org/drawingml/2006/main">
              <a:ext uri="{FF2B5EF4-FFF2-40B4-BE49-F238E27FC236}">
                <a16:creationId xmlns:a16="http://schemas.microsoft.com/office/drawing/2014/main" id="{84F0B815-AFBC-4C8D-A796-12A86F275526}"/>
              </a:ext>
            </a:extLst>
          </p:cNvPr>
          <p:cNvSpPr>
            <a:spLocks xmlns:a="http://schemas.openxmlformats.org/drawingml/2006/main" noGrp="1"/>
          </p:cNvSpPr>
          <p:nvPr/>
        </p:nvSpPr>
        <p:spPr>
          <a:xfrm xmlns:a="http://schemas.openxmlformats.org/drawingml/2006/main">
            <a:off x="8543925" y="327660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163A50"/>
                </a:solidFill>
                <a:latin typeface="Yu Gothic"/>
                <a:ea typeface="Yu Gothic"/>
                <a:cs typeface="Yu Gothic"/>
              </a:defRPr>
            </a:defPPr>
            <a:lvl1pPr algn="l">
              <a:defRPr sz="1575" b="1">
                <a:solidFill>
                  <a:srgbClr val="163A50"/>
                </a:solidFill>
                <a:latin typeface="Yu Gothic"/>
                <a:ea typeface="Yu Gothic"/>
                <a:cs typeface="Yu Gothic"/>
              </a:defRPr>
            </a:lvl1pPr>
            <a:lvl2pPr algn="l">
              <a:defRPr sz="1575" b="1">
                <a:solidFill>
                  <a:srgbClr val="163A50"/>
                </a:solidFill>
                <a:latin typeface="Yu Gothic"/>
                <a:ea typeface="Yu Gothic"/>
                <a:cs typeface="Yu Gothic"/>
              </a:defRPr>
            </a:lvl2pPr>
            <a:lvl3pPr algn="l">
              <a:defRPr sz="1575" b="1">
                <a:solidFill>
                  <a:srgbClr val="163A50"/>
                </a:solidFill>
                <a:latin typeface="Yu Gothic"/>
                <a:ea typeface="Yu Gothic"/>
                <a:cs typeface="Yu Gothic"/>
              </a:defRPr>
            </a:lvl3pPr>
            <a:lvl4pPr algn="l">
              <a:defRPr sz="1575" b="1">
                <a:solidFill>
                  <a:srgbClr val="163A50"/>
                </a:solidFill>
                <a:latin typeface="Yu Gothic"/>
                <a:ea typeface="Yu Gothic"/>
                <a:cs typeface="Yu Gothic"/>
              </a:defRPr>
            </a:lvl4pPr>
            <a:lvl5pPr algn="l">
              <a:defRPr sz="1575" b="1">
                <a:solidFill>
                  <a:srgbClr val="163A50"/>
                </a:solidFill>
                <a:latin typeface="Yu Gothic"/>
                <a:ea typeface="Yu Gothic"/>
                <a:cs typeface="Yu Gothic"/>
              </a:defRPr>
            </a:lvl5pPr>
            <a:lvl6pPr algn="l">
              <a:defRPr sz="1575" b="1">
                <a:solidFill>
                  <a:srgbClr val="163A50"/>
                </a:solidFill>
                <a:latin typeface="Yu Gothic"/>
                <a:ea typeface="Yu Gothic"/>
                <a:cs typeface="Yu Gothic"/>
              </a:defRPr>
            </a:lvl6pPr>
            <a:lvl7pPr algn="l">
              <a:defRPr sz="1575" b="1">
                <a:solidFill>
                  <a:srgbClr val="163A50"/>
                </a:solidFill>
                <a:latin typeface="Yu Gothic"/>
                <a:ea typeface="Yu Gothic"/>
                <a:cs typeface="Yu Gothic"/>
              </a:defRPr>
            </a:lvl7pPr>
            <a:lvl8pPr algn="l">
              <a:defRPr sz="1575" b="1">
                <a:solidFill>
                  <a:srgbClr val="163A50"/>
                </a:solidFill>
                <a:latin typeface="Yu Gothic"/>
                <a:ea typeface="Yu Gothic"/>
                <a:cs typeface="Yu Gothic"/>
              </a:defRPr>
            </a:lvl8pPr>
            <a:lvl9pPr algn="l">
              <a:defRPr sz="1575" b="1">
                <a:solidFill>
                  <a:srgbClr val="163A50"/>
                </a:solidFill>
                <a:latin typeface="Yu Gothic"/>
                <a:ea typeface="Yu Gothic"/>
                <a:cs typeface="Yu Gothic"/>
              </a:defRPr>
            </a:lvl9pPr>
          </a:lstStyle>
          <a:p xmlns:a="http://schemas.openxmlformats.org/drawingml/2006/main">
            <a:pPr algn="l">
              <a:defRPr sz="1575" b="1">
                <a:solidFill>
                  <a:srgbClr val="163A50"/>
                </a:solidFill>
                <a:latin typeface="Yu Gothic"/>
                <a:ea typeface="Yu Gothic"/>
                <a:cs typeface="Yu Gothic"/>
              </a:defRPr>
            </a:pPr>
            <a:r>
              <a:rPr sz="1575" b="1">
                <a:solidFill>
                  <a:srgbClr val="163A50"/>
                </a:solidFill>
                <a:latin typeface="Yu Gothic"/>
                <a:ea typeface="Yu Gothic"/>
                <a:cs typeface="Yu Gothic"/>
              </a:rPr>
              <a:t>12/28まで</a:t>
            </a:r>
          </a:p>
        </p:txBody>
      </p:sp>
      <p:sp>
        <p:nvSpPr>
          <p:cNvPr id="24" name="">
            <a:extLst xmlns:a="http://schemas.openxmlformats.org/drawingml/2006/main">
              <a:ext uri="{FF2B5EF4-FFF2-40B4-BE49-F238E27FC236}">
                <a16:creationId xmlns:a16="http://schemas.microsoft.com/office/drawing/2014/main" id="{F1716D80-9E1A-4377-98C5-9EE2AB91FF44}"/>
              </a:ext>
            </a:extLst>
          </p:cNvPr>
          <p:cNvSpPr>
            <a:spLocks xmlns:a="http://schemas.openxmlformats.org/drawingml/2006/main" noGrp="1"/>
          </p:cNvSpPr>
          <p:nvPr/>
        </p:nvSpPr>
        <p:spPr>
          <a:xfrm xmlns:a="http://schemas.openxmlformats.org/drawingml/2006/main">
            <a:off x="6667500" y="38862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5B6D76"/>
                </a:solidFill>
                <a:latin typeface="Yu Gothic"/>
                <a:ea typeface="Yu Gothic"/>
                <a:cs typeface="Yu Gothic"/>
              </a:defRPr>
            </a:defPPr>
            <a:lvl1pPr algn="l">
              <a:defRPr sz="1350" b="1">
                <a:solidFill>
                  <a:srgbClr val="5B6D76"/>
                </a:solidFill>
                <a:latin typeface="Yu Gothic"/>
                <a:ea typeface="Yu Gothic"/>
                <a:cs typeface="Yu Gothic"/>
              </a:defRPr>
            </a:lvl1pPr>
            <a:lvl2pPr algn="l">
              <a:defRPr sz="1350" b="1">
                <a:solidFill>
                  <a:srgbClr val="5B6D76"/>
                </a:solidFill>
                <a:latin typeface="Yu Gothic"/>
                <a:ea typeface="Yu Gothic"/>
                <a:cs typeface="Yu Gothic"/>
              </a:defRPr>
            </a:lvl2pPr>
            <a:lvl3pPr algn="l">
              <a:defRPr sz="1350" b="1">
                <a:solidFill>
                  <a:srgbClr val="5B6D76"/>
                </a:solidFill>
                <a:latin typeface="Yu Gothic"/>
                <a:ea typeface="Yu Gothic"/>
                <a:cs typeface="Yu Gothic"/>
              </a:defRPr>
            </a:lvl3pPr>
            <a:lvl4pPr algn="l">
              <a:defRPr sz="1350" b="1">
                <a:solidFill>
                  <a:srgbClr val="5B6D76"/>
                </a:solidFill>
                <a:latin typeface="Yu Gothic"/>
                <a:ea typeface="Yu Gothic"/>
                <a:cs typeface="Yu Gothic"/>
              </a:defRPr>
            </a:lvl4pPr>
            <a:lvl5pPr algn="l">
              <a:defRPr sz="1350" b="1">
                <a:solidFill>
                  <a:srgbClr val="5B6D76"/>
                </a:solidFill>
                <a:latin typeface="Yu Gothic"/>
                <a:ea typeface="Yu Gothic"/>
                <a:cs typeface="Yu Gothic"/>
              </a:defRPr>
            </a:lvl5pPr>
            <a:lvl6pPr algn="l">
              <a:defRPr sz="1350" b="1">
                <a:solidFill>
                  <a:srgbClr val="5B6D76"/>
                </a:solidFill>
                <a:latin typeface="Yu Gothic"/>
                <a:ea typeface="Yu Gothic"/>
                <a:cs typeface="Yu Gothic"/>
              </a:defRPr>
            </a:lvl6pPr>
            <a:lvl7pPr algn="l">
              <a:defRPr sz="1350" b="1">
                <a:solidFill>
                  <a:srgbClr val="5B6D76"/>
                </a:solidFill>
                <a:latin typeface="Yu Gothic"/>
                <a:ea typeface="Yu Gothic"/>
                <a:cs typeface="Yu Gothic"/>
              </a:defRPr>
            </a:lvl7pPr>
            <a:lvl8pPr algn="l">
              <a:defRPr sz="1350" b="1">
                <a:solidFill>
                  <a:srgbClr val="5B6D76"/>
                </a:solidFill>
                <a:latin typeface="Yu Gothic"/>
                <a:ea typeface="Yu Gothic"/>
                <a:cs typeface="Yu Gothic"/>
              </a:defRPr>
            </a:lvl8pPr>
            <a:lvl9pPr algn="l">
              <a:defRPr sz="1350" b="1">
                <a:solidFill>
                  <a:srgbClr val="5B6D76"/>
                </a:solidFill>
                <a:latin typeface="Yu Gothic"/>
                <a:ea typeface="Yu Gothic"/>
                <a:cs typeface="Yu Gothic"/>
              </a:defRPr>
            </a:lvl9pPr>
          </a:lstStyle>
          <a:p xmlns:a="http://schemas.openxmlformats.org/drawingml/2006/main">
            <a:pPr algn="l">
              <a:defRPr sz="1350" b="1">
                <a:solidFill>
                  <a:srgbClr val="5B6D76"/>
                </a:solidFill>
                <a:latin typeface="Yu Gothic"/>
                <a:ea typeface="Yu Gothic"/>
                <a:cs typeface="Yu Gothic"/>
              </a:defRPr>
            </a:pPr>
            <a:r>
              <a:rPr sz="1350" b="1">
                <a:solidFill>
                  <a:srgbClr val="5B6D76"/>
                </a:solidFill>
                <a:latin typeface="Yu Gothic"/>
                <a:ea typeface="Yu Gothic"/>
                <a:cs typeface="Yu Gothic"/>
              </a:rPr>
              <a:t>発表スライド</a:t>
            </a:r>
          </a:p>
        </p:txBody>
      </p:sp>
      <p:sp>
        <p:nvSpPr>
          <p:cNvPr id="25" name="">
            <a:extLst xmlns:a="http://schemas.openxmlformats.org/drawingml/2006/main">
              <a:ext uri="{FF2B5EF4-FFF2-40B4-BE49-F238E27FC236}">
                <a16:creationId xmlns:a16="http://schemas.microsoft.com/office/drawing/2014/main" id="{93AC7575-2001-485B-B679-7A0285FCF8D5}"/>
              </a:ext>
            </a:extLst>
          </p:cNvPr>
          <p:cNvSpPr>
            <a:spLocks xmlns:a="http://schemas.openxmlformats.org/drawingml/2006/main" noGrp="1"/>
          </p:cNvSpPr>
          <p:nvPr/>
        </p:nvSpPr>
        <p:spPr>
          <a:xfrm xmlns:a="http://schemas.openxmlformats.org/drawingml/2006/main">
            <a:off x="8543925" y="388620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163A50"/>
                </a:solidFill>
                <a:latin typeface="Yu Gothic"/>
                <a:ea typeface="Yu Gothic"/>
                <a:cs typeface="Yu Gothic"/>
              </a:defRPr>
            </a:defPPr>
            <a:lvl1pPr algn="l">
              <a:defRPr sz="1575" b="1">
                <a:solidFill>
                  <a:srgbClr val="163A50"/>
                </a:solidFill>
                <a:latin typeface="Yu Gothic"/>
                <a:ea typeface="Yu Gothic"/>
                <a:cs typeface="Yu Gothic"/>
              </a:defRPr>
            </a:lvl1pPr>
            <a:lvl2pPr algn="l">
              <a:defRPr sz="1575" b="1">
                <a:solidFill>
                  <a:srgbClr val="163A50"/>
                </a:solidFill>
                <a:latin typeface="Yu Gothic"/>
                <a:ea typeface="Yu Gothic"/>
                <a:cs typeface="Yu Gothic"/>
              </a:defRPr>
            </a:lvl2pPr>
            <a:lvl3pPr algn="l">
              <a:defRPr sz="1575" b="1">
                <a:solidFill>
                  <a:srgbClr val="163A50"/>
                </a:solidFill>
                <a:latin typeface="Yu Gothic"/>
                <a:ea typeface="Yu Gothic"/>
                <a:cs typeface="Yu Gothic"/>
              </a:defRPr>
            </a:lvl3pPr>
            <a:lvl4pPr algn="l">
              <a:defRPr sz="1575" b="1">
                <a:solidFill>
                  <a:srgbClr val="163A50"/>
                </a:solidFill>
                <a:latin typeface="Yu Gothic"/>
                <a:ea typeface="Yu Gothic"/>
                <a:cs typeface="Yu Gothic"/>
              </a:defRPr>
            </a:lvl4pPr>
            <a:lvl5pPr algn="l">
              <a:defRPr sz="1575" b="1">
                <a:solidFill>
                  <a:srgbClr val="163A50"/>
                </a:solidFill>
                <a:latin typeface="Yu Gothic"/>
                <a:ea typeface="Yu Gothic"/>
                <a:cs typeface="Yu Gothic"/>
              </a:defRPr>
            </a:lvl5pPr>
            <a:lvl6pPr algn="l">
              <a:defRPr sz="1575" b="1">
                <a:solidFill>
                  <a:srgbClr val="163A50"/>
                </a:solidFill>
                <a:latin typeface="Yu Gothic"/>
                <a:ea typeface="Yu Gothic"/>
                <a:cs typeface="Yu Gothic"/>
              </a:defRPr>
            </a:lvl6pPr>
            <a:lvl7pPr algn="l">
              <a:defRPr sz="1575" b="1">
                <a:solidFill>
                  <a:srgbClr val="163A50"/>
                </a:solidFill>
                <a:latin typeface="Yu Gothic"/>
                <a:ea typeface="Yu Gothic"/>
                <a:cs typeface="Yu Gothic"/>
              </a:defRPr>
            </a:lvl7pPr>
            <a:lvl8pPr algn="l">
              <a:defRPr sz="1575" b="1">
                <a:solidFill>
                  <a:srgbClr val="163A50"/>
                </a:solidFill>
                <a:latin typeface="Yu Gothic"/>
                <a:ea typeface="Yu Gothic"/>
                <a:cs typeface="Yu Gothic"/>
              </a:defRPr>
            </a:lvl8pPr>
            <a:lvl9pPr algn="l">
              <a:defRPr sz="1575" b="1">
                <a:solidFill>
                  <a:srgbClr val="163A50"/>
                </a:solidFill>
                <a:latin typeface="Yu Gothic"/>
                <a:ea typeface="Yu Gothic"/>
                <a:cs typeface="Yu Gothic"/>
              </a:defRPr>
            </a:lvl9pPr>
          </a:lstStyle>
          <a:p xmlns:a="http://schemas.openxmlformats.org/drawingml/2006/main">
            <a:pPr algn="l">
              <a:defRPr sz="1575" b="1">
                <a:solidFill>
                  <a:srgbClr val="163A50"/>
                </a:solidFill>
                <a:latin typeface="Yu Gothic"/>
                <a:ea typeface="Yu Gothic"/>
                <a:cs typeface="Yu Gothic"/>
              </a:defRPr>
            </a:pPr>
            <a:r>
              <a:rPr sz="1575" b="1">
                <a:solidFill>
                  <a:srgbClr val="163A50"/>
                </a:solidFill>
                <a:latin typeface="Yu Gothic"/>
                <a:ea typeface="Yu Gothic"/>
                <a:cs typeface="Yu Gothic"/>
              </a:rPr>
              <a:t>1/5まで</a:t>
            </a:r>
          </a:p>
        </p:txBody>
      </p:sp>
      <p:sp>
        <p:nvSpPr>
          <p:cNvPr id="26" name="">
            <a:extLst xmlns:a="http://schemas.openxmlformats.org/drawingml/2006/main">
              <a:ext uri="{FF2B5EF4-FFF2-40B4-BE49-F238E27FC236}">
                <a16:creationId xmlns:a16="http://schemas.microsoft.com/office/drawing/2014/main" id="{FFD1A965-691F-414B-A6F4-ACBB60E74D12}"/>
              </a:ext>
            </a:extLst>
          </p:cNvPr>
          <p:cNvSpPr>
            <a:spLocks xmlns:a="http://schemas.openxmlformats.org/drawingml/2006/main" noGrp="1"/>
          </p:cNvSpPr>
          <p:nvPr/>
        </p:nvSpPr>
        <p:spPr>
          <a:xfrm xmlns:a="http://schemas.openxmlformats.org/drawingml/2006/main">
            <a:off x="723900" y="4676775"/>
            <a:ext cx="10744200" cy="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27" name="">
            <a:extLst xmlns:a="http://schemas.openxmlformats.org/drawingml/2006/main">
              <a:ext uri="{FF2B5EF4-FFF2-40B4-BE49-F238E27FC236}">
                <a16:creationId xmlns:a16="http://schemas.microsoft.com/office/drawing/2014/main" id="{348639C8-3A34-4D1B-BDF1-7C4A93346A19}"/>
              </a:ext>
            </a:extLst>
          </p:cNvPr>
          <p:cNvSpPr>
            <a:spLocks xmlns:a="http://schemas.openxmlformats.org/drawingml/2006/main" noGrp="1"/>
          </p:cNvSpPr>
          <p:nvPr/>
        </p:nvSpPr>
        <p:spPr>
          <a:xfrm xmlns:a="http://schemas.openxmlformats.org/drawingml/2006/main">
            <a:off x="723900" y="49339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147D78"/>
                </a:solidFill>
                <a:latin typeface="Yu Gothic"/>
                <a:ea typeface="Yu Gothic"/>
                <a:cs typeface="Yu Gothic"/>
              </a:defRPr>
            </a:defPPr>
            <a:lvl1pPr algn="l">
              <a:defRPr sz="1350" b="1">
                <a:solidFill>
                  <a:srgbClr val="147D78"/>
                </a:solidFill>
                <a:latin typeface="Yu Gothic"/>
                <a:ea typeface="Yu Gothic"/>
                <a:cs typeface="Yu Gothic"/>
              </a:defRPr>
            </a:lvl1pPr>
            <a:lvl2pPr algn="l">
              <a:defRPr sz="1350" b="1">
                <a:solidFill>
                  <a:srgbClr val="147D78"/>
                </a:solidFill>
                <a:latin typeface="Yu Gothic"/>
                <a:ea typeface="Yu Gothic"/>
                <a:cs typeface="Yu Gothic"/>
              </a:defRPr>
            </a:lvl2pPr>
            <a:lvl3pPr algn="l">
              <a:defRPr sz="1350" b="1">
                <a:solidFill>
                  <a:srgbClr val="147D78"/>
                </a:solidFill>
                <a:latin typeface="Yu Gothic"/>
                <a:ea typeface="Yu Gothic"/>
                <a:cs typeface="Yu Gothic"/>
              </a:defRPr>
            </a:lvl3pPr>
            <a:lvl4pPr algn="l">
              <a:defRPr sz="1350" b="1">
                <a:solidFill>
                  <a:srgbClr val="147D78"/>
                </a:solidFill>
                <a:latin typeface="Yu Gothic"/>
                <a:ea typeface="Yu Gothic"/>
                <a:cs typeface="Yu Gothic"/>
              </a:defRPr>
            </a:lvl4pPr>
            <a:lvl5pPr algn="l">
              <a:defRPr sz="1350" b="1">
                <a:solidFill>
                  <a:srgbClr val="147D78"/>
                </a:solidFill>
                <a:latin typeface="Yu Gothic"/>
                <a:ea typeface="Yu Gothic"/>
                <a:cs typeface="Yu Gothic"/>
              </a:defRPr>
            </a:lvl5pPr>
            <a:lvl6pPr algn="l">
              <a:defRPr sz="1350" b="1">
                <a:solidFill>
                  <a:srgbClr val="147D78"/>
                </a:solidFill>
                <a:latin typeface="Yu Gothic"/>
                <a:ea typeface="Yu Gothic"/>
                <a:cs typeface="Yu Gothic"/>
              </a:defRPr>
            </a:lvl6pPr>
            <a:lvl7pPr algn="l">
              <a:defRPr sz="1350" b="1">
                <a:solidFill>
                  <a:srgbClr val="147D78"/>
                </a:solidFill>
                <a:latin typeface="Yu Gothic"/>
                <a:ea typeface="Yu Gothic"/>
                <a:cs typeface="Yu Gothic"/>
              </a:defRPr>
            </a:lvl7pPr>
            <a:lvl8pPr algn="l">
              <a:defRPr sz="1350" b="1">
                <a:solidFill>
                  <a:srgbClr val="147D78"/>
                </a:solidFill>
                <a:latin typeface="Yu Gothic"/>
                <a:ea typeface="Yu Gothic"/>
                <a:cs typeface="Yu Gothic"/>
              </a:defRPr>
            </a:lvl8pPr>
            <a:lvl9pPr algn="l">
              <a:defRPr sz="1350" b="1">
                <a:solidFill>
                  <a:srgbClr val="147D78"/>
                </a:solidFill>
                <a:latin typeface="Yu Gothic"/>
                <a:ea typeface="Yu Gothic"/>
                <a:cs typeface="Yu Gothic"/>
              </a:defRPr>
            </a:lvl9pPr>
          </a:lstStyle>
          <a:p xmlns:a="http://schemas.openxmlformats.org/drawingml/2006/main">
            <a:pPr algn="l">
              <a:defRPr sz="1350" b="1">
                <a:solidFill>
                  <a:srgbClr val="147D78"/>
                </a:solidFill>
                <a:latin typeface="Yu Gothic"/>
                <a:ea typeface="Yu Gothic"/>
                <a:cs typeface="Yu Gothic"/>
              </a:defRPr>
            </a:pPr>
            <a:r>
              <a:rPr sz="1350" b="1">
                <a:solidFill>
                  <a:srgbClr val="147D78"/>
                </a:solidFill>
                <a:latin typeface="Yu Gothic"/>
                <a:ea typeface="Yu Gothic"/>
                <a:cs typeface="Yu Gothic"/>
              </a:rPr>
              <a:t>この後に進める作業</a:t>
            </a:r>
          </a:p>
        </p:txBody>
      </p:sp>
      <p:sp>
        <p:nvSpPr>
          <p:cNvPr id="28" name="">
            <a:extLst xmlns:a="http://schemas.openxmlformats.org/drawingml/2006/main">
              <a:ext uri="{FF2B5EF4-FFF2-40B4-BE49-F238E27FC236}">
                <a16:creationId xmlns:a16="http://schemas.microsoft.com/office/drawing/2014/main" id="{40876B4C-175F-4A92-86F8-8A46812CF16E}"/>
              </a:ext>
            </a:extLst>
          </p:cNvPr>
          <p:cNvSpPr>
            <a:spLocks xmlns:a="http://schemas.openxmlformats.org/drawingml/2006/main" noGrp="1"/>
          </p:cNvSpPr>
          <p:nvPr/>
        </p:nvSpPr>
        <p:spPr>
          <a:xfrm xmlns:a="http://schemas.openxmlformats.org/drawingml/2006/main">
            <a:off x="723900" y="5276850"/>
            <a:ext cx="10191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42B3B"/>
                </a:solidFill>
                <a:latin typeface="Yu Gothic"/>
                <a:ea typeface="Yu Gothic"/>
                <a:cs typeface="Yu Gothic"/>
              </a:defRPr>
            </a:defPPr>
            <a:lvl1pPr algn="l">
              <a:defRPr sz="1500" b="1">
                <a:solidFill>
                  <a:srgbClr val="142B3B"/>
                </a:solidFill>
                <a:latin typeface="Yu Gothic"/>
                <a:ea typeface="Yu Gothic"/>
                <a:cs typeface="Yu Gothic"/>
              </a:defRPr>
            </a:lvl1pPr>
            <a:lvl2pPr algn="l">
              <a:defRPr sz="1500" b="1">
                <a:solidFill>
                  <a:srgbClr val="142B3B"/>
                </a:solidFill>
                <a:latin typeface="Yu Gothic"/>
                <a:ea typeface="Yu Gothic"/>
                <a:cs typeface="Yu Gothic"/>
              </a:defRPr>
            </a:lvl2pPr>
            <a:lvl3pPr algn="l">
              <a:defRPr sz="1500" b="1">
                <a:solidFill>
                  <a:srgbClr val="142B3B"/>
                </a:solidFill>
                <a:latin typeface="Yu Gothic"/>
                <a:ea typeface="Yu Gothic"/>
                <a:cs typeface="Yu Gothic"/>
              </a:defRPr>
            </a:lvl3pPr>
            <a:lvl4pPr algn="l">
              <a:defRPr sz="1500" b="1">
                <a:solidFill>
                  <a:srgbClr val="142B3B"/>
                </a:solidFill>
                <a:latin typeface="Yu Gothic"/>
                <a:ea typeface="Yu Gothic"/>
                <a:cs typeface="Yu Gothic"/>
              </a:defRPr>
            </a:lvl4pPr>
            <a:lvl5pPr algn="l">
              <a:defRPr sz="1500" b="1">
                <a:solidFill>
                  <a:srgbClr val="142B3B"/>
                </a:solidFill>
                <a:latin typeface="Yu Gothic"/>
                <a:ea typeface="Yu Gothic"/>
                <a:cs typeface="Yu Gothic"/>
              </a:defRPr>
            </a:lvl5pPr>
            <a:lvl6pPr algn="l">
              <a:defRPr sz="1500" b="1">
                <a:solidFill>
                  <a:srgbClr val="142B3B"/>
                </a:solidFill>
                <a:latin typeface="Yu Gothic"/>
                <a:ea typeface="Yu Gothic"/>
                <a:cs typeface="Yu Gothic"/>
              </a:defRPr>
            </a:lvl6pPr>
            <a:lvl7pPr algn="l">
              <a:defRPr sz="1500" b="1">
                <a:solidFill>
                  <a:srgbClr val="142B3B"/>
                </a:solidFill>
                <a:latin typeface="Yu Gothic"/>
                <a:ea typeface="Yu Gothic"/>
                <a:cs typeface="Yu Gothic"/>
              </a:defRPr>
            </a:lvl7pPr>
            <a:lvl8pPr algn="l">
              <a:defRPr sz="1500" b="1">
                <a:solidFill>
                  <a:srgbClr val="142B3B"/>
                </a:solidFill>
                <a:latin typeface="Yu Gothic"/>
                <a:ea typeface="Yu Gothic"/>
                <a:cs typeface="Yu Gothic"/>
              </a:defRPr>
            </a:lvl8pPr>
            <a:lvl9pPr algn="l">
              <a:defRPr sz="1500" b="1">
                <a:solidFill>
                  <a:srgbClr val="142B3B"/>
                </a:solidFill>
                <a:latin typeface="Yu Gothic"/>
                <a:ea typeface="Yu Gothic"/>
                <a:cs typeface="Yu Gothic"/>
              </a:defRPr>
            </a:lvl9pPr>
          </a:lstStyle>
          <a:p xmlns:a="http://schemas.openxmlformats.org/drawingml/2006/main">
            <a:pPr algn="l">
              <a:defRPr sz="1500" b="1">
                <a:solidFill>
                  <a:srgbClr val="142B3B"/>
                </a:solidFill>
                <a:latin typeface="Yu Gothic"/>
                <a:ea typeface="Yu Gothic"/>
                <a:cs typeface="Yu Gothic"/>
              </a:defRPr>
            </a:pPr>
            <a:r>
              <a:rPr sz="1500" b="1">
                <a:solidFill>
                  <a:srgbClr val="142B3B"/>
                </a:solidFill>
                <a:latin typeface="Yu Gothic"/>
                <a:ea typeface="Yu Gothic"/>
                <a:cs typeface="Yu Gothic"/>
              </a:rPr>
              <a:t>1｜結果・限界を整理し、中間発表資料を仕上げる</a:t>
            </a:r>
          </a:p>
        </p:txBody>
      </p:sp>
      <p:sp>
        <p:nvSpPr>
          <p:cNvPr id="29" name="">
            <a:extLst xmlns:a="http://schemas.openxmlformats.org/drawingml/2006/main">
              <a:ext uri="{FF2B5EF4-FFF2-40B4-BE49-F238E27FC236}">
                <a16:creationId xmlns:a16="http://schemas.microsoft.com/office/drawing/2014/main" id="{F72A1C1A-B9A5-4A08-99FB-5AE716191A15}"/>
              </a:ext>
            </a:extLst>
          </p:cNvPr>
          <p:cNvSpPr>
            <a:spLocks xmlns:a="http://schemas.openxmlformats.org/drawingml/2006/main" noGrp="1"/>
          </p:cNvSpPr>
          <p:nvPr/>
        </p:nvSpPr>
        <p:spPr>
          <a:xfrm xmlns:a="http://schemas.openxmlformats.org/drawingml/2006/main">
            <a:off x="723900" y="5619750"/>
            <a:ext cx="10191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42B3B"/>
                </a:solidFill>
                <a:latin typeface="Yu Gothic"/>
                <a:ea typeface="Yu Gothic"/>
                <a:cs typeface="Yu Gothic"/>
              </a:defRPr>
            </a:defPPr>
            <a:lvl1pPr algn="l">
              <a:defRPr sz="1500" b="1">
                <a:solidFill>
                  <a:srgbClr val="142B3B"/>
                </a:solidFill>
                <a:latin typeface="Yu Gothic"/>
                <a:ea typeface="Yu Gothic"/>
                <a:cs typeface="Yu Gothic"/>
              </a:defRPr>
            </a:lvl1pPr>
            <a:lvl2pPr algn="l">
              <a:defRPr sz="1500" b="1">
                <a:solidFill>
                  <a:srgbClr val="142B3B"/>
                </a:solidFill>
                <a:latin typeface="Yu Gothic"/>
                <a:ea typeface="Yu Gothic"/>
                <a:cs typeface="Yu Gothic"/>
              </a:defRPr>
            </a:lvl2pPr>
            <a:lvl3pPr algn="l">
              <a:defRPr sz="1500" b="1">
                <a:solidFill>
                  <a:srgbClr val="142B3B"/>
                </a:solidFill>
                <a:latin typeface="Yu Gothic"/>
                <a:ea typeface="Yu Gothic"/>
                <a:cs typeface="Yu Gothic"/>
              </a:defRPr>
            </a:lvl3pPr>
            <a:lvl4pPr algn="l">
              <a:defRPr sz="1500" b="1">
                <a:solidFill>
                  <a:srgbClr val="142B3B"/>
                </a:solidFill>
                <a:latin typeface="Yu Gothic"/>
                <a:ea typeface="Yu Gothic"/>
                <a:cs typeface="Yu Gothic"/>
              </a:defRPr>
            </a:lvl4pPr>
            <a:lvl5pPr algn="l">
              <a:defRPr sz="1500" b="1">
                <a:solidFill>
                  <a:srgbClr val="142B3B"/>
                </a:solidFill>
                <a:latin typeface="Yu Gothic"/>
                <a:ea typeface="Yu Gothic"/>
                <a:cs typeface="Yu Gothic"/>
              </a:defRPr>
            </a:lvl5pPr>
            <a:lvl6pPr algn="l">
              <a:defRPr sz="1500" b="1">
                <a:solidFill>
                  <a:srgbClr val="142B3B"/>
                </a:solidFill>
                <a:latin typeface="Yu Gothic"/>
                <a:ea typeface="Yu Gothic"/>
                <a:cs typeface="Yu Gothic"/>
              </a:defRPr>
            </a:lvl6pPr>
            <a:lvl7pPr algn="l">
              <a:defRPr sz="1500" b="1">
                <a:solidFill>
                  <a:srgbClr val="142B3B"/>
                </a:solidFill>
                <a:latin typeface="Yu Gothic"/>
                <a:ea typeface="Yu Gothic"/>
                <a:cs typeface="Yu Gothic"/>
              </a:defRPr>
            </a:lvl7pPr>
            <a:lvl8pPr algn="l">
              <a:defRPr sz="1500" b="1">
                <a:solidFill>
                  <a:srgbClr val="142B3B"/>
                </a:solidFill>
                <a:latin typeface="Yu Gothic"/>
                <a:ea typeface="Yu Gothic"/>
                <a:cs typeface="Yu Gothic"/>
              </a:defRPr>
            </a:lvl8pPr>
            <a:lvl9pPr algn="l">
              <a:defRPr sz="1500" b="1">
                <a:solidFill>
                  <a:srgbClr val="142B3B"/>
                </a:solidFill>
                <a:latin typeface="Yu Gothic"/>
                <a:ea typeface="Yu Gothic"/>
                <a:cs typeface="Yu Gothic"/>
              </a:defRPr>
            </a:lvl9pPr>
          </a:lstStyle>
          <a:p xmlns:a="http://schemas.openxmlformats.org/drawingml/2006/main">
            <a:pPr algn="l">
              <a:defRPr sz="1500" b="1">
                <a:solidFill>
                  <a:srgbClr val="142B3B"/>
                </a:solidFill>
                <a:latin typeface="Yu Gothic"/>
                <a:ea typeface="Yu Gothic"/>
                <a:cs typeface="Yu Gothic"/>
              </a:defRPr>
            </a:pPr>
            <a:r>
              <a:rPr sz="1500" b="1">
                <a:solidFill>
                  <a:srgbClr val="142B3B"/>
                </a:solidFill>
                <a:latin typeface="Yu Gothic"/>
                <a:ea typeface="Yu Gothic"/>
                <a:cs typeface="Yu Gothic"/>
              </a:rPr>
              <a:t>2｜論文の背景・方法・結果を章立てに沿って書く</a:t>
            </a:r>
          </a:p>
        </p:txBody>
      </p:sp>
      <p:sp>
        <p:nvSpPr>
          <p:cNvPr id="30" name="">
            <a:extLst xmlns:a="http://schemas.openxmlformats.org/drawingml/2006/main">
              <a:ext uri="{FF2B5EF4-FFF2-40B4-BE49-F238E27FC236}">
                <a16:creationId xmlns:a16="http://schemas.microsoft.com/office/drawing/2014/main" id="{DB371634-8BC9-4631-9835-ED3B605A45B0}"/>
              </a:ext>
            </a:extLst>
          </p:cNvPr>
          <p:cNvSpPr>
            <a:spLocks xmlns:a="http://schemas.openxmlformats.org/drawingml/2006/main" noGrp="1"/>
          </p:cNvSpPr>
          <p:nvPr/>
        </p:nvSpPr>
        <p:spPr>
          <a:xfrm xmlns:a="http://schemas.openxmlformats.org/drawingml/2006/main">
            <a:off x="723900" y="605790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5B6D76"/>
                </a:solidFill>
                <a:latin typeface="Yu Gothic"/>
                <a:ea typeface="Yu Gothic"/>
                <a:cs typeface="Yu Gothic"/>
              </a:defRPr>
            </a:defPPr>
            <a:lvl1pPr algn="l">
              <a:defRPr sz="1125" b="0">
                <a:solidFill>
                  <a:srgbClr val="5B6D76"/>
                </a:solidFill>
                <a:latin typeface="Yu Gothic"/>
                <a:ea typeface="Yu Gothic"/>
                <a:cs typeface="Yu Gothic"/>
              </a:defRPr>
            </a:lvl1pPr>
            <a:lvl2pPr algn="l">
              <a:defRPr sz="1125" b="0">
                <a:solidFill>
                  <a:srgbClr val="5B6D76"/>
                </a:solidFill>
                <a:latin typeface="Yu Gothic"/>
                <a:ea typeface="Yu Gothic"/>
                <a:cs typeface="Yu Gothic"/>
              </a:defRPr>
            </a:lvl2pPr>
            <a:lvl3pPr algn="l">
              <a:defRPr sz="1125" b="0">
                <a:solidFill>
                  <a:srgbClr val="5B6D76"/>
                </a:solidFill>
                <a:latin typeface="Yu Gothic"/>
                <a:ea typeface="Yu Gothic"/>
                <a:cs typeface="Yu Gothic"/>
              </a:defRPr>
            </a:lvl3pPr>
            <a:lvl4pPr algn="l">
              <a:defRPr sz="1125" b="0">
                <a:solidFill>
                  <a:srgbClr val="5B6D76"/>
                </a:solidFill>
                <a:latin typeface="Yu Gothic"/>
                <a:ea typeface="Yu Gothic"/>
                <a:cs typeface="Yu Gothic"/>
              </a:defRPr>
            </a:lvl4pPr>
            <a:lvl5pPr algn="l">
              <a:defRPr sz="1125" b="0">
                <a:solidFill>
                  <a:srgbClr val="5B6D76"/>
                </a:solidFill>
                <a:latin typeface="Yu Gothic"/>
                <a:ea typeface="Yu Gothic"/>
                <a:cs typeface="Yu Gothic"/>
              </a:defRPr>
            </a:lvl5pPr>
            <a:lvl6pPr algn="l">
              <a:defRPr sz="1125" b="0">
                <a:solidFill>
                  <a:srgbClr val="5B6D76"/>
                </a:solidFill>
                <a:latin typeface="Yu Gothic"/>
                <a:ea typeface="Yu Gothic"/>
                <a:cs typeface="Yu Gothic"/>
              </a:defRPr>
            </a:lvl6pPr>
            <a:lvl7pPr algn="l">
              <a:defRPr sz="1125" b="0">
                <a:solidFill>
                  <a:srgbClr val="5B6D76"/>
                </a:solidFill>
                <a:latin typeface="Yu Gothic"/>
                <a:ea typeface="Yu Gothic"/>
                <a:cs typeface="Yu Gothic"/>
              </a:defRPr>
            </a:lvl7pPr>
            <a:lvl8pPr algn="l">
              <a:defRPr sz="1125" b="0">
                <a:solidFill>
                  <a:srgbClr val="5B6D76"/>
                </a:solidFill>
                <a:latin typeface="Yu Gothic"/>
                <a:ea typeface="Yu Gothic"/>
                <a:cs typeface="Yu Gothic"/>
              </a:defRPr>
            </a:lvl8pPr>
            <a:lvl9pPr algn="l">
              <a:defRPr sz="1125" b="0">
                <a:solidFill>
                  <a:srgbClr val="5B6D76"/>
                </a:solidFill>
                <a:latin typeface="Yu Gothic"/>
                <a:ea typeface="Yu Gothic"/>
                <a:cs typeface="Yu Gothic"/>
              </a:defRPr>
            </a:lvl9pPr>
          </a:lstStyle>
          <a:p xmlns:a="http://schemas.openxmlformats.org/drawingml/2006/main">
            <a:pPr algn="l">
              <a:defRPr sz="1125" b="0">
                <a:solidFill>
                  <a:srgbClr val="5B6D76"/>
                </a:solidFill>
                <a:latin typeface="Yu Gothic"/>
                <a:ea typeface="Yu Gothic"/>
                <a:cs typeface="Yu Gothic"/>
              </a:defRPr>
            </a:pPr>
            <a:r>
              <a:rPr sz="1125" b="0">
                <a:solidFill>
                  <a:srgbClr val="5B6D76"/>
                </a:solidFill>
                <a:latin typeface="Yu Gothic"/>
                <a:ea typeface="Yu Gothic"/>
                <a:cs typeface="Yu Gothic"/>
              </a:rPr>
              <a:t>中間発表の後は論文草稿の執筆に進む</a:t>
            </a:r>
          </a:p>
        </p:txBody>
      </p:sp>
    </p:spTree>
    <p:extLst>
      <p:ext uri="{BB962C8B-B14F-4D97-AF65-F5344CB8AC3E}">
        <p14:creationId xmlns:p14="http://schemas.microsoft.com/office/powerpoint/2010/main" val="1674977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2026-10-28T05:50:42.8620000Z</dcterms:created>
  <dcterms:modified xsi:type="dcterms:W3CDTF">2026-10-28T05:50:42.8620000Z</dcterms:modified>
</coreProperties>
</file>